
<file path=[Content_Types].xml><?xml version="1.0" encoding="utf-8"?>
<Types xmlns="http://schemas.openxmlformats.org/package/2006/content-types">
  <Default Extension="emf" ContentType="image/x-emf"/>
  <Default Extension="jpeg" ContentType="image/jpeg"/>
  <Default Extension="jpg" ContentType="image/jpeg"/>
  <Default Extension="png" ContentType="image/png"/>
  <Default Extension="rels" ContentType="application/vnd.openxmlformats-package.relationships+xml"/>
  <Default Extension="svg" ContentType="image/svg+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12.xml" ContentType="application/vnd.openxmlformats-officedocument.presentationml.slideLayout+xml"/>
  <Override PartName="/ppt/slideLayouts/slideLayout13.xml" ContentType="application/vnd.openxmlformats-officedocument.presentationml.slideLayout+xml"/>
  <Override PartName="/ppt/slideLayouts/slideLayout14.xml" ContentType="application/vnd.openxmlformats-officedocument.presentationml.slideLayout+xml"/>
  <Override PartName="/ppt/slideLayouts/slideLayout15.xml" ContentType="application/vnd.openxmlformats-officedocument.presentationml.slideLayout+xml"/>
  <Override PartName="/ppt/slideLayouts/slideLayout16.xml" ContentType="application/vnd.openxmlformats-officedocument.presentationml.slideLayout+xml"/>
  <Override PartName="/ppt/slideLayouts/slideLayout17.xml" ContentType="application/vnd.openxmlformats-officedocument.presentationml.slideLayout+xml"/>
  <Override PartName="/ppt/slideLayouts/slideLayout18.xml" ContentType="application/vnd.openxmlformats-officedocument.presentationml.slideLayout+xml"/>
  <Override PartName="/ppt/slideLayouts/slideLayout19.xml" ContentType="application/vnd.openxmlformats-officedocument.presentationml.slideLayout+xml"/>
  <Override PartName="/ppt/slideLayouts/slideLayout20.xml" ContentType="application/vnd.openxmlformats-officedocument.presentationml.slideLayout+xml"/>
  <Override PartName="/ppt/slideLayouts/slideLayout21.xml" ContentType="application/vnd.openxmlformats-officedocument.presentationml.slideLayout+xml"/>
  <Override PartName="/ppt/slideLayouts/slideLayout22.xml" ContentType="application/vnd.openxmlformats-officedocument.presentationml.slideLayout+xml"/>
  <Override PartName="/ppt/slideLayouts/slideLayout23.xml" ContentType="application/vnd.openxmlformats-officedocument.presentationml.slideLayout+xml"/>
  <Override PartName="/ppt/slideLayouts/slideLayout24.xml" ContentType="application/vnd.openxmlformats-officedocument.presentationml.slideLayout+xml"/>
  <Override PartName="/ppt/slideLayouts/slideLayout25.xml" ContentType="application/vnd.openxmlformats-officedocument.presentationml.slideLayout+xml"/>
  <Override PartName="/ppt/slideLayouts/slideLayout26.xml" ContentType="application/vnd.openxmlformats-officedocument.presentationml.slideLayout+xml"/>
  <Override PartName="/ppt/slideLayouts/slideLayout27.xml" ContentType="application/vnd.openxmlformats-officedocument.presentationml.slideLayout+xml"/>
  <Override PartName="/ppt/slideLayouts/slideLayout28.xml" ContentType="application/vnd.openxmlformats-officedocument.presentationml.slideLayout+xml"/>
  <Override PartName="/ppt/slideLayouts/slideLayout29.xml" ContentType="application/vnd.openxmlformats-officedocument.presentationml.slideLayout+xml"/>
  <Override PartName="/ppt/slideLayouts/slideLayout30.xml" ContentType="application/vnd.openxmlformats-officedocument.presentationml.slideLayout+xml"/>
  <Override PartName="/ppt/slideLayouts/slideLayout31.xml" ContentType="application/vnd.openxmlformats-officedocument.presentationml.slideLayout+xml"/>
  <Override PartName="/ppt/slideLayouts/slideLayout32.xml" ContentType="application/vnd.openxmlformats-officedocument.presentationml.slideLayout+xml"/>
  <Override PartName="/ppt/slideLayouts/slideLayout33.xml" ContentType="application/vnd.openxmlformats-officedocument.presentationml.slideLayout+xml"/>
  <Override PartName="/ppt/slideLayouts/slideLayout34.xml" ContentType="application/vnd.openxmlformats-officedocument.presentationml.slideLayout+xml"/>
  <Override PartName="/ppt/slideLayouts/slideLayout35.xml" ContentType="application/vnd.openxmlformats-officedocument.presentationml.slideLayout+xml"/>
  <Override PartName="/ppt/slideLayouts/slideLayout36.xml" ContentType="application/vnd.openxmlformats-officedocument.presentationml.slideLayout+xml"/>
  <Override PartName="/ppt/slideLayouts/slideLayout37.xml" ContentType="application/vnd.openxmlformats-officedocument.presentationml.slideLayout+xml"/>
  <Override PartName="/ppt/slideLayouts/slideLayout38.xml" ContentType="application/vnd.openxmlformats-officedocument.presentationml.slideLayout+xml"/>
  <Override PartName="/ppt/slideLayouts/slideLayout39.xml" ContentType="application/vnd.openxmlformats-officedocument.presentationml.slideLayout+xml"/>
  <Override PartName="/ppt/slideLayouts/slideLayout40.xml" ContentType="application/vnd.openxmlformats-officedocument.presentationml.slideLayout+xml"/>
  <Override PartName="/ppt/slideLayouts/slideLayout41.xml" ContentType="application/vnd.openxmlformats-officedocument.presentationml.slideLayout+xml"/>
  <Override PartName="/ppt/slideLayouts/slideLayout42.xml" ContentType="application/vnd.openxmlformats-officedocument.presentationml.slideLayout+xml"/>
  <Override PartName="/ppt/slideLayouts/slideLayout43.xml" ContentType="application/vnd.openxmlformats-officedocument.presentationml.slideLayout+xml"/>
  <Override PartName="/ppt/slideLayouts/slideLayout44.xml" ContentType="application/vnd.openxmlformats-officedocument.presentationml.slideLayout+xml"/>
  <Override PartName="/ppt/slideLayouts/slideLayout45.xml" ContentType="application/vnd.openxmlformats-officedocument.presentationml.slideLayout+xml"/>
  <Override PartName="/ppt/slideLayouts/slideLayout46.xml" ContentType="application/vnd.openxmlformats-officedocument.presentationml.slideLayout+xml"/>
  <Override PartName="/ppt/slideLayouts/slideLayout47.xml" ContentType="application/vnd.openxmlformats-officedocument.presentationml.slideLayout+xml"/>
  <Override PartName="/ppt/slideLayouts/slideLayout48.xml" ContentType="application/vnd.openxmlformats-officedocument.presentationml.slideLayout+xml"/>
  <Override PartName="/ppt/slideLayouts/slideLayout49.xml" ContentType="application/vnd.openxmlformats-officedocument.presentationml.slideLayout+xml"/>
  <Override PartName="/ppt/slideLayouts/slideLayout50.xml" ContentType="application/vnd.openxmlformats-officedocument.presentationml.slideLayout+xml"/>
  <Override PartName="/ppt/slideLayouts/slideLayout51.xml" ContentType="application/vnd.openxmlformats-officedocument.presentationml.slideLayout+xml"/>
  <Override PartName="/ppt/slideLayouts/slideLayout52.xml" ContentType="application/vnd.openxmlformats-officedocument.presentationml.slideLayout+xml"/>
  <Override PartName="/ppt/slideLayouts/slideLayout53.xml" ContentType="application/vnd.openxmlformats-officedocument.presentationml.slideLayout+xml"/>
  <Override PartName="/ppt/slideLayouts/slideLayout54.xml" ContentType="application/vnd.openxmlformats-officedocument.presentationml.slideLayout+xml"/>
  <Override PartName="/ppt/slideLayouts/slideLayout55.xml" ContentType="application/vnd.openxmlformats-officedocument.presentationml.slideLayout+xml"/>
  <Override PartName="/ppt/slideLayouts/slideLayout56.xml" ContentType="application/vnd.openxmlformats-officedocument.presentationml.slideLayout+xml"/>
  <Override PartName="/ppt/slideLayouts/slideLayout57.xml" ContentType="application/vnd.openxmlformats-officedocument.presentationml.slideLayout+xml"/>
  <Override PartName="/ppt/slideLayouts/slideLayout58.xml" ContentType="application/vnd.openxmlformats-officedocument.presentationml.slideLayout+xml"/>
  <Override PartName="/ppt/slideLayouts/slideLayout59.xml" ContentType="application/vnd.openxmlformats-officedocument.presentationml.slideLayout+xml"/>
  <Override PartName="/ppt/theme/theme2.xml" ContentType="application/vnd.openxmlformats-officedocument.theme+xml"/>
  <Override PartName="/ppt/changesInfos/changesInfo1.xml" ContentType="application/vnd.ms-powerpoint.changesinfo+xml"/>
  <Override PartName="/docProps/core.xml" ContentType="application/vnd.openxmlformats-package.core-properties+xml"/>
  <Override PartName="/docProps/app.xml" ContentType="application/vnd.openxmlformats-officedocument.extended-properties+xml"/>
  <Override PartName="/docProps/custom.xml" ContentType="application/vnd.openxmlformats-officedocument.custom-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5" Type="http://schemas.openxmlformats.org/officeDocument/2006/relationships/custom-properties" Target="docProps/custom.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p:sldMasterIdLst>
    <p:sldMasterId id="2147483660" r:id="rId1"/>
  </p:sldMasterIdLst>
  <p:notesMasterIdLst>
    <p:notesMasterId r:id="rId6"/>
  </p:notesMasterIdLst>
  <p:sldIdLst>
    <p:sldId id="2076137167" r:id="rId2"/>
    <p:sldId id="2147481330" r:id="rId3"/>
    <p:sldId id="2147481336" r:id="rId4"/>
    <p:sldId id="2147481338" r:id="rId5"/>
  </p:sldIdLst>
  <p:sldSz cx="12192000" cy="6858000"/>
  <p:notesSz cx="6858000" cy="9144000"/>
  <p:defaultTex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32767"/>
    </p:ext>
    <p:ext uri="{FD5EFAAD-0ECE-453E-9831-46B23BE46B34}">
      <p15:chartTrackingRefBased xmlns:p15="http://schemas.microsoft.com/office/powerpoint/2012/main" val="1"/>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16980" autoAdjust="0"/>
    <p:restoredTop sz="94660"/>
  </p:normalViewPr>
  <p:slideViewPr>
    <p:cSldViewPr snapToGrid="0">
      <p:cViewPr varScale="1">
        <p:scale>
          <a:sx n="109" d="100"/>
          <a:sy n="109" d="100"/>
        </p:scale>
        <p:origin x="474" y="108"/>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8" Type="http://schemas.openxmlformats.org/officeDocument/2006/relationships/viewProps" Target="viewProps.xml"/><Relationship Id="rId3" Type="http://schemas.openxmlformats.org/officeDocument/2006/relationships/slide" Target="slides/slide2.xml"/><Relationship Id="rId7" Type="http://schemas.openxmlformats.org/officeDocument/2006/relationships/presProps" Target="presProps.xml"/><Relationship Id="rId2" Type="http://schemas.openxmlformats.org/officeDocument/2006/relationships/slide" Target="slides/slide1.xml"/><Relationship Id="rId1" Type="http://schemas.openxmlformats.org/officeDocument/2006/relationships/slideMaster" Target="slideMasters/slideMaster1.xml"/><Relationship Id="rId6" Type="http://schemas.openxmlformats.org/officeDocument/2006/relationships/notesMaster" Target="notesMasters/notesMaster1.xml"/><Relationship Id="rId11" Type="http://schemas.microsoft.com/office/2016/11/relationships/changesInfo" Target="changesInfos/changesInfo1.xml"/><Relationship Id="rId5" Type="http://schemas.openxmlformats.org/officeDocument/2006/relationships/slide" Target="slides/slide4.xml"/><Relationship Id="rId10" Type="http://schemas.openxmlformats.org/officeDocument/2006/relationships/tableStyles" Target="tableStyles.xml"/><Relationship Id="rId4" Type="http://schemas.openxmlformats.org/officeDocument/2006/relationships/slide" Target="slides/slide3.xml"/><Relationship Id="rId9" Type="http://schemas.openxmlformats.org/officeDocument/2006/relationships/theme" Target="theme/theme1.xml"/></Relationships>
</file>

<file path=ppt/changesInfos/changesInfo1.xml><?xml version="1.0" encoding="utf-8"?>
<pc:chgInfo xmlns:a="http://schemas.openxmlformats.org/drawingml/2006/main" xmlns:r="http://schemas.openxmlformats.org/officeDocument/2006/relationships" xmlns:ac="http://schemas.microsoft.com/office/drawing/2013/main/command" xmlns:pc="http://schemas.microsoft.com/office/powerpoint/2013/main/command">
  <pc:docChgLst>
    <pc:chgData name="Michael Sheerin" userId="24c474cc-4036-43ee-85c2-fbd343330b3b" providerId="ADAL" clId="{26FB75FF-C8B5-4E49-B5DF-41EED14842CC}"/>
    <pc:docChg chg="undo custSel addSld delSld modSld sldOrd">
      <pc:chgData name="Michael Sheerin" userId="24c474cc-4036-43ee-85c2-fbd343330b3b" providerId="ADAL" clId="{26FB75FF-C8B5-4E49-B5DF-41EED14842CC}" dt="2025-05-13T14:14:39.831" v="999" actId="1036"/>
      <pc:docMkLst>
        <pc:docMk/>
      </pc:docMkLst>
      <pc:sldChg chg="addSp delSp modSp new del mod ord">
        <pc:chgData name="Michael Sheerin" userId="24c474cc-4036-43ee-85c2-fbd343330b3b" providerId="ADAL" clId="{26FB75FF-C8B5-4E49-B5DF-41EED14842CC}" dt="2025-05-13T14:14:16.495" v="988" actId="47"/>
        <pc:sldMkLst>
          <pc:docMk/>
          <pc:sldMk cId="1473085176" sldId="2147481337"/>
        </pc:sldMkLst>
        <pc:spChg chg="del">
          <ac:chgData name="Michael Sheerin" userId="24c474cc-4036-43ee-85c2-fbd343330b3b" providerId="ADAL" clId="{26FB75FF-C8B5-4E49-B5DF-41EED14842CC}" dt="2025-05-13T13:45:04.040" v="2" actId="478"/>
          <ac:spMkLst>
            <pc:docMk/>
            <pc:sldMk cId="1473085176" sldId="2147481337"/>
            <ac:spMk id="2" creationId="{F9A8077E-CA85-9215-A191-8B1BE542E553}"/>
          </ac:spMkLst>
        </pc:spChg>
        <pc:spChg chg="del">
          <ac:chgData name="Michael Sheerin" userId="24c474cc-4036-43ee-85c2-fbd343330b3b" providerId="ADAL" clId="{26FB75FF-C8B5-4E49-B5DF-41EED14842CC}" dt="2025-05-13T13:45:04.040" v="2" actId="478"/>
          <ac:spMkLst>
            <pc:docMk/>
            <pc:sldMk cId="1473085176" sldId="2147481337"/>
            <ac:spMk id="3" creationId="{A17D6F35-6B76-948D-BD6A-0BF228C7C29C}"/>
          </ac:spMkLst>
        </pc:spChg>
        <pc:spChg chg="add mod">
          <ac:chgData name="Michael Sheerin" userId="24c474cc-4036-43ee-85c2-fbd343330b3b" providerId="ADAL" clId="{26FB75FF-C8B5-4E49-B5DF-41EED14842CC}" dt="2025-05-13T13:44:59.918" v="1"/>
          <ac:spMkLst>
            <pc:docMk/>
            <pc:sldMk cId="1473085176" sldId="2147481337"/>
            <ac:spMk id="4" creationId="{3BE87B76-95C5-A757-86DE-90BA47A77187}"/>
          </ac:spMkLst>
        </pc:spChg>
        <pc:spChg chg="add mod">
          <ac:chgData name="Michael Sheerin" userId="24c474cc-4036-43ee-85c2-fbd343330b3b" providerId="ADAL" clId="{26FB75FF-C8B5-4E49-B5DF-41EED14842CC}" dt="2025-05-13T13:44:59.918" v="1"/>
          <ac:spMkLst>
            <pc:docMk/>
            <pc:sldMk cId="1473085176" sldId="2147481337"/>
            <ac:spMk id="5" creationId="{8F03241C-EC6E-7459-6AAA-1E7F9D6891D0}"/>
          </ac:spMkLst>
        </pc:spChg>
        <pc:spChg chg="mod">
          <ac:chgData name="Michael Sheerin" userId="24c474cc-4036-43ee-85c2-fbd343330b3b" providerId="ADAL" clId="{26FB75FF-C8B5-4E49-B5DF-41EED14842CC}" dt="2025-05-13T13:44:59.918" v="1"/>
          <ac:spMkLst>
            <pc:docMk/>
            <pc:sldMk cId="1473085176" sldId="2147481337"/>
            <ac:spMk id="7" creationId="{EFAE2BB8-5709-DEA9-D379-9BC18B3C75C2}"/>
          </ac:spMkLst>
        </pc:spChg>
        <pc:spChg chg="mod">
          <ac:chgData name="Michael Sheerin" userId="24c474cc-4036-43ee-85c2-fbd343330b3b" providerId="ADAL" clId="{26FB75FF-C8B5-4E49-B5DF-41EED14842CC}" dt="2025-05-13T13:44:59.918" v="1"/>
          <ac:spMkLst>
            <pc:docMk/>
            <pc:sldMk cId="1473085176" sldId="2147481337"/>
            <ac:spMk id="11" creationId="{8B084B14-0468-5262-65A1-9742D504D7D8}"/>
          </ac:spMkLst>
        </pc:spChg>
        <pc:spChg chg="mod">
          <ac:chgData name="Michael Sheerin" userId="24c474cc-4036-43ee-85c2-fbd343330b3b" providerId="ADAL" clId="{26FB75FF-C8B5-4E49-B5DF-41EED14842CC}" dt="2025-05-13T13:44:59.918" v="1"/>
          <ac:spMkLst>
            <pc:docMk/>
            <pc:sldMk cId="1473085176" sldId="2147481337"/>
            <ac:spMk id="12" creationId="{55991A53-530F-016E-3720-ADF4971443FA}"/>
          </ac:spMkLst>
        </pc:spChg>
        <pc:spChg chg="mod">
          <ac:chgData name="Michael Sheerin" userId="24c474cc-4036-43ee-85c2-fbd343330b3b" providerId="ADAL" clId="{26FB75FF-C8B5-4E49-B5DF-41EED14842CC}" dt="2025-05-13T13:44:59.918" v="1"/>
          <ac:spMkLst>
            <pc:docMk/>
            <pc:sldMk cId="1473085176" sldId="2147481337"/>
            <ac:spMk id="15" creationId="{DDCBA847-7D0B-D941-5469-CC2021CFF292}"/>
          </ac:spMkLst>
        </pc:spChg>
        <pc:spChg chg="mod">
          <ac:chgData name="Michael Sheerin" userId="24c474cc-4036-43ee-85c2-fbd343330b3b" providerId="ADAL" clId="{26FB75FF-C8B5-4E49-B5DF-41EED14842CC}" dt="2025-05-13T13:44:59.918" v="1"/>
          <ac:spMkLst>
            <pc:docMk/>
            <pc:sldMk cId="1473085176" sldId="2147481337"/>
            <ac:spMk id="19" creationId="{9D071390-9D17-4594-E870-69E5017CEC8B}"/>
          </ac:spMkLst>
        </pc:spChg>
        <pc:spChg chg="mod">
          <ac:chgData name="Michael Sheerin" userId="24c474cc-4036-43ee-85c2-fbd343330b3b" providerId="ADAL" clId="{26FB75FF-C8B5-4E49-B5DF-41EED14842CC}" dt="2025-05-13T13:44:59.918" v="1"/>
          <ac:spMkLst>
            <pc:docMk/>
            <pc:sldMk cId="1473085176" sldId="2147481337"/>
            <ac:spMk id="22" creationId="{299B2127-F7F8-847B-CE12-85347D7DE946}"/>
          </ac:spMkLst>
        </pc:spChg>
        <pc:spChg chg="mod">
          <ac:chgData name="Michael Sheerin" userId="24c474cc-4036-43ee-85c2-fbd343330b3b" providerId="ADAL" clId="{26FB75FF-C8B5-4E49-B5DF-41EED14842CC}" dt="2025-05-13T13:44:59.918" v="1"/>
          <ac:spMkLst>
            <pc:docMk/>
            <pc:sldMk cId="1473085176" sldId="2147481337"/>
            <ac:spMk id="25" creationId="{0ED51AA2-EF08-9FB3-B310-7B922E8A1059}"/>
          </ac:spMkLst>
        </pc:spChg>
        <pc:spChg chg="mod">
          <ac:chgData name="Michael Sheerin" userId="24c474cc-4036-43ee-85c2-fbd343330b3b" providerId="ADAL" clId="{26FB75FF-C8B5-4E49-B5DF-41EED14842CC}" dt="2025-05-13T13:44:59.918" v="1"/>
          <ac:spMkLst>
            <pc:docMk/>
            <pc:sldMk cId="1473085176" sldId="2147481337"/>
            <ac:spMk id="28" creationId="{ED3AB23C-9D1D-A66E-A029-A46D1087AF55}"/>
          </ac:spMkLst>
        </pc:spChg>
        <pc:spChg chg="add mod">
          <ac:chgData name="Michael Sheerin" userId="24c474cc-4036-43ee-85c2-fbd343330b3b" providerId="ADAL" clId="{26FB75FF-C8B5-4E49-B5DF-41EED14842CC}" dt="2025-05-13T13:44:59.918" v="1"/>
          <ac:spMkLst>
            <pc:docMk/>
            <pc:sldMk cId="1473085176" sldId="2147481337"/>
            <ac:spMk id="29" creationId="{8F977A23-C2A3-5B2B-494D-FF1B5244ECCA}"/>
          </ac:spMkLst>
        </pc:spChg>
        <pc:spChg chg="add mod">
          <ac:chgData name="Michael Sheerin" userId="24c474cc-4036-43ee-85c2-fbd343330b3b" providerId="ADAL" clId="{26FB75FF-C8B5-4E49-B5DF-41EED14842CC}" dt="2025-05-13T13:44:59.918" v="1"/>
          <ac:spMkLst>
            <pc:docMk/>
            <pc:sldMk cId="1473085176" sldId="2147481337"/>
            <ac:spMk id="30" creationId="{B5C1E2B9-E7F3-1676-16DA-D36938476DD1}"/>
          </ac:spMkLst>
        </pc:spChg>
        <pc:spChg chg="add mod">
          <ac:chgData name="Michael Sheerin" userId="24c474cc-4036-43ee-85c2-fbd343330b3b" providerId="ADAL" clId="{26FB75FF-C8B5-4E49-B5DF-41EED14842CC}" dt="2025-05-13T13:44:59.918" v="1"/>
          <ac:spMkLst>
            <pc:docMk/>
            <pc:sldMk cId="1473085176" sldId="2147481337"/>
            <ac:spMk id="31" creationId="{496BF213-D231-644F-D113-7F8A7178B145}"/>
          </ac:spMkLst>
        </pc:spChg>
        <pc:spChg chg="mod">
          <ac:chgData name="Michael Sheerin" userId="24c474cc-4036-43ee-85c2-fbd343330b3b" providerId="ADAL" clId="{26FB75FF-C8B5-4E49-B5DF-41EED14842CC}" dt="2025-05-13T13:44:59.918" v="1"/>
          <ac:spMkLst>
            <pc:docMk/>
            <pc:sldMk cId="1473085176" sldId="2147481337"/>
            <ac:spMk id="34" creationId="{805FBB91-227E-E0D1-47B1-569FB7F6A412}"/>
          </ac:spMkLst>
        </pc:spChg>
        <pc:spChg chg="mod">
          <ac:chgData name="Michael Sheerin" userId="24c474cc-4036-43ee-85c2-fbd343330b3b" providerId="ADAL" clId="{26FB75FF-C8B5-4E49-B5DF-41EED14842CC}" dt="2025-05-13T13:44:59.918" v="1"/>
          <ac:spMkLst>
            <pc:docMk/>
            <pc:sldMk cId="1473085176" sldId="2147481337"/>
            <ac:spMk id="35" creationId="{B7B2DC40-E26A-F523-A3D3-1BA15EE1EBFD}"/>
          </ac:spMkLst>
        </pc:spChg>
        <pc:spChg chg="mod">
          <ac:chgData name="Michael Sheerin" userId="24c474cc-4036-43ee-85c2-fbd343330b3b" providerId="ADAL" clId="{26FB75FF-C8B5-4E49-B5DF-41EED14842CC}" dt="2025-05-13T13:44:59.918" v="1"/>
          <ac:spMkLst>
            <pc:docMk/>
            <pc:sldMk cId="1473085176" sldId="2147481337"/>
            <ac:spMk id="39" creationId="{6A220555-F40E-3047-53E8-37F0318933BB}"/>
          </ac:spMkLst>
        </pc:spChg>
        <pc:spChg chg="mod">
          <ac:chgData name="Michael Sheerin" userId="24c474cc-4036-43ee-85c2-fbd343330b3b" providerId="ADAL" clId="{26FB75FF-C8B5-4E49-B5DF-41EED14842CC}" dt="2025-05-13T13:44:59.918" v="1"/>
          <ac:spMkLst>
            <pc:docMk/>
            <pc:sldMk cId="1473085176" sldId="2147481337"/>
            <ac:spMk id="40" creationId="{8A2EB7D9-9CA5-5206-8D3F-E23B9EFF71F3}"/>
          </ac:spMkLst>
        </pc:spChg>
        <pc:spChg chg="mod">
          <ac:chgData name="Michael Sheerin" userId="24c474cc-4036-43ee-85c2-fbd343330b3b" providerId="ADAL" clId="{26FB75FF-C8B5-4E49-B5DF-41EED14842CC}" dt="2025-05-13T13:44:59.918" v="1"/>
          <ac:spMkLst>
            <pc:docMk/>
            <pc:sldMk cId="1473085176" sldId="2147481337"/>
            <ac:spMk id="41" creationId="{19B1274E-8D9D-E7A3-A4A3-D1C6BF4D42F9}"/>
          </ac:spMkLst>
        </pc:spChg>
        <pc:spChg chg="mod">
          <ac:chgData name="Michael Sheerin" userId="24c474cc-4036-43ee-85c2-fbd343330b3b" providerId="ADAL" clId="{26FB75FF-C8B5-4E49-B5DF-41EED14842CC}" dt="2025-05-13T13:44:59.918" v="1"/>
          <ac:spMkLst>
            <pc:docMk/>
            <pc:sldMk cId="1473085176" sldId="2147481337"/>
            <ac:spMk id="42" creationId="{34EAB424-D935-2BC5-0BDF-ECB154ABC0C6}"/>
          </ac:spMkLst>
        </pc:spChg>
        <pc:spChg chg="mod">
          <ac:chgData name="Michael Sheerin" userId="24c474cc-4036-43ee-85c2-fbd343330b3b" providerId="ADAL" clId="{26FB75FF-C8B5-4E49-B5DF-41EED14842CC}" dt="2025-05-13T13:44:59.918" v="1"/>
          <ac:spMkLst>
            <pc:docMk/>
            <pc:sldMk cId="1473085176" sldId="2147481337"/>
            <ac:spMk id="43" creationId="{80ADED84-FE76-E5B6-C8C2-CD1A51DD68D7}"/>
          </ac:spMkLst>
        </pc:spChg>
        <pc:spChg chg="mod">
          <ac:chgData name="Michael Sheerin" userId="24c474cc-4036-43ee-85c2-fbd343330b3b" providerId="ADAL" clId="{26FB75FF-C8B5-4E49-B5DF-41EED14842CC}" dt="2025-05-13T13:44:59.918" v="1"/>
          <ac:spMkLst>
            <pc:docMk/>
            <pc:sldMk cId="1473085176" sldId="2147481337"/>
            <ac:spMk id="44" creationId="{1F6CE2F8-F257-8034-FEBA-A00235867F87}"/>
          </ac:spMkLst>
        </pc:spChg>
        <pc:spChg chg="add mod">
          <ac:chgData name="Michael Sheerin" userId="24c474cc-4036-43ee-85c2-fbd343330b3b" providerId="ADAL" clId="{26FB75FF-C8B5-4E49-B5DF-41EED14842CC}" dt="2025-05-13T13:44:59.918" v="1"/>
          <ac:spMkLst>
            <pc:docMk/>
            <pc:sldMk cId="1473085176" sldId="2147481337"/>
            <ac:spMk id="45" creationId="{9D5FF4D1-6C65-343B-1A29-1A0211AD730C}"/>
          </ac:spMkLst>
        </pc:spChg>
        <pc:spChg chg="mod">
          <ac:chgData name="Michael Sheerin" userId="24c474cc-4036-43ee-85c2-fbd343330b3b" providerId="ADAL" clId="{26FB75FF-C8B5-4E49-B5DF-41EED14842CC}" dt="2025-05-13T13:44:59.918" v="1"/>
          <ac:spMkLst>
            <pc:docMk/>
            <pc:sldMk cId="1473085176" sldId="2147481337"/>
            <ac:spMk id="48" creationId="{15979E2B-F298-3CA3-C349-C05512AC7D08}"/>
          </ac:spMkLst>
        </pc:spChg>
        <pc:spChg chg="mod">
          <ac:chgData name="Michael Sheerin" userId="24c474cc-4036-43ee-85c2-fbd343330b3b" providerId="ADAL" clId="{26FB75FF-C8B5-4E49-B5DF-41EED14842CC}" dt="2025-05-13T13:44:59.918" v="1"/>
          <ac:spMkLst>
            <pc:docMk/>
            <pc:sldMk cId="1473085176" sldId="2147481337"/>
            <ac:spMk id="49" creationId="{3A6D133D-A1D2-A01A-57F7-9270AF1EAE71}"/>
          </ac:spMkLst>
        </pc:spChg>
        <pc:spChg chg="mod">
          <ac:chgData name="Michael Sheerin" userId="24c474cc-4036-43ee-85c2-fbd343330b3b" providerId="ADAL" clId="{26FB75FF-C8B5-4E49-B5DF-41EED14842CC}" dt="2025-05-13T13:44:59.918" v="1"/>
          <ac:spMkLst>
            <pc:docMk/>
            <pc:sldMk cId="1473085176" sldId="2147481337"/>
            <ac:spMk id="53" creationId="{6E64AE2B-73BF-1821-5527-A47B659D77A9}"/>
          </ac:spMkLst>
        </pc:spChg>
        <pc:spChg chg="mod">
          <ac:chgData name="Michael Sheerin" userId="24c474cc-4036-43ee-85c2-fbd343330b3b" providerId="ADAL" clId="{26FB75FF-C8B5-4E49-B5DF-41EED14842CC}" dt="2025-05-13T13:44:59.918" v="1"/>
          <ac:spMkLst>
            <pc:docMk/>
            <pc:sldMk cId="1473085176" sldId="2147481337"/>
            <ac:spMk id="54" creationId="{92C37B79-0712-9746-6CF0-725C4B74FD05}"/>
          </ac:spMkLst>
        </pc:spChg>
        <pc:spChg chg="mod">
          <ac:chgData name="Michael Sheerin" userId="24c474cc-4036-43ee-85c2-fbd343330b3b" providerId="ADAL" clId="{26FB75FF-C8B5-4E49-B5DF-41EED14842CC}" dt="2025-05-13T13:44:59.918" v="1"/>
          <ac:spMkLst>
            <pc:docMk/>
            <pc:sldMk cId="1473085176" sldId="2147481337"/>
            <ac:spMk id="55" creationId="{0E87FF8F-BBC7-DC94-AB28-E97D18C8B6A7}"/>
          </ac:spMkLst>
        </pc:spChg>
        <pc:spChg chg="mod">
          <ac:chgData name="Michael Sheerin" userId="24c474cc-4036-43ee-85c2-fbd343330b3b" providerId="ADAL" clId="{26FB75FF-C8B5-4E49-B5DF-41EED14842CC}" dt="2025-05-13T13:44:59.918" v="1"/>
          <ac:spMkLst>
            <pc:docMk/>
            <pc:sldMk cId="1473085176" sldId="2147481337"/>
            <ac:spMk id="56" creationId="{727CF021-C814-845F-9261-C089CD34857B}"/>
          </ac:spMkLst>
        </pc:spChg>
        <pc:spChg chg="mod">
          <ac:chgData name="Michael Sheerin" userId="24c474cc-4036-43ee-85c2-fbd343330b3b" providerId="ADAL" clId="{26FB75FF-C8B5-4E49-B5DF-41EED14842CC}" dt="2025-05-13T13:44:59.918" v="1"/>
          <ac:spMkLst>
            <pc:docMk/>
            <pc:sldMk cId="1473085176" sldId="2147481337"/>
            <ac:spMk id="57" creationId="{87DE0FD8-44D4-57B5-BA27-9786CDA9113B}"/>
          </ac:spMkLst>
        </pc:spChg>
        <pc:spChg chg="mod">
          <ac:chgData name="Michael Sheerin" userId="24c474cc-4036-43ee-85c2-fbd343330b3b" providerId="ADAL" clId="{26FB75FF-C8B5-4E49-B5DF-41EED14842CC}" dt="2025-05-13T13:44:59.918" v="1"/>
          <ac:spMkLst>
            <pc:docMk/>
            <pc:sldMk cId="1473085176" sldId="2147481337"/>
            <ac:spMk id="58" creationId="{53823934-AAF7-E7B1-2C00-BC589C4DC46C}"/>
          </ac:spMkLst>
        </pc:spChg>
        <pc:spChg chg="mod">
          <ac:chgData name="Michael Sheerin" userId="24c474cc-4036-43ee-85c2-fbd343330b3b" providerId="ADAL" clId="{26FB75FF-C8B5-4E49-B5DF-41EED14842CC}" dt="2025-05-13T13:44:59.918" v="1"/>
          <ac:spMkLst>
            <pc:docMk/>
            <pc:sldMk cId="1473085176" sldId="2147481337"/>
            <ac:spMk id="61" creationId="{FF5AFE65-0837-B826-DD0A-4B2F9BE191DA}"/>
          </ac:spMkLst>
        </pc:spChg>
        <pc:spChg chg="add mod">
          <ac:chgData name="Michael Sheerin" userId="24c474cc-4036-43ee-85c2-fbd343330b3b" providerId="ADAL" clId="{26FB75FF-C8B5-4E49-B5DF-41EED14842CC}" dt="2025-05-13T13:44:59.918" v="1"/>
          <ac:spMkLst>
            <pc:docMk/>
            <pc:sldMk cId="1473085176" sldId="2147481337"/>
            <ac:spMk id="62" creationId="{3401AA06-EAA2-9CD5-A874-A5CAF4601A71}"/>
          </ac:spMkLst>
        </pc:spChg>
        <pc:spChg chg="add mod">
          <ac:chgData name="Michael Sheerin" userId="24c474cc-4036-43ee-85c2-fbd343330b3b" providerId="ADAL" clId="{26FB75FF-C8B5-4E49-B5DF-41EED14842CC}" dt="2025-05-13T13:44:59.918" v="1"/>
          <ac:spMkLst>
            <pc:docMk/>
            <pc:sldMk cId="1473085176" sldId="2147481337"/>
            <ac:spMk id="63" creationId="{3B283967-E29E-774E-DB73-2CDEDFCF3B90}"/>
          </ac:spMkLst>
        </pc:spChg>
        <pc:spChg chg="mod">
          <ac:chgData name="Michael Sheerin" userId="24c474cc-4036-43ee-85c2-fbd343330b3b" providerId="ADAL" clId="{26FB75FF-C8B5-4E49-B5DF-41EED14842CC}" dt="2025-05-13T13:44:59.918" v="1"/>
          <ac:spMkLst>
            <pc:docMk/>
            <pc:sldMk cId="1473085176" sldId="2147481337"/>
            <ac:spMk id="65" creationId="{266E8D86-2834-9752-DB6B-F20B6D19E799}"/>
          </ac:spMkLst>
        </pc:spChg>
        <pc:spChg chg="mod">
          <ac:chgData name="Michael Sheerin" userId="24c474cc-4036-43ee-85c2-fbd343330b3b" providerId="ADAL" clId="{26FB75FF-C8B5-4E49-B5DF-41EED14842CC}" dt="2025-05-13T13:44:59.918" v="1"/>
          <ac:spMkLst>
            <pc:docMk/>
            <pc:sldMk cId="1473085176" sldId="2147481337"/>
            <ac:spMk id="68" creationId="{A5A50EEA-34CE-C411-7FB8-0FBA3D9DCF0F}"/>
          </ac:spMkLst>
        </pc:spChg>
        <pc:spChg chg="mod">
          <ac:chgData name="Michael Sheerin" userId="24c474cc-4036-43ee-85c2-fbd343330b3b" providerId="ADAL" clId="{26FB75FF-C8B5-4E49-B5DF-41EED14842CC}" dt="2025-05-13T13:44:59.918" v="1"/>
          <ac:spMkLst>
            <pc:docMk/>
            <pc:sldMk cId="1473085176" sldId="2147481337"/>
            <ac:spMk id="71" creationId="{7527A40C-37DC-1FF2-E6F2-76CD695AD5D8}"/>
          </ac:spMkLst>
        </pc:spChg>
        <pc:spChg chg="mod">
          <ac:chgData name="Michael Sheerin" userId="24c474cc-4036-43ee-85c2-fbd343330b3b" providerId="ADAL" clId="{26FB75FF-C8B5-4E49-B5DF-41EED14842CC}" dt="2025-05-13T13:44:59.918" v="1"/>
          <ac:spMkLst>
            <pc:docMk/>
            <pc:sldMk cId="1473085176" sldId="2147481337"/>
            <ac:spMk id="74" creationId="{56AC8081-B2F1-06C5-F01D-130A80A1B349}"/>
          </ac:spMkLst>
        </pc:spChg>
        <pc:spChg chg="mod">
          <ac:chgData name="Michael Sheerin" userId="24c474cc-4036-43ee-85c2-fbd343330b3b" providerId="ADAL" clId="{26FB75FF-C8B5-4E49-B5DF-41EED14842CC}" dt="2025-05-13T13:44:59.918" v="1"/>
          <ac:spMkLst>
            <pc:docMk/>
            <pc:sldMk cId="1473085176" sldId="2147481337"/>
            <ac:spMk id="77" creationId="{F96AB474-3BDB-A2ED-CCDF-B9333140AC0B}"/>
          </ac:spMkLst>
        </pc:spChg>
        <pc:spChg chg="mod">
          <ac:chgData name="Michael Sheerin" userId="24c474cc-4036-43ee-85c2-fbd343330b3b" providerId="ADAL" clId="{26FB75FF-C8B5-4E49-B5DF-41EED14842CC}" dt="2025-05-13T13:44:59.918" v="1"/>
          <ac:spMkLst>
            <pc:docMk/>
            <pc:sldMk cId="1473085176" sldId="2147481337"/>
            <ac:spMk id="80" creationId="{B4999470-719A-2641-83AB-104C439E1A5D}"/>
          </ac:spMkLst>
        </pc:spChg>
        <pc:spChg chg="mod">
          <ac:chgData name="Michael Sheerin" userId="24c474cc-4036-43ee-85c2-fbd343330b3b" providerId="ADAL" clId="{26FB75FF-C8B5-4E49-B5DF-41EED14842CC}" dt="2025-05-13T13:44:59.918" v="1"/>
          <ac:spMkLst>
            <pc:docMk/>
            <pc:sldMk cId="1473085176" sldId="2147481337"/>
            <ac:spMk id="83" creationId="{96BF840A-AA81-8060-DD86-B21098624627}"/>
          </ac:spMkLst>
        </pc:spChg>
        <pc:spChg chg="mod">
          <ac:chgData name="Michael Sheerin" userId="24c474cc-4036-43ee-85c2-fbd343330b3b" providerId="ADAL" clId="{26FB75FF-C8B5-4E49-B5DF-41EED14842CC}" dt="2025-05-13T13:44:59.918" v="1"/>
          <ac:spMkLst>
            <pc:docMk/>
            <pc:sldMk cId="1473085176" sldId="2147481337"/>
            <ac:spMk id="86" creationId="{DD5437AA-DFEC-2EFC-9C6F-3F74EC57F51E}"/>
          </ac:spMkLst>
        </pc:spChg>
        <pc:spChg chg="mod">
          <ac:chgData name="Michael Sheerin" userId="24c474cc-4036-43ee-85c2-fbd343330b3b" providerId="ADAL" clId="{26FB75FF-C8B5-4E49-B5DF-41EED14842CC}" dt="2025-05-13T13:44:59.918" v="1"/>
          <ac:spMkLst>
            <pc:docMk/>
            <pc:sldMk cId="1473085176" sldId="2147481337"/>
            <ac:spMk id="89" creationId="{8C44DE38-7B26-D4E6-5761-73AB9AD5A9B8}"/>
          </ac:spMkLst>
        </pc:spChg>
        <pc:spChg chg="mod">
          <ac:chgData name="Michael Sheerin" userId="24c474cc-4036-43ee-85c2-fbd343330b3b" providerId="ADAL" clId="{26FB75FF-C8B5-4E49-B5DF-41EED14842CC}" dt="2025-05-13T13:44:59.918" v="1"/>
          <ac:spMkLst>
            <pc:docMk/>
            <pc:sldMk cId="1473085176" sldId="2147481337"/>
            <ac:spMk id="92" creationId="{EBACC4B8-554A-E430-DA78-F43D51E027A6}"/>
          </ac:spMkLst>
        </pc:spChg>
        <pc:spChg chg="mod">
          <ac:chgData name="Michael Sheerin" userId="24c474cc-4036-43ee-85c2-fbd343330b3b" providerId="ADAL" clId="{26FB75FF-C8B5-4E49-B5DF-41EED14842CC}" dt="2025-05-13T13:44:59.918" v="1"/>
          <ac:spMkLst>
            <pc:docMk/>
            <pc:sldMk cId="1473085176" sldId="2147481337"/>
            <ac:spMk id="95" creationId="{4FF260B3-2532-A243-051B-BC78555F4DE5}"/>
          </ac:spMkLst>
        </pc:spChg>
        <pc:spChg chg="mod">
          <ac:chgData name="Michael Sheerin" userId="24c474cc-4036-43ee-85c2-fbd343330b3b" providerId="ADAL" clId="{26FB75FF-C8B5-4E49-B5DF-41EED14842CC}" dt="2025-05-13T13:44:59.918" v="1"/>
          <ac:spMkLst>
            <pc:docMk/>
            <pc:sldMk cId="1473085176" sldId="2147481337"/>
            <ac:spMk id="98" creationId="{7401BA92-6E65-ECFA-27A4-7C6A7C33C090}"/>
          </ac:spMkLst>
        </pc:spChg>
        <pc:spChg chg="mod">
          <ac:chgData name="Michael Sheerin" userId="24c474cc-4036-43ee-85c2-fbd343330b3b" providerId="ADAL" clId="{26FB75FF-C8B5-4E49-B5DF-41EED14842CC}" dt="2025-05-13T13:44:59.918" v="1"/>
          <ac:spMkLst>
            <pc:docMk/>
            <pc:sldMk cId="1473085176" sldId="2147481337"/>
            <ac:spMk id="101" creationId="{D8980D50-FDD4-86D0-0C91-0A4180318C2A}"/>
          </ac:spMkLst>
        </pc:spChg>
        <pc:spChg chg="mod">
          <ac:chgData name="Michael Sheerin" userId="24c474cc-4036-43ee-85c2-fbd343330b3b" providerId="ADAL" clId="{26FB75FF-C8B5-4E49-B5DF-41EED14842CC}" dt="2025-05-13T13:44:59.918" v="1"/>
          <ac:spMkLst>
            <pc:docMk/>
            <pc:sldMk cId="1473085176" sldId="2147481337"/>
            <ac:spMk id="104" creationId="{D880082A-5E9B-A106-20CF-4A698AEBD4A1}"/>
          </ac:spMkLst>
        </pc:spChg>
        <pc:spChg chg="mod">
          <ac:chgData name="Michael Sheerin" userId="24c474cc-4036-43ee-85c2-fbd343330b3b" providerId="ADAL" clId="{26FB75FF-C8B5-4E49-B5DF-41EED14842CC}" dt="2025-05-13T13:44:59.918" v="1"/>
          <ac:spMkLst>
            <pc:docMk/>
            <pc:sldMk cId="1473085176" sldId="2147481337"/>
            <ac:spMk id="107" creationId="{3538E7A9-A1D1-3C46-8E10-B2E435A1C601}"/>
          </ac:spMkLst>
        </pc:spChg>
        <pc:spChg chg="mod">
          <ac:chgData name="Michael Sheerin" userId="24c474cc-4036-43ee-85c2-fbd343330b3b" providerId="ADAL" clId="{26FB75FF-C8B5-4E49-B5DF-41EED14842CC}" dt="2025-05-13T13:44:59.918" v="1"/>
          <ac:spMkLst>
            <pc:docMk/>
            <pc:sldMk cId="1473085176" sldId="2147481337"/>
            <ac:spMk id="111" creationId="{D3F24088-57FB-8BA8-E419-6CB1C9211D70}"/>
          </ac:spMkLst>
        </pc:spChg>
        <pc:spChg chg="mod">
          <ac:chgData name="Michael Sheerin" userId="24c474cc-4036-43ee-85c2-fbd343330b3b" providerId="ADAL" clId="{26FB75FF-C8B5-4E49-B5DF-41EED14842CC}" dt="2025-05-13T13:44:59.918" v="1"/>
          <ac:spMkLst>
            <pc:docMk/>
            <pc:sldMk cId="1473085176" sldId="2147481337"/>
            <ac:spMk id="112" creationId="{DB5B676B-3222-310A-F98B-3F998DCB7350}"/>
          </ac:spMkLst>
        </pc:spChg>
        <pc:spChg chg="add mod">
          <ac:chgData name="Michael Sheerin" userId="24c474cc-4036-43ee-85c2-fbd343330b3b" providerId="ADAL" clId="{26FB75FF-C8B5-4E49-B5DF-41EED14842CC}" dt="2025-05-13T13:44:59.918" v="1"/>
          <ac:spMkLst>
            <pc:docMk/>
            <pc:sldMk cId="1473085176" sldId="2147481337"/>
            <ac:spMk id="114" creationId="{C39218C6-8685-AE11-DD00-CF83A68CCFA8}"/>
          </ac:spMkLst>
        </pc:spChg>
        <pc:spChg chg="add mod">
          <ac:chgData name="Michael Sheerin" userId="24c474cc-4036-43ee-85c2-fbd343330b3b" providerId="ADAL" clId="{26FB75FF-C8B5-4E49-B5DF-41EED14842CC}" dt="2025-05-13T13:44:59.918" v="1"/>
          <ac:spMkLst>
            <pc:docMk/>
            <pc:sldMk cId="1473085176" sldId="2147481337"/>
            <ac:spMk id="115" creationId="{66156A61-7D5F-16D4-26B2-0977AD176FF2}"/>
          </ac:spMkLst>
        </pc:spChg>
        <pc:spChg chg="add mod">
          <ac:chgData name="Michael Sheerin" userId="24c474cc-4036-43ee-85c2-fbd343330b3b" providerId="ADAL" clId="{26FB75FF-C8B5-4E49-B5DF-41EED14842CC}" dt="2025-05-13T13:44:59.918" v="1"/>
          <ac:spMkLst>
            <pc:docMk/>
            <pc:sldMk cId="1473085176" sldId="2147481337"/>
            <ac:spMk id="116" creationId="{CE61CA52-65D8-F176-4837-D07AB1A34B92}"/>
          </ac:spMkLst>
        </pc:spChg>
        <pc:spChg chg="mod">
          <ac:chgData name="Michael Sheerin" userId="24c474cc-4036-43ee-85c2-fbd343330b3b" providerId="ADAL" clId="{26FB75FF-C8B5-4E49-B5DF-41EED14842CC}" dt="2025-05-13T13:44:59.918" v="1"/>
          <ac:spMkLst>
            <pc:docMk/>
            <pc:sldMk cId="1473085176" sldId="2147481337"/>
            <ac:spMk id="119" creationId="{8C827D6E-75E3-CFC6-3987-3AAA6F8BD7CE}"/>
          </ac:spMkLst>
        </pc:spChg>
        <pc:spChg chg="add mod">
          <ac:chgData name="Michael Sheerin" userId="24c474cc-4036-43ee-85c2-fbd343330b3b" providerId="ADAL" clId="{26FB75FF-C8B5-4E49-B5DF-41EED14842CC}" dt="2025-05-13T13:44:59.918" v="1"/>
          <ac:spMkLst>
            <pc:docMk/>
            <pc:sldMk cId="1473085176" sldId="2147481337"/>
            <ac:spMk id="120" creationId="{26FE2F78-FA59-93DE-1564-BDF9214BF1FE}"/>
          </ac:spMkLst>
        </pc:spChg>
        <pc:spChg chg="add mod">
          <ac:chgData name="Michael Sheerin" userId="24c474cc-4036-43ee-85c2-fbd343330b3b" providerId="ADAL" clId="{26FB75FF-C8B5-4E49-B5DF-41EED14842CC}" dt="2025-05-13T13:44:59.918" v="1"/>
          <ac:spMkLst>
            <pc:docMk/>
            <pc:sldMk cId="1473085176" sldId="2147481337"/>
            <ac:spMk id="121" creationId="{A0DAD401-65AB-1779-1D96-5A75C9F6044F}"/>
          </ac:spMkLst>
        </pc:spChg>
        <pc:spChg chg="add mod">
          <ac:chgData name="Michael Sheerin" userId="24c474cc-4036-43ee-85c2-fbd343330b3b" providerId="ADAL" clId="{26FB75FF-C8B5-4E49-B5DF-41EED14842CC}" dt="2025-05-13T13:44:59.918" v="1"/>
          <ac:spMkLst>
            <pc:docMk/>
            <pc:sldMk cId="1473085176" sldId="2147481337"/>
            <ac:spMk id="122" creationId="{645B8B8C-B5D0-8234-1528-2E934D2A67B0}"/>
          </ac:spMkLst>
        </pc:spChg>
        <pc:spChg chg="add mod">
          <ac:chgData name="Michael Sheerin" userId="24c474cc-4036-43ee-85c2-fbd343330b3b" providerId="ADAL" clId="{26FB75FF-C8B5-4E49-B5DF-41EED14842CC}" dt="2025-05-13T13:44:59.918" v="1"/>
          <ac:spMkLst>
            <pc:docMk/>
            <pc:sldMk cId="1473085176" sldId="2147481337"/>
            <ac:spMk id="123" creationId="{CE50A41E-746B-9D2C-F062-9E99A5EE32BD}"/>
          </ac:spMkLst>
        </pc:spChg>
        <pc:spChg chg="add mod">
          <ac:chgData name="Michael Sheerin" userId="24c474cc-4036-43ee-85c2-fbd343330b3b" providerId="ADAL" clId="{26FB75FF-C8B5-4E49-B5DF-41EED14842CC}" dt="2025-05-13T13:44:59.918" v="1"/>
          <ac:spMkLst>
            <pc:docMk/>
            <pc:sldMk cId="1473085176" sldId="2147481337"/>
            <ac:spMk id="124" creationId="{2CEE9848-9BBD-3270-1A3F-4C20112EAEA0}"/>
          </ac:spMkLst>
        </pc:spChg>
        <pc:spChg chg="add mod">
          <ac:chgData name="Michael Sheerin" userId="24c474cc-4036-43ee-85c2-fbd343330b3b" providerId="ADAL" clId="{26FB75FF-C8B5-4E49-B5DF-41EED14842CC}" dt="2025-05-13T13:44:59.918" v="1"/>
          <ac:spMkLst>
            <pc:docMk/>
            <pc:sldMk cId="1473085176" sldId="2147481337"/>
            <ac:spMk id="125" creationId="{7D1DDA45-EE40-7F57-89B2-D664CC4D890F}"/>
          </ac:spMkLst>
        </pc:spChg>
        <pc:spChg chg="add mod">
          <ac:chgData name="Michael Sheerin" userId="24c474cc-4036-43ee-85c2-fbd343330b3b" providerId="ADAL" clId="{26FB75FF-C8B5-4E49-B5DF-41EED14842CC}" dt="2025-05-13T13:44:59.918" v="1"/>
          <ac:spMkLst>
            <pc:docMk/>
            <pc:sldMk cId="1473085176" sldId="2147481337"/>
            <ac:spMk id="126" creationId="{6399C155-6D6E-72CF-B223-6F44D4FBE01D}"/>
          </ac:spMkLst>
        </pc:spChg>
        <pc:spChg chg="add mod">
          <ac:chgData name="Michael Sheerin" userId="24c474cc-4036-43ee-85c2-fbd343330b3b" providerId="ADAL" clId="{26FB75FF-C8B5-4E49-B5DF-41EED14842CC}" dt="2025-05-13T13:44:59.918" v="1"/>
          <ac:spMkLst>
            <pc:docMk/>
            <pc:sldMk cId="1473085176" sldId="2147481337"/>
            <ac:spMk id="127" creationId="{E5DC0606-DCB0-E37E-9158-7838C6C2626C}"/>
          </ac:spMkLst>
        </pc:spChg>
        <pc:spChg chg="add mod">
          <ac:chgData name="Michael Sheerin" userId="24c474cc-4036-43ee-85c2-fbd343330b3b" providerId="ADAL" clId="{26FB75FF-C8B5-4E49-B5DF-41EED14842CC}" dt="2025-05-13T13:44:59.918" v="1"/>
          <ac:spMkLst>
            <pc:docMk/>
            <pc:sldMk cId="1473085176" sldId="2147481337"/>
            <ac:spMk id="128" creationId="{A314BA14-CCCF-B287-79BB-FD0B5A800F09}"/>
          </ac:spMkLst>
        </pc:spChg>
        <pc:spChg chg="add mod">
          <ac:chgData name="Michael Sheerin" userId="24c474cc-4036-43ee-85c2-fbd343330b3b" providerId="ADAL" clId="{26FB75FF-C8B5-4E49-B5DF-41EED14842CC}" dt="2025-05-13T13:44:59.918" v="1"/>
          <ac:spMkLst>
            <pc:docMk/>
            <pc:sldMk cId="1473085176" sldId="2147481337"/>
            <ac:spMk id="130" creationId="{2B7E5485-0DF7-F796-95BF-0196DBB391C1}"/>
          </ac:spMkLst>
        </pc:spChg>
        <pc:spChg chg="add mod">
          <ac:chgData name="Michael Sheerin" userId="24c474cc-4036-43ee-85c2-fbd343330b3b" providerId="ADAL" clId="{26FB75FF-C8B5-4E49-B5DF-41EED14842CC}" dt="2025-05-13T13:44:59.918" v="1"/>
          <ac:spMkLst>
            <pc:docMk/>
            <pc:sldMk cId="1473085176" sldId="2147481337"/>
            <ac:spMk id="131" creationId="{B32B4766-7D5A-EE86-C279-88CB78595626}"/>
          </ac:spMkLst>
        </pc:spChg>
        <pc:spChg chg="mod">
          <ac:chgData name="Michael Sheerin" userId="24c474cc-4036-43ee-85c2-fbd343330b3b" providerId="ADAL" clId="{26FB75FF-C8B5-4E49-B5DF-41EED14842CC}" dt="2025-05-13T13:44:59.918" v="1"/>
          <ac:spMkLst>
            <pc:docMk/>
            <pc:sldMk cId="1473085176" sldId="2147481337"/>
            <ac:spMk id="139" creationId="{9569A38E-A6A9-BEFF-EE7D-EB6C635845AF}"/>
          </ac:spMkLst>
        </pc:spChg>
        <pc:grpChg chg="add mod">
          <ac:chgData name="Michael Sheerin" userId="24c474cc-4036-43ee-85c2-fbd343330b3b" providerId="ADAL" clId="{26FB75FF-C8B5-4E49-B5DF-41EED14842CC}" dt="2025-05-13T13:44:59.918" v="1"/>
          <ac:grpSpMkLst>
            <pc:docMk/>
            <pc:sldMk cId="1473085176" sldId="2147481337"/>
            <ac:grpSpMk id="6" creationId="{F50AC836-B074-1B25-5AEA-107632BB4C87}"/>
          </ac:grpSpMkLst>
        </pc:grpChg>
        <pc:grpChg chg="add mod">
          <ac:chgData name="Michael Sheerin" userId="24c474cc-4036-43ee-85c2-fbd343330b3b" providerId="ADAL" clId="{26FB75FF-C8B5-4E49-B5DF-41EED14842CC}" dt="2025-05-13T13:44:59.918" v="1"/>
          <ac:grpSpMkLst>
            <pc:docMk/>
            <pc:sldMk cId="1473085176" sldId="2147481337"/>
            <ac:grpSpMk id="9" creationId="{78282AB4-6132-A16A-0A28-E94D41A140C0}"/>
          </ac:grpSpMkLst>
        </pc:grpChg>
        <pc:grpChg chg="mod">
          <ac:chgData name="Michael Sheerin" userId="24c474cc-4036-43ee-85c2-fbd343330b3b" providerId="ADAL" clId="{26FB75FF-C8B5-4E49-B5DF-41EED14842CC}" dt="2025-05-13T13:44:59.918" v="1"/>
          <ac:grpSpMkLst>
            <pc:docMk/>
            <pc:sldMk cId="1473085176" sldId="2147481337"/>
            <ac:grpSpMk id="10" creationId="{A3F663B2-8B22-4002-27A8-D799D1067B7C}"/>
          </ac:grpSpMkLst>
        </pc:grpChg>
        <pc:grpChg chg="add mod">
          <ac:chgData name="Michael Sheerin" userId="24c474cc-4036-43ee-85c2-fbd343330b3b" providerId="ADAL" clId="{26FB75FF-C8B5-4E49-B5DF-41EED14842CC}" dt="2025-05-13T13:44:59.918" v="1"/>
          <ac:grpSpMkLst>
            <pc:docMk/>
            <pc:sldMk cId="1473085176" sldId="2147481337"/>
            <ac:grpSpMk id="14" creationId="{11309C8C-074B-2E79-2A7D-B02F83430496}"/>
          </ac:grpSpMkLst>
        </pc:grpChg>
        <pc:grpChg chg="add mod">
          <ac:chgData name="Michael Sheerin" userId="24c474cc-4036-43ee-85c2-fbd343330b3b" providerId="ADAL" clId="{26FB75FF-C8B5-4E49-B5DF-41EED14842CC}" dt="2025-05-13T13:44:59.918" v="1"/>
          <ac:grpSpMkLst>
            <pc:docMk/>
            <pc:sldMk cId="1473085176" sldId="2147481337"/>
            <ac:grpSpMk id="17" creationId="{F2C4FB73-3D9D-AB13-7DB1-2BFA5FDD3F07}"/>
          </ac:grpSpMkLst>
        </pc:grpChg>
        <pc:grpChg chg="add mod">
          <ac:chgData name="Michael Sheerin" userId="24c474cc-4036-43ee-85c2-fbd343330b3b" providerId="ADAL" clId="{26FB75FF-C8B5-4E49-B5DF-41EED14842CC}" dt="2025-05-13T13:44:59.918" v="1"/>
          <ac:grpSpMkLst>
            <pc:docMk/>
            <pc:sldMk cId="1473085176" sldId="2147481337"/>
            <ac:grpSpMk id="20" creationId="{5BB8E638-FF52-0984-1550-2503E0463782}"/>
          </ac:grpSpMkLst>
        </pc:grpChg>
        <pc:grpChg chg="add mod">
          <ac:chgData name="Michael Sheerin" userId="24c474cc-4036-43ee-85c2-fbd343330b3b" providerId="ADAL" clId="{26FB75FF-C8B5-4E49-B5DF-41EED14842CC}" dt="2025-05-13T13:44:59.918" v="1"/>
          <ac:grpSpMkLst>
            <pc:docMk/>
            <pc:sldMk cId="1473085176" sldId="2147481337"/>
            <ac:grpSpMk id="23" creationId="{D73B4836-260B-190E-BF96-D8A7E0A715E7}"/>
          </ac:grpSpMkLst>
        </pc:grpChg>
        <pc:grpChg chg="add mod">
          <ac:chgData name="Michael Sheerin" userId="24c474cc-4036-43ee-85c2-fbd343330b3b" providerId="ADAL" clId="{26FB75FF-C8B5-4E49-B5DF-41EED14842CC}" dt="2025-05-13T13:44:59.918" v="1"/>
          <ac:grpSpMkLst>
            <pc:docMk/>
            <pc:sldMk cId="1473085176" sldId="2147481337"/>
            <ac:grpSpMk id="26" creationId="{7C292F45-19B4-CEC4-BE8C-0C4595D55839}"/>
          </ac:grpSpMkLst>
        </pc:grpChg>
        <pc:grpChg chg="add mod">
          <ac:chgData name="Michael Sheerin" userId="24c474cc-4036-43ee-85c2-fbd343330b3b" providerId="ADAL" clId="{26FB75FF-C8B5-4E49-B5DF-41EED14842CC}" dt="2025-05-13T13:44:59.918" v="1"/>
          <ac:grpSpMkLst>
            <pc:docMk/>
            <pc:sldMk cId="1473085176" sldId="2147481337"/>
            <ac:grpSpMk id="32" creationId="{9958E26F-63D8-65C6-AA6B-00FE88095261}"/>
          </ac:grpSpMkLst>
        </pc:grpChg>
        <pc:grpChg chg="mod">
          <ac:chgData name="Michael Sheerin" userId="24c474cc-4036-43ee-85c2-fbd343330b3b" providerId="ADAL" clId="{26FB75FF-C8B5-4E49-B5DF-41EED14842CC}" dt="2025-05-13T13:44:59.918" v="1"/>
          <ac:grpSpMkLst>
            <pc:docMk/>
            <pc:sldMk cId="1473085176" sldId="2147481337"/>
            <ac:grpSpMk id="33" creationId="{14528A79-E032-0F00-E1A0-EC53E656359B}"/>
          </ac:grpSpMkLst>
        </pc:grpChg>
        <pc:grpChg chg="mod">
          <ac:chgData name="Michael Sheerin" userId="24c474cc-4036-43ee-85c2-fbd343330b3b" providerId="ADAL" clId="{26FB75FF-C8B5-4E49-B5DF-41EED14842CC}" dt="2025-05-13T13:44:59.918" v="1"/>
          <ac:grpSpMkLst>
            <pc:docMk/>
            <pc:sldMk cId="1473085176" sldId="2147481337"/>
            <ac:grpSpMk id="36" creationId="{64D95824-B6D0-302F-8A2B-16A542500816}"/>
          </ac:grpSpMkLst>
        </pc:grpChg>
        <pc:grpChg chg="mod">
          <ac:chgData name="Michael Sheerin" userId="24c474cc-4036-43ee-85c2-fbd343330b3b" providerId="ADAL" clId="{26FB75FF-C8B5-4E49-B5DF-41EED14842CC}" dt="2025-05-13T13:44:59.918" v="1"/>
          <ac:grpSpMkLst>
            <pc:docMk/>
            <pc:sldMk cId="1473085176" sldId="2147481337"/>
            <ac:grpSpMk id="37" creationId="{DA1B868A-92CE-9EF4-E73B-920D333347FD}"/>
          </ac:grpSpMkLst>
        </pc:grpChg>
        <pc:grpChg chg="mod">
          <ac:chgData name="Michael Sheerin" userId="24c474cc-4036-43ee-85c2-fbd343330b3b" providerId="ADAL" clId="{26FB75FF-C8B5-4E49-B5DF-41EED14842CC}" dt="2025-05-13T13:44:59.918" v="1"/>
          <ac:grpSpMkLst>
            <pc:docMk/>
            <pc:sldMk cId="1473085176" sldId="2147481337"/>
            <ac:grpSpMk id="38" creationId="{49E13D3A-4B29-B475-143A-50BD5FB7FBF6}"/>
          </ac:grpSpMkLst>
        </pc:grpChg>
        <pc:grpChg chg="add mod">
          <ac:chgData name="Michael Sheerin" userId="24c474cc-4036-43ee-85c2-fbd343330b3b" providerId="ADAL" clId="{26FB75FF-C8B5-4E49-B5DF-41EED14842CC}" dt="2025-05-13T13:44:59.918" v="1"/>
          <ac:grpSpMkLst>
            <pc:docMk/>
            <pc:sldMk cId="1473085176" sldId="2147481337"/>
            <ac:grpSpMk id="46" creationId="{F2472986-9C49-9E68-D4E3-DCB5432C47A4}"/>
          </ac:grpSpMkLst>
        </pc:grpChg>
        <pc:grpChg chg="mod">
          <ac:chgData name="Michael Sheerin" userId="24c474cc-4036-43ee-85c2-fbd343330b3b" providerId="ADAL" clId="{26FB75FF-C8B5-4E49-B5DF-41EED14842CC}" dt="2025-05-13T13:44:59.918" v="1"/>
          <ac:grpSpMkLst>
            <pc:docMk/>
            <pc:sldMk cId="1473085176" sldId="2147481337"/>
            <ac:grpSpMk id="47" creationId="{A638B9C0-4FBD-982B-D862-69287BDD304E}"/>
          </ac:grpSpMkLst>
        </pc:grpChg>
        <pc:grpChg chg="mod">
          <ac:chgData name="Michael Sheerin" userId="24c474cc-4036-43ee-85c2-fbd343330b3b" providerId="ADAL" clId="{26FB75FF-C8B5-4E49-B5DF-41EED14842CC}" dt="2025-05-13T13:44:59.918" v="1"/>
          <ac:grpSpMkLst>
            <pc:docMk/>
            <pc:sldMk cId="1473085176" sldId="2147481337"/>
            <ac:grpSpMk id="50" creationId="{87C5850C-A120-6810-5AA7-EED8340016EA}"/>
          </ac:grpSpMkLst>
        </pc:grpChg>
        <pc:grpChg chg="mod">
          <ac:chgData name="Michael Sheerin" userId="24c474cc-4036-43ee-85c2-fbd343330b3b" providerId="ADAL" clId="{26FB75FF-C8B5-4E49-B5DF-41EED14842CC}" dt="2025-05-13T13:44:59.918" v="1"/>
          <ac:grpSpMkLst>
            <pc:docMk/>
            <pc:sldMk cId="1473085176" sldId="2147481337"/>
            <ac:grpSpMk id="51" creationId="{200FCA6C-D6C8-F867-88A0-966EC0A10FA5}"/>
          </ac:grpSpMkLst>
        </pc:grpChg>
        <pc:grpChg chg="mod">
          <ac:chgData name="Michael Sheerin" userId="24c474cc-4036-43ee-85c2-fbd343330b3b" providerId="ADAL" clId="{26FB75FF-C8B5-4E49-B5DF-41EED14842CC}" dt="2025-05-13T13:44:59.918" v="1"/>
          <ac:grpSpMkLst>
            <pc:docMk/>
            <pc:sldMk cId="1473085176" sldId="2147481337"/>
            <ac:grpSpMk id="52" creationId="{710D3334-BA6D-81A6-B019-DBD2E4E3429C}"/>
          </ac:grpSpMkLst>
        </pc:grpChg>
        <pc:grpChg chg="add mod">
          <ac:chgData name="Michael Sheerin" userId="24c474cc-4036-43ee-85c2-fbd343330b3b" providerId="ADAL" clId="{26FB75FF-C8B5-4E49-B5DF-41EED14842CC}" dt="2025-05-13T13:44:59.918" v="1"/>
          <ac:grpSpMkLst>
            <pc:docMk/>
            <pc:sldMk cId="1473085176" sldId="2147481337"/>
            <ac:grpSpMk id="59" creationId="{6923D7B0-3CA8-08AA-8B2C-DE2E08C5C88D}"/>
          </ac:grpSpMkLst>
        </pc:grpChg>
        <pc:grpChg chg="add mod">
          <ac:chgData name="Michael Sheerin" userId="24c474cc-4036-43ee-85c2-fbd343330b3b" providerId="ADAL" clId="{26FB75FF-C8B5-4E49-B5DF-41EED14842CC}" dt="2025-05-13T13:44:59.918" v="1"/>
          <ac:grpSpMkLst>
            <pc:docMk/>
            <pc:sldMk cId="1473085176" sldId="2147481337"/>
            <ac:grpSpMk id="64" creationId="{EAB84291-61BA-5AAB-0472-8667B80112F9}"/>
          </ac:grpSpMkLst>
        </pc:grpChg>
        <pc:grpChg chg="add mod">
          <ac:chgData name="Michael Sheerin" userId="24c474cc-4036-43ee-85c2-fbd343330b3b" providerId="ADAL" clId="{26FB75FF-C8B5-4E49-B5DF-41EED14842CC}" dt="2025-05-13T13:44:59.918" v="1"/>
          <ac:grpSpMkLst>
            <pc:docMk/>
            <pc:sldMk cId="1473085176" sldId="2147481337"/>
            <ac:grpSpMk id="67" creationId="{02DF6C18-4B55-CC99-4E42-0EBAD6A5DFAC}"/>
          </ac:grpSpMkLst>
        </pc:grpChg>
        <pc:grpChg chg="add mod">
          <ac:chgData name="Michael Sheerin" userId="24c474cc-4036-43ee-85c2-fbd343330b3b" providerId="ADAL" clId="{26FB75FF-C8B5-4E49-B5DF-41EED14842CC}" dt="2025-05-13T13:44:59.918" v="1"/>
          <ac:grpSpMkLst>
            <pc:docMk/>
            <pc:sldMk cId="1473085176" sldId="2147481337"/>
            <ac:grpSpMk id="70" creationId="{4E9C04E4-4749-99AA-13F4-A452558F93FC}"/>
          </ac:grpSpMkLst>
        </pc:grpChg>
        <pc:grpChg chg="add mod">
          <ac:chgData name="Michael Sheerin" userId="24c474cc-4036-43ee-85c2-fbd343330b3b" providerId="ADAL" clId="{26FB75FF-C8B5-4E49-B5DF-41EED14842CC}" dt="2025-05-13T13:44:59.918" v="1"/>
          <ac:grpSpMkLst>
            <pc:docMk/>
            <pc:sldMk cId="1473085176" sldId="2147481337"/>
            <ac:grpSpMk id="73" creationId="{88C4526A-2B73-98B9-963F-2F529160BC66}"/>
          </ac:grpSpMkLst>
        </pc:grpChg>
        <pc:grpChg chg="add mod">
          <ac:chgData name="Michael Sheerin" userId="24c474cc-4036-43ee-85c2-fbd343330b3b" providerId="ADAL" clId="{26FB75FF-C8B5-4E49-B5DF-41EED14842CC}" dt="2025-05-13T13:44:59.918" v="1"/>
          <ac:grpSpMkLst>
            <pc:docMk/>
            <pc:sldMk cId="1473085176" sldId="2147481337"/>
            <ac:grpSpMk id="76" creationId="{85E8F730-3FD1-6A4F-6F1C-9D0356238D61}"/>
          </ac:grpSpMkLst>
        </pc:grpChg>
        <pc:grpChg chg="add mod">
          <ac:chgData name="Michael Sheerin" userId="24c474cc-4036-43ee-85c2-fbd343330b3b" providerId="ADAL" clId="{26FB75FF-C8B5-4E49-B5DF-41EED14842CC}" dt="2025-05-13T13:44:59.918" v="1"/>
          <ac:grpSpMkLst>
            <pc:docMk/>
            <pc:sldMk cId="1473085176" sldId="2147481337"/>
            <ac:grpSpMk id="79" creationId="{2690A3F7-4E4A-3401-B0CD-E63B306C7B33}"/>
          </ac:grpSpMkLst>
        </pc:grpChg>
        <pc:grpChg chg="add mod">
          <ac:chgData name="Michael Sheerin" userId="24c474cc-4036-43ee-85c2-fbd343330b3b" providerId="ADAL" clId="{26FB75FF-C8B5-4E49-B5DF-41EED14842CC}" dt="2025-05-13T13:44:59.918" v="1"/>
          <ac:grpSpMkLst>
            <pc:docMk/>
            <pc:sldMk cId="1473085176" sldId="2147481337"/>
            <ac:grpSpMk id="82" creationId="{AB1DE558-77BE-53B4-240C-2C437883D8F7}"/>
          </ac:grpSpMkLst>
        </pc:grpChg>
        <pc:grpChg chg="add mod">
          <ac:chgData name="Michael Sheerin" userId="24c474cc-4036-43ee-85c2-fbd343330b3b" providerId="ADAL" clId="{26FB75FF-C8B5-4E49-B5DF-41EED14842CC}" dt="2025-05-13T13:44:59.918" v="1"/>
          <ac:grpSpMkLst>
            <pc:docMk/>
            <pc:sldMk cId="1473085176" sldId="2147481337"/>
            <ac:grpSpMk id="85" creationId="{D8E0CD63-F189-6A73-724A-BCFBC761D696}"/>
          </ac:grpSpMkLst>
        </pc:grpChg>
        <pc:grpChg chg="add mod">
          <ac:chgData name="Michael Sheerin" userId="24c474cc-4036-43ee-85c2-fbd343330b3b" providerId="ADAL" clId="{26FB75FF-C8B5-4E49-B5DF-41EED14842CC}" dt="2025-05-13T13:44:59.918" v="1"/>
          <ac:grpSpMkLst>
            <pc:docMk/>
            <pc:sldMk cId="1473085176" sldId="2147481337"/>
            <ac:grpSpMk id="88" creationId="{65C927AF-F9EF-C127-3F0E-4EF3E1EDF487}"/>
          </ac:grpSpMkLst>
        </pc:grpChg>
        <pc:grpChg chg="add mod">
          <ac:chgData name="Michael Sheerin" userId="24c474cc-4036-43ee-85c2-fbd343330b3b" providerId="ADAL" clId="{26FB75FF-C8B5-4E49-B5DF-41EED14842CC}" dt="2025-05-13T13:44:59.918" v="1"/>
          <ac:grpSpMkLst>
            <pc:docMk/>
            <pc:sldMk cId="1473085176" sldId="2147481337"/>
            <ac:grpSpMk id="91" creationId="{8CF687ED-177F-87D5-3280-0E0509D7677B}"/>
          </ac:grpSpMkLst>
        </pc:grpChg>
        <pc:grpChg chg="add mod">
          <ac:chgData name="Michael Sheerin" userId="24c474cc-4036-43ee-85c2-fbd343330b3b" providerId="ADAL" clId="{26FB75FF-C8B5-4E49-B5DF-41EED14842CC}" dt="2025-05-13T13:44:59.918" v="1"/>
          <ac:grpSpMkLst>
            <pc:docMk/>
            <pc:sldMk cId="1473085176" sldId="2147481337"/>
            <ac:grpSpMk id="94" creationId="{CE01245D-A97D-37D2-A929-E52C34DDF62A}"/>
          </ac:grpSpMkLst>
        </pc:grpChg>
        <pc:grpChg chg="add mod">
          <ac:chgData name="Michael Sheerin" userId="24c474cc-4036-43ee-85c2-fbd343330b3b" providerId="ADAL" clId="{26FB75FF-C8B5-4E49-B5DF-41EED14842CC}" dt="2025-05-13T13:44:59.918" v="1"/>
          <ac:grpSpMkLst>
            <pc:docMk/>
            <pc:sldMk cId="1473085176" sldId="2147481337"/>
            <ac:grpSpMk id="97" creationId="{56C6A2C3-526D-3F89-270F-5D9A26CD6551}"/>
          </ac:grpSpMkLst>
        </pc:grpChg>
        <pc:grpChg chg="add mod">
          <ac:chgData name="Michael Sheerin" userId="24c474cc-4036-43ee-85c2-fbd343330b3b" providerId="ADAL" clId="{26FB75FF-C8B5-4E49-B5DF-41EED14842CC}" dt="2025-05-13T13:44:59.918" v="1"/>
          <ac:grpSpMkLst>
            <pc:docMk/>
            <pc:sldMk cId="1473085176" sldId="2147481337"/>
            <ac:grpSpMk id="100" creationId="{722FE0A0-A9C6-1890-22AA-1AF2772DC449}"/>
          </ac:grpSpMkLst>
        </pc:grpChg>
        <pc:grpChg chg="add mod">
          <ac:chgData name="Michael Sheerin" userId="24c474cc-4036-43ee-85c2-fbd343330b3b" providerId="ADAL" clId="{26FB75FF-C8B5-4E49-B5DF-41EED14842CC}" dt="2025-05-13T13:44:59.918" v="1"/>
          <ac:grpSpMkLst>
            <pc:docMk/>
            <pc:sldMk cId="1473085176" sldId="2147481337"/>
            <ac:grpSpMk id="103" creationId="{AE10CCAE-B456-93B5-9296-B8C2EA046C45}"/>
          </ac:grpSpMkLst>
        </pc:grpChg>
        <pc:grpChg chg="add mod">
          <ac:chgData name="Michael Sheerin" userId="24c474cc-4036-43ee-85c2-fbd343330b3b" providerId="ADAL" clId="{26FB75FF-C8B5-4E49-B5DF-41EED14842CC}" dt="2025-05-13T13:44:59.918" v="1"/>
          <ac:grpSpMkLst>
            <pc:docMk/>
            <pc:sldMk cId="1473085176" sldId="2147481337"/>
            <ac:grpSpMk id="106" creationId="{7F630285-FA08-C166-470A-35AC0C7A53FA}"/>
          </ac:grpSpMkLst>
        </pc:grpChg>
        <pc:grpChg chg="add mod">
          <ac:chgData name="Michael Sheerin" userId="24c474cc-4036-43ee-85c2-fbd343330b3b" providerId="ADAL" clId="{26FB75FF-C8B5-4E49-B5DF-41EED14842CC}" dt="2025-05-13T13:44:59.918" v="1"/>
          <ac:grpSpMkLst>
            <pc:docMk/>
            <pc:sldMk cId="1473085176" sldId="2147481337"/>
            <ac:grpSpMk id="109" creationId="{4D1E1C28-254D-B11B-EF10-EB1182144A49}"/>
          </ac:grpSpMkLst>
        </pc:grpChg>
        <pc:grpChg chg="mod">
          <ac:chgData name="Michael Sheerin" userId="24c474cc-4036-43ee-85c2-fbd343330b3b" providerId="ADAL" clId="{26FB75FF-C8B5-4E49-B5DF-41EED14842CC}" dt="2025-05-13T13:44:59.918" v="1"/>
          <ac:grpSpMkLst>
            <pc:docMk/>
            <pc:sldMk cId="1473085176" sldId="2147481337"/>
            <ac:grpSpMk id="110" creationId="{8C7C2616-CD4F-5B68-B7AF-B4E37FA36600}"/>
          </ac:grpSpMkLst>
        </pc:grpChg>
        <pc:grpChg chg="add mod">
          <ac:chgData name="Michael Sheerin" userId="24c474cc-4036-43ee-85c2-fbd343330b3b" providerId="ADAL" clId="{26FB75FF-C8B5-4E49-B5DF-41EED14842CC}" dt="2025-05-13T13:44:59.918" v="1"/>
          <ac:grpSpMkLst>
            <pc:docMk/>
            <pc:sldMk cId="1473085176" sldId="2147481337"/>
            <ac:grpSpMk id="117" creationId="{586767EC-3A48-DCCD-161C-230D05EF5F99}"/>
          </ac:grpSpMkLst>
        </pc:grpChg>
        <pc:grpChg chg="add mod">
          <ac:chgData name="Michael Sheerin" userId="24c474cc-4036-43ee-85c2-fbd343330b3b" providerId="ADAL" clId="{26FB75FF-C8B5-4E49-B5DF-41EED14842CC}" dt="2025-05-13T13:44:59.918" v="1"/>
          <ac:grpSpMkLst>
            <pc:docMk/>
            <pc:sldMk cId="1473085176" sldId="2147481337"/>
            <ac:grpSpMk id="137" creationId="{F624111E-1A1E-7A1E-CC42-E703C4698284}"/>
          </ac:grpSpMkLst>
        </pc:grpChg>
        <pc:picChg chg="mod">
          <ac:chgData name="Michael Sheerin" userId="24c474cc-4036-43ee-85c2-fbd343330b3b" providerId="ADAL" clId="{26FB75FF-C8B5-4E49-B5DF-41EED14842CC}" dt="2025-05-13T13:44:59.918" v="1"/>
          <ac:picMkLst>
            <pc:docMk/>
            <pc:sldMk cId="1473085176" sldId="2147481337"/>
            <ac:picMk id="8" creationId="{E9241F42-88B7-5AF2-E94F-132F742D0F36}"/>
          </ac:picMkLst>
        </pc:picChg>
        <pc:picChg chg="mod">
          <ac:chgData name="Michael Sheerin" userId="24c474cc-4036-43ee-85c2-fbd343330b3b" providerId="ADAL" clId="{26FB75FF-C8B5-4E49-B5DF-41EED14842CC}" dt="2025-05-13T13:44:59.918" v="1"/>
          <ac:picMkLst>
            <pc:docMk/>
            <pc:sldMk cId="1473085176" sldId="2147481337"/>
            <ac:picMk id="13" creationId="{FF7FFBC8-C0C7-5EC2-FF29-E82FD554D614}"/>
          </ac:picMkLst>
        </pc:picChg>
        <pc:picChg chg="mod">
          <ac:chgData name="Michael Sheerin" userId="24c474cc-4036-43ee-85c2-fbd343330b3b" providerId="ADAL" clId="{26FB75FF-C8B5-4E49-B5DF-41EED14842CC}" dt="2025-05-13T13:44:59.918" v="1"/>
          <ac:picMkLst>
            <pc:docMk/>
            <pc:sldMk cId="1473085176" sldId="2147481337"/>
            <ac:picMk id="16" creationId="{364C8216-EB3A-2BDE-C61E-2F859E4E6328}"/>
          </ac:picMkLst>
        </pc:picChg>
        <pc:picChg chg="mod">
          <ac:chgData name="Michael Sheerin" userId="24c474cc-4036-43ee-85c2-fbd343330b3b" providerId="ADAL" clId="{26FB75FF-C8B5-4E49-B5DF-41EED14842CC}" dt="2025-05-13T13:44:59.918" v="1"/>
          <ac:picMkLst>
            <pc:docMk/>
            <pc:sldMk cId="1473085176" sldId="2147481337"/>
            <ac:picMk id="18" creationId="{30975C4F-F23A-877C-B3E4-4AB37E561F53}"/>
          </ac:picMkLst>
        </pc:picChg>
        <pc:picChg chg="mod">
          <ac:chgData name="Michael Sheerin" userId="24c474cc-4036-43ee-85c2-fbd343330b3b" providerId="ADAL" clId="{26FB75FF-C8B5-4E49-B5DF-41EED14842CC}" dt="2025-05-13T13:44:59.918" v="1"/>
          <ac:picMkLst>
            <pc:docMk/>
            <pc:sldMk cId="1473085176" sldId="2147481337"/>
            <ac:picMk id="21" creationId="{EDDD56E3-C31F-10E6-DE4A-5F31EA09F294}"/>
          </ac:picMkLst>
        </pc:picChg>
        <pc:picChg chg="mod">
          <ac:chgData name="Michael Sheerin" userId="24c474cc-4036-43ee-85c2-fbd343330b3b" providerId="ADAL" clId="{26FB75FF-C8B5-4E49-B5DF-41EED14842CC}" dt="2025-05-13T13:44:59.918" v="1"/>
          <ac:picMkLst>
            <pc:docMk/>
            <pc:sldMk cId="1473085176" sldId="2147481337"/>
            <ac:picMk id="24" creationId="{E780E3B4-8C7A-1C74-BB33-AEFD53CE9A6D}"/>
          </ac:picMkLst>
        </pc:picChg>
        <pc:picChg chg="mod">
          <ac:chgData name="Michael Sheerin" userId="24c474cc-4036-43ee-85c2-fbd343330b3b" providerId="ADAL" clId="{26FB75FF-C8B5-4E49-B5DF-41EED14842CC}" dt="2025-05-13T13:44:59.918" v="1"/>
          <ac:picMkLst>
            <pc:docMk/>
            <pc:sldMk cId="1473085176" sldId="2147481337"/>
            <ac:picMk id="27" creationId="{14031CD5-7752-9989-479A-C3A13DCE1A2D}"/>
          </ac:picMkLst>
        </pc:picChg>
        <pc:picChg chg="mod">
          <ac:chgData name="Michael Sheerin" userId="24c474cc-4036-43ee-85c2-fbd343330b3b" providerId="ADAL" clId="{26FB75FF-C8B5-4E49-B5DF-41EED14842CC}" dt="2025-05-13T13:44:59.918" v="1"/>
          <ac:picMkLst>
            <pc:docMk/>
            <pc:sldMk cId="1473085176" sldId="2147481337"/>
            <ac:picMk id="60" creationId="{2EE86B40-68A9-129E-BE16-2FA848497A88}"/>
          </ac:picMkLst>
        </pc:picChg>
        <pc:picChg chg="mod">
          <ac:chgData name="Michael Sheerin" userId="24c474cc-4036-43ee-85c2-fbd343330b3b" providerId="ADAL" clId="{26FB75FF-C8B5-4E49-B5DF-41EED14842CC}" dt="2025-05-13T13:44:59.918" v="1"/>
          <ac:picMkLst>
            <pc:docMk/>
            <pc:sldMk cId="1473085176" sldId="2147481337"/>
            <ac:picMk id="66" creationId="{614D016B-7878-EF63-8310-B1EE53F3CC26}"/>
          </ac:picMkLst>
        </pc:picChg>
        <pc:picChg chg="mod">
          <ac:chgData name="Michael Sheerin" userId="24c474cc-4036-43ee-85c2-fbd343330b3b" providerId="ADAL" clId="{26FB75FF-C8B5-4E49-B5DF-41EED14842CC}" dt="2025-05-13T13:44:59.918" v="1"/>
          <ac:picMkLst>
            <pc:docMk/>
            <pc:sldMk cId="1473085176" sldId="2147481337"/>
            <ac:picMk id="69" creationId="{B0339D78-A1DA-4691-39F3-8F398F1156B8}"/>
          </ac:picMkLst>
        </pc:picChg>
        <pc:picChg chg="mod">
          <ac:chgData name="Michael Sheerin" userId="24c474cc-4036-43ee-85c2-fbd343330b3b" providerId="ADAL" clId="{26FB75FF-C8B5-4E49-B5DF-41EED14842CC}" dt="2025-05-13T13:44:59.918" v="1"/>
          <ac:picMkLst>
            <pc:docMk/>
            <pc:sldMk cId="1473085176" sldId="2147481337"/>
            <ac:picMk id="72" creationId="{A6EEAF78-6840-A6A7-D05C-E93B7B82ACFA}"/>
          </ac:picMkLst>
        </pc:picChg>
        <pc:picChg chg="mod">
          <ac:chgData name="Michael Sheerin" userId="24c474cc-4036-43ee-85c2-fbd343330b3b" providerId="ADAL" clId="{26FB75FF-C8B5-4E49-B5DF-41EED14842CC}" dt="2025-05-13T13:44:59.918" v="1"/>
          <ac:picMkLst>
            <pc:docMk/>
            <pc:sldMk cId="1473085176" sldId="2147481337"/>
            <ac:picMk id="75" creationId="{47E145DC-1074-62C7-7CE0-8E4E395D1470}"/>
          </ac:picMkLst>
        </pc:picChg>
        <pc:picChg chg="mod">
          <ac:chgData name="Michael Sheerin" userId="24c474cc-4036-43ee-85c2-fbd343330b3b" providerId="ADAL" clId="{26FB75FF-C8B5-4E49-B5DF-41EED14842CC}" dt="2025-05-13T13:44:59.918" v="1"/>
          <ac:picMkLst>
            <pc:docMk/>
            <pc:sldMk cId="1473085176" sldId="2147481337"/>
            <ac:picMk id="78" creationId="{E0B03289-FA26-0BC7-B271-B91F39A7E6D6}"/>
          </ac:picMkLst>
        </pc:picChg>
        <pc:picChg chg="mod">
          <ac:chgData name="Michael Sheerin" userId="24c474cc-4036-43ee-85c2-fbd343330b3b" providerId="ADAL" clId="{26FB75FF-C8B5-4E49-B5DF-41EED14842CC}" dt="2025-05-13T13:44:59.918" v="1"/>
          <ac:picMkLst>
            <pc:docMk/>
            <pc:sldMk cId="1473085176" sldId="2147481337"/>
            <ac:picMk id="81" creationId="{A685D930-BD39-069B-AD24-FC172B262EB4}"/>
          </ac:picMkLst>
        </pc:picChg>
        <pc:picChg chg="mod">
          <ac:chgData name="Michael Sheerin" userId="24c474cc-4036-43ee-85c2-fbd343330b3b" providerId="ADAL" clId="{26FB75FF-C8B5-4E49-B5DF-41EED14842CC}" dt="2025-05-13T13:44:59.918" v="1"/>
          <ac:picMkLst>
            <pc:docMk/>
            <pc:sldMk cId="1473085176" sldId="2147481337"/>
            <ac:picMk id="84" creationId="{C6E8976F-45B1-34CC-36D7-42697F40A517}"/>
          </ac:picMkLst>
        </pc:picChg>
        <pc:picChg chg="mod">
          <ac:chgData name="Michael Sheerin" userId="24c474cc-4036-43ee-85c2-fbd343330b3b" providerId="ADAL" clId="{26FB75FF-C8B5-4E49-B5DF-41EED14842CC}" dt="2025-05-13T13:44:59.918" v="1"/>
          <ac:picMkLst>
            <pc:docMk/>
            <pc:sldMk cId="1473085176" sldId="2147481337"/>
            <ac:picMk id="87" creationId="{7E2EB123-233A-19F6-ED8C-E80C436D60B7}"/>
          </ac:picMkLst>
        </pc:picChg>
        <pc:picChg chg="mod">
          <ac:chgData name="Michael Sheerin" userId="24c474cc-4036-43ee-85c2-fbd343330b3b" providerId="ADAL" clId="{26FB75FF-C8B5-4E49-B5DF-41EED14842CC}" dt="2025-05-13T13:44:59.918" v="1"/>
          <ac:picMkLst>
            <pc:docMk/>
            <pc:sldMk cId="1473085176" sldId="2147481337"/>
            <ac:picMk id="90" creationId="{BA1EF106-84FB-CAAF-8B66-55FB51907B27}"/>
          </ac:picMkLst>
        </pc:picChg>
        <pc:picChg chg="mod">
          <ac:chgData name="Michael Sheerin" userId="24c474cc-4036-43ee-85c2-fbd343330b3b" providerId="ADAL" clId="{26FB75FF-C8B5-4E49-B5DF-41EED14842CC}" dt="2025-05-13T13:44:59.918" v="1"/>
          <ac:picMkLst>
            <pc:docMk/>
            <pc:sldMk cId="1473085176" sldId="2147481337"/>
            <ac:picMk id="93" creationId="{6F9DEFE9-0885-84B5-837F-907FA76A41B4}"/>
          </ac:picMkLst>
        </pc:picChg>
        <pc:picChg chg="mod">
          <ac:chgData name="Michael Sheerin" userId="24c474cc-4036-43ee-85c2-fbd343330b3b" providerId="ADAL" clId="{26FB75FF-C8B5-4E49-B5DF-41EED14842CC}" dt="2025-05-13T13:44:59.918" v="1"/>
          <ac:picMkLst>
            <pc:docMk/>
            <pc:sldMk cId="1473085176" sldId="2147481337"/>
            <ac:picMk id="96" creationId="{59150709-B9D9-B7CA-6287-19676B6FD7F5}"/>
          </ac:picMkLst>
        </pc:picChg>
        <pc:picChg chg="mod">
          <ac:chgData name="Michael Sheerin" userId="24c474cc-4036-43ee-85c2-fbd343330b3b" providerId="ADAL" clId="{26FB75FF-C8B5-4E49-B5DF-41EED14842CC}" dt="2025-05-13T13:44:59.918" v="1"/>
          <ac:picMkLst>
            <pc:docMk/>
            <pc:sldMk cId="1473085176" sldId="2147481337"/>
            <ac:picMk id="99" creationId="{DD48A794-7C73-E08A-01A3-192047D4A659}"/>
          </ac:picMkLst>
        </pc:picChg>
        <pc:picChg chg="mod">
          <ac:chgData name="Michael Sheerin" userId="24c474cc-4036-43ee-85c2-fbd343330b3b" providerId="ADAL" clId="{26FB75FF-C8B5-4E49-B5DF-41EED14842CC}" dt="2025-05-13T13:44:59.918" v="1"/>
          <ac:picMkLst>
            <pc:docMk/>
            <pc:sldMk cId="1473085176" sldId="2147481337"/>
            <ac:picMk id="102" creationId="{007BE43D-76E1-08A6-6BAA-ACCF50F154A4}"/>
          </ac:picMkLst>
        </pc:picChg>
        <pc:picChg chg="mod">
          <ac:chgData name="Michael Sheerin" userId="24c474cc-4036-43ee-85c2-fbd343330b3b" providerId="ADAL" clId="{26FB75FF-C8B5-4E49-B5DF-41EED14842CC}" dt="2025-05-13T13:44:59.918" v="1"/>
          <ac:picMkLst>
            <pc:docMk/>
            <pc:sldMk cId="1473085176" sldId="2147481337"/>
            <ac:picMk id="105" creationId="{6A9A2277-BAD0-E71D-7C7A-AD68A9C9A484}"/>
          </ac:picMkLst>
        </pc:picChg>
        <pc:picChg chg="mod">
          <ac:chgData name="Michael Sheerin" userId="24c474cc-4036-43ee-85c2-fbd343330b3b" providerId="ADAL" clId="{26FB75FF-C8B5-4E49-B5DF-41EED14842CC}" dt="2025-05-13T13:44:59.918" v="1"/>
          <ac:picMkLst>
            <pc:docMk/>
            <pc:sldMk cId="1473085176" sldId="2147481337"/>
            <ac:picMk id="108" creationId="{4D4659E9-A4BF-36CA-B10C-674CEBF29248}"/>
          </ac:picMkLst>
        </pc:picChg>
        <pc:picChg chg="mod">
          <ac:chgData name="Michael Sheerin" userId="24c474cc-4036-43ee-85c2-fbd343330b3b" providerId="ADAL" clId="{26FB75FF-C8B5-4E49-B5DF-41EED14842CC}" dt="2025-05-13T13:44:59.918" v="1"/>
          <ac:picMkLst>
            <pc:docMk/>
            <pc:sldMk cId="1473085176" sldId="2147481337"/>
            <ac:picMk id="113" creationId="{95C710B4-57F2-79C5-A712-F258EAE58CC5}"/>
          </ac:picMkLst>
        </pc:picChg>
        <pc:picChg chg="mod">
          <ac:chgData name="Michael Sheerin" userId="24c474cc-4036-43ee-85c2-fbd343330b3b" providerId="ADAL" clId="{26FB75FF-C8B5-4E49-B5DF-41EED14842CC}" dt="2025-05-13T13:44:59.918" v="1"/>
          <ac:picMkLst>
            <pc:docMk/>
            <pc:sldMk cId="1473085176" sldId="2147481337"/>
            <ac:picMk id="118" creationId="{E01E2E30-1EB4-7826-0832-1B7F514C84D0}"/>
          </ac:picMkLst>
        </pc:picChg>
        <pc:picChg chg="add mod">
          <ac:chgData name="Michael Sheerin" userId="24c474cc-4036-43ee-85c2-fbd343330b3b" providerId="ADAL" clId="{26FB75FF-C8B5-4E49-B5DF-41EED14842CC}" dt="2025-05-13T13:44:59.918" v="1"/>
          <ac:picMkLst>
            <pc:docMk/>
            <pc:sldMk cId="1473085176" sldId="2147481337"/>
            <ac:picMk id="133" creationId="{1C0493CD-CAA9-2C7C-834F-43DFE7B9F83B}"/>
          </ac:picMkLst>
        </pc:picChg>
        <pc:picChg chg="add mod">
          <ac:chgData name="Michael Sheerin" userId="24c474cc-4036-43ee-85c2-fbd343330b3b" providerId="ADAL" clId="{26FB75FF-C8B5-4E49-B5DF-41EED14842CC}" dt="2025-05-13T13:44:59.918" v="1"/>
          <ac:picMkLst>
            <pc:docMk/>
            <pc:sldMk cId="1473085176" sldId="2147481337"/>
            <ac:picMk id="134" creationId="{79B28BD1-C137-86DC-B2FF-2602916587B4}"/>
          </ac:picMkLst>
        </pc:picChg>
        <pc:picChg chg="add mod">
          <ac:chgData name="Michael Sheerin" userId="24c474cc-4036-43ee-85c2-fbd343330b3b" providerId="ADAL" clId="{26FB75FF-C8B5-4E49-B5DF-41EED14842CC}" dt="2025-05-13T13:44:59.918" v="1"/>
          <ac:picMkLst>
            <pc:docMk/>
            <pc:sldMk cId="1473085176" sldId="2147481337"/>
            <ac:picMk id="135" creationId="{78492007-EECB-BEFD-A97F-A122576102D6}"/>
          </ac:picMkLst>
        </pc:picChg>
        <pc:picChg chg="add mod">
          <ac:chgData name="Michael Sheerin" userId="24c474cc-4036-43ee-85c2-fbd343330b3b" providerId="ADAL" clId="{26FB75FF-C8B5-4E49-B5DF-41EED14842CC}" dt="2025-05-13T13:44:59.918" v="1"/>
          <ac:picMkLst>
            <pc:docMk/>
            <pc:sldMk cId="1473085176" sldId="2147481337"/>
            <ac:picMk id="136" creationId="{781C0807-E789-7D4A-F8AF-6DD9E150B61B}"/>
          </ac:picMkLst>
        </pc:picChg>
        <pc:picChg chg="mod">
          <ac:chgData name="Michael Sheerin" userId="24c474cc-4036-43ee-85c2-fbd343330b3b" providerId="ADAL" clId="{26FB75FF-C8B5-4E49-B5DF-41EED14842CC}" dt="2025-05-13T13:44:59.918" v="1"/>
          <ac:picMkLst>
            <pc:docMk/>
            <pc:sldMk cId="1473085176" sldId="2147481337"/>
            <ac:picMk id="138" creationId="{7C44ED18-4B57-B7AD-4D9C-DF3D51E22CAA}"/>
          </ac:picMkLst>
        </pc:picChg>
        <pc:cxnChg chg="add mod">
          <ac:chgData name="Michael Sheerin" userId="24c474cc-4036-43ee-85c2-fbd343330b3b" providerId="ADAL" clId="{26FB75FF-C8B5-4E49-B5DF-41EED14842CC}" dt="2025-05-13T13:44:59.918" v="1"/>
          <ac:cxnSpMkLst>
            <pc:docMk/>
            <pc:sldMk cId="1473085176" sldId="2147481337"/>
            <ac:cxnSpMk id="129" creationId="{6A04D315-5023-44ED-4F4B-BE7BE12731A1}"/>
          </ac:cxnSpMkLst>
        </pc:cxnChg>
        <pc:cxnChg chg="add mod">
          <ac:chgData name="Michael Sheerin" userId="24c474cc-4036-43ee-85c2-fbd343330b3b" providerId="ADAL" clId="{26FB75FF-C8B5-4E49-B5DF-41EED14842CC}" dt="2025-05-13T13:44:59.918" v="1"/>
          <ac:cxnSpMkLst>
            <pc:docMk/>
            <pc:sldMk cId="1473085176" sldId="2147481337"/>
            <ac:cxnSpMk id="132" creationId="{39031BCE-90B1-8CAC-772A-4149544A59F2}"/>
          </ac:cxnSpMkLst>
        </pc:cxnChg>
      </pc:sldChg>
      <pc:sldChg chg="addSp delSp modSp new mod">
        <pc:chgData name="Michael Sheerin" userId="24c474cc-4036-43ee-85c2-fbd343330b3b" providerId="ADAL" clId="{26FB75FF-C8B5-4E49-B5DF-41EED14842CC}" dt="2025-05-13T14:14:39.831" v="999" actId="1036"/>
        <pc:sldMkLst>
          <pc:docMk/>
          <pc:sldMk cId="408808655" sldId="2147481338"/>
        </pc:sldMkLst>
        <pc:spChg chg="del">
          <ac:chgData name="Michael Sheerin" userId="24c474cc-4036-43ee-85c2-fbd343330b3b" providerId="ADAL" clId="{26FB75FF-C8B5-4E49-B5DF-41EED14842CC}" dt="2025-05-13T13:49:19.867" v="4" actId="478"/>
          <ac:spMkLst>
            <pc:docMk/>
            <pc:sldMk cId="408808655" sldId="2147481338"/>
            <ac:spMk id="2" creationId="{16501975-2B6C-4A14-FB63-00E10B448129}"/>
          </ac:spMkLst>
        </pc:spChg>
        <pc:spChg chg="del">
          <ac:chgData name="Michael Sheerin" userId="24c474cc-4036-43ee-85c2-fbd343330b3b" providerId="ADAL" clId="{26FB75FF-C8B5-4E49-B5DF-41EED14842CC}" dt="2025-05-13T13:49:19.867" v="4" actId="478"/>
          <ac:spMkLst>
            <pc:docMk/>
            <pc:sldMk cId="408808655" sldId="2147481338"/>
            <ac:spMk id="3" creationId="{B5B7ECB7-9120-C4E3-CD2F-8A5FB6F503D3}"/>
          </ac:spMkLst>
        </pc:spChg>
        <pc:spChg chg="mod">
          <ac:chgData name="Michael Sheerin" userId="24c474cc-4036-43ee-85c2-fbd343330b3b" providerId="ADAL" clId="{26FB75FF-C8B5-4E49-B5DF-41EED14842CC}" dt="2025-05-13T13:49:20.931" v="5"/>
          <ac:spMkLst>
            <pc:docMk/>
            <pc:sldMk cId="408808655" sldId="2147481338"/>
            <ac:spMk id="5" creationId="{82F6A662-2B90-BAC6-AAAD-D0C6E2BA7E26}"/>
          </ac:spMkLst>
        </pc:spChg>
        <pc:spChg chg="del mod topLvl">
          <ac:chgData name="Michael Sheerin" userId="24c474cc-4036-43ee-85c2-fbd343330b3b" providerId="ADAL" clId="{26FB75FF-C8B5-4E49-B5DF-41EED14842CC}" dt="2025-05-13T13:49:33.461" v="8" actId="478"/>
          <ac:spMkLst>
            <pc:docMk/>
            <pc:sldMk cId="408808655" sldId="2147481338"/>
            <ac:spMk id="9" creationId="{2D092E13-4D6F-39ED-0BC1-56EC3A136CA6}"/>
          </ac:spMkLst>
        </pc:spChg>
        <pc:spChg chg="mod topLvl">
          <ac:chgData name="Michael Sheerin" userId="24c474cc-4036-43ee-85c2-fbd343330b3b" providerId="ADAL" clId="{26FB75FF-C8B5-4E49-B5DF-41EED14842CC}" dt="2025-05-13T13:49:46.364" v="9" actId="14100"/>
          <ac:spMkLst>
            <pc:docMk/>
            <pc:sldMk cId="408808655" sldId="2147481338"/>
            <ac:spMk id="10" creationId="{615C7FA3-09DF-CA3B-9BAD-21329AE28613}"/>
          </ac:spMkLst>
        </pc:spChg>
        <pc:spChg chg="add mod">
          <ac:chgData name="Michael Sheerin" userId="24c474cc-4036-43ee-85c2-fbd343330b3b" providerId="ADAL" clId="{26FB75FF-C8B5-4E49-B5DF-41EED14842CC}" dt="2025-05-13T13:50:02.787" v="28" actId="1076"/>
          <ac:spMkLst>
            <pc:docMk/>
            <pc:sldMk cId="408808655" sldId="2147481338"/>
            <ac:spMk id="12" creationId="{A54D966E-57FC-4947-B376-5675B8D9EC78}"/>
          </ac:spMkLst>
        </pc:spChg>
        <pc:spChg chg="mod">
          <ac:chgData name="Michael Sheerin" userId="24c474cc-4036-43ee-85c2-fbd343330b3b" providerId="ADAL" clId="{26FB75FF-C8B5-4E49-B5DF-41EED14842CC}" dt="2025-05-13T13:50:08.395" v="29"/>
          <ac:spMkLst>
            <pc:docMk/>
            <pc:sldMk cId="408808655" sldId="2147481338"/>
            <ac:spMk id="14" creationId="{C6DD0038-5801-3B8A-0A2B-424CF760A6AE}"/>
          </ac:spMkLst>
        </pc:spChg>
        <pc:spChg chg="mod">
          <ac:chgData name="Michael Sheerin" userId="24c474cc-4036-43ee-85c2-fbd343330b3b" providerId="ADAL" clId="{26FB75FF-C8B5-4E49-B5DF-41EED14842CC}" dt="2025-05-13T13:50:08.395" v="29"/>
          <ac:spMkLst>
            <pc:docMk/>
            <pc:sldMk cId="408808655" sldId="2147481338"/>
            <ac:spMk id="15" creationId="{39AE15D1-26E6-DEC2-4BC7-F341E5DB0AED}"/>
          </ac:spMkLst>
        </pc:spChg>
        <pc:spChg chg="add mod">
          <ac:chgData name="Michael Sheerin" userId="24c474cc-4036-43ee-85c2-fbd343330b3b" providerId="ADAL" clId="{26FB75FF-C8B5-4E49-B5DF-41EED14842CC}" dt="2025-05-13T13:50:52.381" v="53" actId="1076"/>
          <ac:spMkLst>
            <pc:docMk/>
            <pc:sldMk cId="408808655" sldId="2147481338"/>
            <ac:spMk id="16" creationId="{1B4DAC57-882C-6537-0072-7097F5A05261}"/>
          </ac:spMkLst>
        </pc:spChg>
        <pc:spChg chg="add mod">
          <ac:chgData name="Michael Sheerin" userId="24c474cc-4036-43ee-85c2-fbd343330b3b" providerId="ADAL" clId="{26FB75FF-C8B5-4E49-B5DF-41EED14842CC}" dt="2025-05-13T13:51:08.490" v="55" actId="1076"/>
          <ac:spMkLst>
            <pc:docMk/>
            <pc:sldMk cId="408808655" sldId="2147481338"/>
            <ac:spMk id="17" creationId="{65B1ACC7-0E69-6435-33CE-3FA06C159CE6}"/>
          </ac:spMkLst>
        </pc:spChg>
        <pc:spChg chg="mod">
          <ac:chgData name="Michael Sheerin" userId="24c474cc-4036-43ee-85c2-fbd343330b3b" providerId="ADAL" clId="{26FB75FF-C8B5-4E49-B5DF-41EED14842CC}" dt="2025-05-13T13:51:32.190" v="56"/>
          <ac:spMkLst>
            <pc:docMk/>
            <pc:sldMk cId="408808655" sldId="2147481338"/>
            <ac:spMk id="19" creationId="{91A28E1F-176E-4599-B806-923B97809DA1}"/>
          </ac:spMkLst>
        </pc:spChg>
        <pc:spChg chg="mod">
          <ac:chgData name="Michael Sheerin" userId="24c474cc-4036-43ee-85c2-fbd343330b3b" providerId="ADAL" clId="{26FB75FF-C8B5-4E49-B5DF-41EED14842CC}" dt="2025-05-13T13:51:32.190" v="56"/>
          <ac:spMkLst>
            <pc:docMk/>
            <pc:sldMk cId="408808655" sldId="2147481338"/>
            <ac:spMk id="20" creationId="{872AC4F8-AB3D-4AF0-B8F8-E54FFF8053F0}"/>
          </ac:spMkLst>
        </pc:spChg>
        <pc:spChg chg="add mod">
          <ac:chgData name="Michael Sheerin" userId="24c474cc-4036-43ee-85c2-fbd343330b3b" providerId="ADAL" clId="{26FB75FF-C8B5-4E49-B5DF-41EED14842CC}" dt="2025-05-13T14:14:39.831" v="999" actId="1036"/>
          <ac:spMkLst>
            <pc:docMk/>
            <pc:sldMk cId="408808655" sldId="2147481338"/>
            <ac:spMk id="21" creationId="{BFE33F73-3F7B-B470-3096-CCD5ADC27A4A}"/>
          </ac:spMkLst>
        </pc:spChg>
        <pc:spChg chg="add mod">
          <ac:chgData name="Michael Sheerin" userId="24c474cc-4036-43ee-85c2-fbd343330b3b" providerId="ADAL" clId="{26FB75FF-C8B5-4E49-B5DF-41EED14842CC}" dt="2025-05-13T13:52:42.730" v="87" actId="164"/>
          <ac:spMkLst>
            <pc:docMk/>
            <pc:sldMk cId="408808655" sldId="2147481338"/>
            <ac:spMk id="22" creationId="{06699A60-351C-4A5D-858C-F3DD614BCA09}"/>
          </ac:spMkLst>
        </pc:spChg>
        <pc:spChg chg="add mod">
          <ac:chgData name="Michael Sheerin" userId="24c474cc-4036-43ee-85c2-fbd343330b3b" providerId="ADAL" clId="{26FB75FF-C8B5-4E49-B5DF-41EED14842CC}" dt="2025-05-13T13:52:42.730" v="87" actId="164"/>
          <ac:spMkLst>
            <pc:docMk/>
            <pc:sldMk cId="408808655" sldId="2147481338"/>
            <ac:spMk id="23" creationId="{F2AF0234-7818-A67D-85E1-4F108813A5C2}"/>
          </ac:spMkLst>
        </pc:spChg>
        <pc:spChg chg="add mod">
          <ac:chgData name="Michael Sheerin" userId="24c474cc-4036-43ee-85c2-fbd343330b3b" providerId="ADAL" clId="{26FB75FF-C8B5-4E49-B5DF-41EED14842CC}" dt="2025-05-13T13:52:42.730" v="87" actId="164"/>
          <ac:spMkLst>
            <pc:docMk/>
            <pc:sldMk cId="408808655" sldId="2147481338"/>
            <ac:spMk id="24" creationId="{B7B38E73-850C-FC26-9AA7-A9C43FDA5131}"/>
          </ac:spMkLst>
        </pc:spChg>
        <pc:spChg chg="add mod">
          <ac:chgData name="Michael Sheerin" userId="24c474cc-4036-43ee-85c2-fbd343330b3b" providerId="ADAL" clId="{26FB75FF-C8B5-4E49-B5DF-41EED14842CC}" dt="2025-05-13T13:52:42.730" v="87" actId="164"/>
          <ac:spMkLst>
            <pc:docMk/>
            <pc:sldMk cId="408808655" sldId="2147481338"/>
            <ac:spMk id="25" creationId="{FD4A0550-76D0-F896-9699-16E3E17AD957}"/>
          </ac:spMkLst>
        </pc:spChg>
        <pc:spChg chg="add mod">
          <ac:chgData name="Michael Sheerin" userId="24c474cc-4036-43ee-85c2-fbd343330b3b" providerId="ADAL" clId="{26FB75FF-C8B5-4E49-B5DF-41EED14842CC}" dt="2025-05-13T13:53:18.378" v="91" actId="164"/>
          <ac:spMkLst>
            <pc:docMk/>
            <pc:sldMk cId="408808655" sldId="2147481338"/>
            <ac:spMk id="27" creationId="{91991DF8-1CC1-401E-F3FB-7AE301EF0054}"/>
          </ac:spMkLst>
        </pc:spChg>
        <pc:spChg chg="add mod">
          <ac:chgData name="Michael Sheerin" userId="24c474cc-4036-43ee-85c2-fbd343330b3b" providerId="ADAL" clId="{26FB75FF-C8B5-4E49-B5DF-41EED14842CC}" dt="2025-05-13T13:53:18.378" v="91" actId="164"/>
          <ac:spMkLst>
            <pc:docMk/>
            <pc:sldMk cId="408808655" sldId="2147481338"/>
            <ac:spMk id="28" creationId="{FEBA6834-B89E-966A-5AED-B29352170263}"/>
          </ac:spMkLst>
        </pc:spChg>
        <pc:spChg chg="add mod">
          <ac:chgData name="Michael Sheerin" userId="24c474cc-4036-43ee-85c2-fbd343330b3b" providerId="ADAL" clId="{26FB75FF-C8B5-4E49-B5DF-41EED14842CC}" dt="2025-05-13T13:53:18.378" v="91" actId="164"/>
          <ac:spMkLst>
            <pc:docMk/>
            <pc:sldMk cId="408808655" sldId="2147481338"/>
            <ac:spMk id="29" creationId="{26D4B73A-10AF-5B65-2564-985CAE969936}"/>
          </ac:spMkLst>
        </pc:spChg>
        <pc:spChg chg="add mod">
          <ac:chgData name="Michael Sheerin" userId="24c474cc-4036-43ee-85c2-fbd343330b3b" providerId="ADAL" clId="{26FB75FF-C8B5-4E49-B5DF-41EED14842CC}" dt="2025-05-13T13:53:31.099" v="105" actId="1076"/>
          <ac:spMkLst>
            <pc:docMk/>
            <pc:sldMk cId="408808655" sldId="2147481338"/>
            <ac:spMk id="31" creationId="{146D55AE-AE33-27E0-D870-D56193C8EF18}"/>
          </ac:spMkLst>
        </pc:spChg>
        <pc:spChg chg="add mod">
          <ac:chgData name="Michael Sheerin" userId="24c474cc-4036-43ee-85c2-fbd343330b3b" providerId="ADAL" clId="{26FB75FF-C8B5-4E49-B5DF-41EED14842CC}" dt="2025-05-13T13:53:41.692" v="107" actId="1076"/>
          <ac:spMkLst>
            <pc:docMk/>
            <pc:sldMk cId="408808655" sldId="2147481338"/>
            <ac:spMk id="32" creationId="{0A8E441B-F775-2DEA-E9C1-EA0E9B36657F}"/>
          </ac:spMkLst>
        </pc:spChg>
        <pc:spChg chg="mod">
          <ac:chgData name="Michael Sheerin" userId="24c474cc-4036-43ee-85c2-fbd343330b3b" providerId="ADAL" clId="{26FB75FF-C8B5-4E49-B5DF-41EED14842CC}" dt="2025-05-13T13:53:44.445" v="108"/>
          <ac:spMkLst>
            <pc:docMk/>
            <pc:sldMk cId="408808655" sldId="2147481338"/>
            <ac:spMk id="34" creationId="{094FCF84-788E-0FEA-8795-628665339864}"/>
          </ac:spMkLst>
        </pc:spChg>
        <pc:spChg chg="mod">
          <ac:chgData name="Michael Sheerin" userId="24c474cc-4036-43ee-85c2-fbd343330b3b" providerId="ADAL" clId="{26FB75FF-C8B5-4E49-B5DF-41EED14842CC}" dt="2025-05-13T13:53:44.445" v="108"/>
          <ac:spMkLst>
            <pc:docMk/>
            <pc:sldMk cId="408808655" sldId="2147481338"/>
            <ac:spMk id="35" creationId="{FCF4EACB-D153-6028-6C42-543B81F36C8B}"/>
          </ac:spMkLst>
        </pc:spChg>
        <pc:spChg chg="add del mod">
          <ac:chgData name="Michael Sheerin" userId="24c474cc-4036-43ee-85c2-fbd343330b3b" providerId="ADAL" clId="{26FB75FF-C8B5-4E49-B5DF-41EED14842CC}" dt="2025-05-13T13:54:13" v="113"/>
          <ac:spMkLst>
            <pc:docMk/>
            <pc:sldMk cId="408808655" sldId="2147481338"/>
            <ac:spMk id="36" creationId="{DD3034FD-D209-6A08-1583-39AA58B855E9}"/>
          </ac:spMkLst>
        </pc:spChg>
        <pc:spChg chg="add del mod">
          <ac:chgData name="Michael Sheerin" userId="24c474cc-4036-43ee-85c2-fbd343330b3b" providerId="ADAL" clId="{26FB75FF-C8B5-4E49-B5DF-41EED14842CC}" dt="2025-05-13T13:54:13" v="113"/>
          <ac:spMkLst>
            <pc:docMk/>
            <pc:sldMk cId="408808655" sldId="2147481338"/>
            <ac:spMk id="37" creationId="{5FD2CCF0-53F0-A4A1-9A0A-B5B4F4FA9619}"/>
          </ac:spMkLst>
        </pc:spChg>
        <pc:spChg chg="add del mod">
          <ac:chgData name="Michael Sheerin" userId="24c474cc-4036-43ee-85c2-fbd343330b3b" providerId="ADAL" clId="{26FB75FF-C8B5-4E49-B5DF-41EED14842CC}" dt="2025-05-13T13:54:13" v="113"/>
          <ac:spMkLst>
            <pc:docMk/>
            <pc:sldMk cId="408808655" sldId="2147481338"/>
            <ac:spMk id="39" creationId="{5930DA3E-20E4-8C92-1243-D554D0BCEEB4}"/>
          </ac:spMkLst>
        </pc:spChg>
        <pc:spChg chg="add del mod">
          <ac:chgData name="Michael Sheerin" userId="24c474cc-4036-43ee-85c2-fbd343330b3b" providerId="ADAL" clId="{26FB75FF-C8B5-4E49-B5DF-41EED14842CC}" dt="2025-05-13T13:54:13" v="113"/>
          <ac:spMkLst>
            <pc:docMk/>
            <pc:sldMk cId="408808655" sldId="2147481338"/>
            <ac:spMk id="40" creationId="{B826E191-3D05-C5D0-950C-26C158CB1798}"/>
          </ac:spMkLst>
        </pc:spChg>
        <pc:spChg chg="add mod">
          <ac:chgData name="Michael Sheerin" userId="24c474cc-4036-43ee-85c2-fbd343330b3b" providerId="ADAL" clId="{26FB75FF-C8B5-4E49-B5DF-41EED14842CC}" dt="2025-05-13T13:54:16.932" v="115" actId="164"/>
          <ac:spMkLst>
            <pc:docMk/>
            <pc:sldMk cId="408808655" sldId="2147481338"/>
            <ac:spMk id="42" creationId="{BE15E1F6-170A-1FEE-C5BE-C8896E6895E5}"/>
          </ac:spMkLst>
        </pc:spChg>
        <pc:spChg chg="add mod">
          <ac:chgData name="Michael Sheerin" userId="24c474cc-4036-43ee-85c2-fbd343330b3b" providerId="ADAL" clId="{26FB75FF-C8B5-4E49-B5DF-41EED14842CC}" dt="2025-05-13T13:54:16.932" v="115" actId="164"/>
          <ac:spMkLst>
            <pc:docMk/>
            <pc:sldMk cId="408808655" sldId="2147481338"/>
            <ac:spMk id="43" creationId="{684049D8-B8B7-4169-217B-9A725A912C7F}"/>
          </ac:spMkLst>
        </pc:spChg>
        <pc:spChg chg="add mod">
          <ac:chgData name="Michael Sheerin" userId="24c474cc-4036-43ee-85c2-fbd343330b3b" providerId="ADAL" clId="{26FB75FF-C8B5-4E49-B5DF-41EED14842CC}" dt="2025-05-13T13:54:16.932" v="115" actId="164"/>
          <ac:spMkLst>
            <pc:docMk/>
            <pc:sldMk cId="408808655" sldId="2147481338"/>
            <ac:spMk id="45" creationId="{FC9D3544-ABE9-C1CC-5E57-534F113CEB1D}"/>
          </ac:spMkLst>
        </pc:spChg>
        <pc:spChg chg="add mod">
          <ac:chgData name="Michael Sheerin" userId="24c474cc-4036-43ee-85c2-fbd343330b3b" providerId="ADAL" clId="{26FB75FF-C8B5-4E49-B5DF-41EED14842CC}" dt="2025-05-13T13:54:16.932" v="115" actId="164"/>
          <ac:spMkLst>
            <pc:docMk/>
            <pc:sldMk cId="408808655" sldId="2147481338"/>
            <ac:spMk id="46" creationId="{D311A7BE-4E63-827C-C2D0-279AF677EC11}"/>
          </ac:spMkLst>
        </pc:spChg>
        <pc:spChg chg="mod">
          <ac:chgData name="Michael Sheerin" userId="24c474cc-4036-43ee-85c2-fbd343330b3b" providerId="ADAL" clId="{26FB75FF-C8B5-4E49-B5DF-41EED14842CC}" dt="2025-05-13T13:54:24.216" v="117"/>
          <ac:spMkLst>
            <pc:docMk/>
            <pc:sldMk cId="408808655" sldId="2147481338"/>
            <ac:spMk id="50" creationId="{11D3B208-9D4F-F1A4-62FA-F515DFCFD2BA}"/>
          </ac:spMkLst>
        </pc:spChg>
        <pc:spChg chg="mod">
          <ac:chgData name="Michael Sheerin" userId="24c474cc-4036-43ee-85c2-fbd343330b3b" providerId="ADAL" clId="{26FB75FF-C8B5-4E49-B5DF-41EED14842CC}" dt="2025-05-13T13:54:24.216" v="117"/>
          <ac:spMkLst>
            <pc:docMk/>
            <pc:sldMk cId="408808655" sldId="2147481338"/>
            <ac:spMk id="51" creationId="{0C920B97-7BF1-0470-B913-37A0CE4C820F}"/>
          </ac:spMkLst>
        </pc:spChg>
        <pc:spChg chg="mod">
          <ac:chgData name="Michael Sheerin" userId="24c474cc-4036-43ee-85c2-fbd343330b3b" providerId="ADAL" clId="{26FB75FF-C8B5-4E49-B5DF-41EED14842CC}" dt="2025-05-13T13:54:29.904" v="119"/>
          <ac:spMkLst>
            <pc:docMk/>
            <pc:sldMk cId="408808655" sldId="2147481338"/>
            <ac:spMk id="53" creationId="{5EFF0F23-2457-BDC6-3237-2EEB20B28CB8}"/>
          </ac:spMkLst>
        </pc:spChg>
        <pc:spChg chg="mod">
          <ac:chgData name="Michael Sheerin" userId="24c474cc-4036-43ee-85c2-fbd343330b3b" providerId="ADAL" clId="{26FB75FF-C8B5-4E49-B5DF-41EED14842CC}" dt="2025-05-13T13:54:29.904" v="119"/>
          <ac:spMkLst>
            <pc:docMk/>
            <pc:sldMk cId="408808655" sldId="2147481338"/>
            <ac:spMk id="54" creationId="{F7F9C33D-F5E3-4B49-048A-5C94D86F54ED}"/>
          </ac:spMkLst>
        </pc:spChg>
        <pc:spChg chg="add mod">
          <ac:chgData name="Michael Sheerin" userId="24c474cc-4036-43ee-85c2-fbd343330b3b" providerId="ADAL" clId="{26FB75FF-C8B5-4E49-B5DF-41EED14842CC}" dt="2025-05-13T13:56:01.885" v="212" actId="207"/>
          <ac:spMkLst>
            <pc:docMk/>
            <pc:sldMk cId="408808655" sldId="2147481338"/>
            <ac:spMk id="55" creationId="{38D78FDC-5F08-7202-E57A-21C77ECCBE57}"/>
          </ac:spMkLst>
        </pc:spChg>
        <pc:spChg chg="add mod">
          <ac:chgData name="Michael Sheerin" userId="24c474cc-4036-43ee-85c2-fbd343330b3b" providerId="ADAL" clId="{26FB75FF-C8B5-4E49-B5DF-41EED14842CC}" dt="2025-05-13T13:56:05.900" v="213" actId="207"/>
          <ac:spMkLst>
            <pc:docMk/>
            <pc:sldMk cId="408808655" sldId="2147481338"/>
            <ac:spMk id="56" creationId="{6066F248-C8DD-61AE-AE8E-1F6BD5470816}"/>
          </ac:spMkLst>
        </pc:spChg>
        <pc:spChg chg="add mod">
          <ac:chgData name="Michael Sheerin" userId="24c474cc-4036-43ee-85c2-fbd343330b3b" providerId="ADAL" clId="{26FB75FF-C8B5-4E49-B5DF-41EED14842CC}" dt="2025-05-13T13:56:17.906" v="215" actId="207"/>
          <ac:spMkLst>
            <pc:docMk/>
            <pc:sldMk cId="408808655" sldId="2147481338"/>
            <ac:spMk id="57" creationId="{6E50132B-4B6C-1D19-94CA-8BB6882F096C}"/>
          </ac:spMkLst>
        </pc:spChg>
        <pc:spChg chg="add del mod">
          <ac:chgData name="Michael Sheerin" userId="24c474cc-4036-43ee-85c2-fbd343330b3b" providerId="ADAL" clId="{26FB75FF-C8B5-4E49-B5DF-41EED14842CC}" dt="2025-05-13T13:56:27.038" v="217"/>
          <ac:spMkLst>
            <pc:docMk/>
            <pc:sldMk cId="408808655" sldId="2147481338"/>
            <ac:spMk id="58" creationId="{C8C1F449-48E7-C358-7411-9A2965F7ED6B}"/>
          </ac:spMkLst>
        </pc:spChg>
        <pc:spChg chg="add mod">
          <ac:chgData name="Michael Sheerin" userId="24c474cc-4036-43ee-85c2-fbd343330b3b" providerId="ADAL" clId="{26FB75FF-C8B5-4E49-B5DF-41EED14842CC}" dt="2025-05-13T13:56:48.688" v="262" actId="1038"/>
          <ac:spMkLst>
            <pc:docMk/>
            <pc:sldMk cId="408808655" sldId="2147481338"/>
            <ac:spMk id="59" creationId="{5B1AAE1A-2105-8FEA-8C1D-E0CC76EF686F}"/>
          </ac:spMkLst>
        </pc:spChg>
        <pc:spChg chg="add mod">
          <ac:chgData name="Michael Sheerin" userId="24c474cc-4036-43ee-85c2-fbd343330b3b" providerId="ADAL" clId="{26FB75FF-C8B5-4E49-B5DF-41EED14842CC}" dt="2025-05-13T13:56:48.688" v="262" actId="1038"/>
          <ac:spMkLst>
            <pc:docMk/>
            <pc:sldMk cId="408808655" sldId="2147481338"/>
            <ac:spMk id="60" creationId="{2646B95E-B95D-DEBD-97AA-E13AF1A1B23B}"/>
          </ac:spMkLst>
        </pc:spChg>
        <pc:spChg chg="add mod">
          <ac:chgData name="Michael Sheerin" userId="24c474cc-4036-43ee-85c2-fbd343330b3b" providerId="ADAL" clId="{26FB75FF-C8B5-4E49-B5DF-41EED14842CC}" dt="2025-05-13T13:56:48.688" v="262" actId="1038"/>
          <ac:spMkLst>
            <pc:docMk/>
            <pc:sldMk cId="408808655" sldId="2147481338"/>
            <ac:spMk id="61" creationId="{8FC84A44-3CE7-8E64-5076-DD078779545A}"/>
          </ac:spMkLst>
        </pc:spChg>
        <pc:spChg chg="add mod">
          <ac:chgData name="Michael Sheerin" userId="24c474cc-4036-43ee-85c2-fbd343330b3b" providerId="ADAL" clId="{26FB75FF-C8B5-4E49-B5DF-41EED14842CC}" dt="2025-05-13T14:14:02.759" v="985" actId="1036"/>
          <ac:spMkLst>
            <pc:docMk/>
            <pc:sldMk cId="408808655" sldId="2147481338"/>
            <ac:spMk id="62" creationId="{2EFDAEF6-7F27-F19A-23B6-AC1D514A92BB}"/>
          </ac:spMkLst>
        </pc:spChg>
        <pc:spChg chg="add mod">
          <ac:chgData name="Michael Sheerin" userId="24c474cc-4036-43ee-85c2-fbd343330b3b" providerId="ADAL" clId="{26FB75FF-C8B5-4E49-B5DF-41EED14842CC}" dt="2025-05-13T14:14:02.759" v="985" actId="1036"/>
          <ac:spMkLst>
            <pc:docMk/>
            <pc:sldMk cId="408808655" sldId="2147481338"/>
            <ac:spMk id="63" creationId="{D5B88501-8175-BFC3-199B-B9888A3CD521}"/>
          </ac:spMkLst>
        </pc:spChg>
        <pc:spChg chg="add mod">
          <ac:chgData name="Michael Sheerin" userId="24c474cc-4036-43ee-85c2-fbd343330b3b" providerId="ADAL" clId="{26FB75FF-C8B5-4E49-B5DF-41EED14842CC}" dt="2025-05-13T14:14:02.759" v="985" actId="1036"/>
          <ac:spMkLst>
            <pc:docMk/>
            <pc:sldMk cId="408808655" sldId="2147481338"/>
            <ac:spMk id="64" creationId="{EFFCD0D3-8BF8-BADB-A654-C8DC6C22B4CA}"/>
          </ac:spMkLst>
        </pc:spChg>
        <pc:spChg chg="add mod">
          <ac:chgData name="Michael Sheerin" userId="24c474cc-4036-43ee-85c2-fbd343330b3b" providerId="ADAL" clId="{26FB75FF-C8B5-4E49-B5DF-41EED14842CC}" dt="2025-05-13T14:14:02.759" v="985" actId="1036"/>
          <ac:spMkLst>
            <pc:docMk/>
            <pc:sldMk cId="408808655" sldId="2147481338"/>
            <ac:spMk id="65" creationId="{F5729CD7-C612-85DC-F6EA-2C043404EAA7}"/>
          </ac:spMkLst>
        </pc:spChg>
        <pc:spChg chg="mod">
          <ac:chgData name="Michael Sheerin" userId="24c474cc-4036-43ee-85c2-fbd343330b3b" providerId="ADAL" clId="{26FB75FF-C8B5-4E49-B5DF-41EED14842CC}" dt="2025-05-13T13:58:05.410" v="320"/>
          <ac:spMkLst>
            <pc:docMk/>
            <pc:sldMk cId="408808655" sldId="2147481338"/>
            <ac:spMk id="67" creationId="{CADDDD0C-2DFE-6644-8240-3C0C3EC7AC68}"/>
          </ac:spMkLst>
        </pc:spChg>
        <pc:spChg chg="mod">
          <ac:chgData name="Michael Sheerin" userId="24c474cc-4036-43ee-85c2-fbd343330b3b" providerId="ADAL" clId="{26FB75FF-C8B5-4E49-B5DF-41EED14842CC}" dt="2025-05-13T13:58:05.410" v="320"/>
          <ac:spMkLst>
            <pc:docMk/>
            <pc:sldMk cId="408808655" sldId="2147481338"/>
            <ac:spMk id="68" creationId="{580E2F14-3BA2-3BBF-2AB0-6A3D7F99B4A7}"/>
          </ac:spMkLst>
        </pc:spChg>
        <pc:spChg chg="mod topLvl">
          <ac:chgData name="Michael Sheerin" userId="24c474cc-4036-43ee-85c2-fbd343330b3b" providerId="ADAL" clId="{26FB75FF-C8B5-4E49-B5DF-41EED14842CC}" dt="2025-05-13T14:04:58.377" v="664" actId="1076"/>
          <ac:spMkLst>
            <pc:docMk/>
            <pc:sldMk cId="408808655" sldId="2147481338"/>
            <ac:spMk id="71" creationId="{7E7118B3-2BCF-0649-A24F-C88D5A40E126}"/>
          </ac:spMkLst>
        </pc:spChg>
        <pc:spChg chg="mod">
          <ac:chgData name="Michael Sheerin" userId="24c474cc-4036-43ee-85c2-fbd343330b3b" providerId="ADAL" clId="{26FB75FF-C8B5-4E49-B5DF-41EED14842CC}" dt="2025-05-13T13:58:37.774" v="347"/>
          <ac:spMkLst>
            <pc:docMk/>
            <pc:sldMk cId="408808655" sldId="2147481338"/>
            <ac:spMk id="74" creationId="{ABA189B5-F82B-E21A-E3A0-FEB136A8C613}"/>
          </ac:spMkLst>
        </pc:spChg>
        <pc:spChg chg="add mod">
          <ac:chgData name="Michael Sheerin" userId="24c474cc-4036-43ee-85c2-fbd343330b3b" providerId="ADAL" clId="{26FB75FF-C8B5-4E49-B5DF-41EED14842CC}" dt="2025-05-13T14:00:56.512" v="419" actId="404"/>
          <ac:spMkLst>
            <pc:docMk/>
            <pc:sldMk cId="408808655" sldId="2147481338"/>
            <ac:spMk id="75" creationId="{051789FA-62A2-392B-4EFF-4F15DF049270}"/>
          </ac:spMkLst>
        </pc:spChg>
        <pc:spChg chg="mod">
          <ac:chgData name="Michael Sheerin" userId="24c474cc-4036-43ee-85c2-fbd343330b3b" providerId="ADAL" clId="{26FB75FF-C8B5-4E49-B5DF-41EED14842CC}" dt="2025-05-13T14:00:49.947" v="415" actId="404"/>
          <ac:spMkLst>
            <pc:docMk/>
            <pc:sldMk cId="408808655" sldId="2147481338"/>
            <ac:spMk id="80" creationId="{79FEAF0B-BDDD-737B-ACED-3ADAA0D8423A}"/>
          </ac:spMkLst>
        </pc:spChg>
        <pc:spChg chg="del mod">
          <ac:chgData name="Michael Sheerin" userId="24c474cc-4036-43ee-85c2-fbd343330b3b" providerId="ADAL" clId="{26FB75FF-C8B5-4E49-B5DF-41EED14842CC}" dt="2025-05-13T14:00:07.737" v="385" actId="478"/>
          <ac:spMkLst>
            <pc:docMk/>
            <pc:sldMk cId="408808655" sldId="2147481338"/>
            <ac:spMk id="81" creationId="{FB593C01-9648-6764-5AAC-CB2B8D4653AF}"/>
          </ac:spMkLst>
        </pc:spChg>
        <pc:spChg chg="mod">
          <ac:chgData name="Michael Sheerin" userId="24c474cc-4036-43ee-85c2-fbd343330b3b" providerId="ADAL" clId="{26FB75FF-C8B5-4E49-B5DF-41EED14842CC}" dt="2025-05-13T13:59:14.721" v="370"/>
          <ac:spMkLst>
            <pc:docMk/>
            <pc:sldMk cId="408808655" sldId="2147481338"/>
            <ac:spMk id="84" creationId="{25F43BB7-DE47-B382-B460-E98060BABF62}"/>
          </ac:spMkLst>
        </pc:spChg>
        <pc:spChg chg="mod">
          <ac:chgData name="Michael Sheerin" userId="24c474cc-4036-43ee-85c2-fbd343330b3b" providerId="ADAL" clId="{26FB75FF-C8B5-4E49-B5DF-41EED14842CC}" dt="2025-05-13T13:59:14.721" v="370"/>
          <ac:spMkLst>
            <pc:docMk/>
            <pc:sldMk cId="408808655" sldId="2147481338"/>
            <ac:spMk id="85" creationId="{B0772E0B-9E5F-FC61-4BBE-40743648B62E}"/>
          </ac:spMkLst>
        </pc:spChg>
        <pc:spChg chg="mod">
          <ac:chgData name="Michael Sheerin" userId="24c474cc-4036-43ee-85c2-fbd343330b3b" providerId="ADAL" clId="{26FB75FF-C8B5-4E49-B5DF-41EED14842CC}" dt="2025-05-13T13:59:14.721" v="370"/>
          <ac:spMkLst>
            <pc:docMk/>
            <pc:sldMk cId="408808655" sldId="2147481338"/>
            <ac:spMk id="86" creationId="{101730E9-9C8F-84A6-3C67-7C1C32990C72}"/>
          </ac:spMkLst>
        </pc:spChg>
        <pc:spChg chg="mod">
          <ac:chgData name="Michael Sheerin" userId="24c474cc-4036-43ee-85c2-fbd343330b3b" providerId="ADAL" clId="{26FB75FF-C8B5-4E49-B5DF-41EED14842CC}" dt="2025-05-13T13:59:14.721" v="370"/>
          <ac:spMkLst>
            <pc:docMk/>
            <pc:sldMk cId="408808655" sldId="2147481338"/>
            <ac:spMk id="87" creationId="{BA5EC00B-17D3-EBFA-1EF1-683A10E95368}"/>
          </ac:spMkLst>
        </pc:spChg>
        <pc:spChg chg="mod">
          <ac:chgData name="Michael Sheerin" userId="24c474cc-4036-43ee-85c2-fbd343330b3b" providerId="ADAL" clId="{26FB75FF-C8B5-4E49-B5DF-41EED14842CC}" dt="2025-05-13T13:59:14.721" v="370"/>
          <ac:spMkLst>
            <pc:docMk/>
            <pc:sldMk cId="408808655" sldId="2147481338"/>
            <ac:spMk id="88" creationId="{76045B5C-F7DA-C2C0-AC3A-E4E17A662A5C}"/>
          </ac:spMkLst>
        </pc:spChg>
        <pc:spChg chg="mod">
          <ac:chgData name="Michael Sheerin" userId="24c474cc-4036-43ee-85c2-fbd343330b3b" providerId="ADAL" clId="{26FB75FF-C8B5-4E49-B5DF-41EED14842CC}" dt="2025-05-13T13:59:14.721" v="370"/>
          <ac:spMkLst>
            <pc:docMk/>
            <pc:sldMk cId="408808655" sldId="2147481338"/>
            <ac:spMk id="89" creationId="{1E9A5F9A-FA36-2E2E-E9DB-B08FB99AB026}"/>
          </ac:spMkLst>
        </pc:spChg>
        <pc:spChg chg="mod">
          <ac:chgData name="Michael Sheerin" userId="24c474cc-4036-43ee-85c2-fbd343330b3b" providerId="ADAL" clId="{26FB75FF-C8B5-4E49-B5DF-41EED14842CC}" dt="2025-05-13T13:59:14.721" v="370"/>
          <ac:spMkLst>
            <pc:docMk/>
            <pc:sldMk cId="408808655" sldId="2147481338"/>
            <ac:spMk id="90" creationId="{1B56B5B9-5F71-BE8B-FE01-541205EBCFC5}"/>
          </ac:spMkLst>
        </pc:spChg>
        <pc:spChg chg="mod">
          <ac:chgData name="Michael Sheerin" userId="24c474cc-4036-43ee-85c2-fbd343330b3b" providerId="ADAL" clId="{26FB75FF-C8B5-4E49-B5DF-41EED14842CC}" dt="2025-05-13T13:59:14.721" v="370"/>
          <ac:spMkLst>
            <pc:docMk/>
            <pc:sldMk cId="408808655" sldId="2147481338"/>
            <ac:spMk id="91" creationId="{1261152D-3CB1-1054-D96F-E4C77FC41A08}"/>
          </ac:spMkLst>
        </pc:spChg>
        <pc:spChg chg="mod">
          <ac:chgData name="Michael Sheerin" userId="24c474cc-4036-43ee-85c2-fbd343330b3b" providerId="ADAL" clId="{26FB75FF-C8B5-4E49-B5DF-41EED14842CC}" dt="2025-05-13T13:59:14.721" v="370"/>
          <ac:spMkLst>
            <pc:docMk/>
            <pc:sldMk cId="408808655" sldId="2147481338"/>
            <ac:spMk id="92" creationId="{BD3B246A-BF2D-C4D1-FBC0-51963320029A}"/>
          </ac:spMkLst>
        </pc:spChg>
        <pc:spChg chg="mod">
          <ac:chgData name="Michael Sheerin" userId="24c474cc-4036-43ee-85c2-fbd343330b3b" providerId="ADAL" clId="{26FB75FF-C8B5-4E49-B5DF-41EED14842CC}" dt="2025-05-13T13:59:14.721" v="370"/>
          <ac:spMkLst>
            <pc:docMk/>
            <pc:sldMk cId="408808655" sldId="2147481338"/>
            <ac:spMk id="93" creationId="{BEAE06BE-2CC9-CD00-04EF-12D385FC711A}"/>
          </ac:spMkLst>
        </pc:spChg>
        <pc:spChg chg="mod">
          <ac:chgData name="Michael Sheerin" userId="24c474cc-4036-43ee-85c2-fbd343330b3b" providerId="ADAL" clId="{26FB75FF-C8B5-4E49-B5DF-41EED14842CC}" dt="2025-05-13T13:59:14.721" v="370"/>
          <ac:spMkLst>
            <pc:docMk/>
            <pc:sldMk cId="408808655" sldId="2147481338"/>
            <ac:spMk id="94" creationId="{C544F713-E332-5589-660B-0CE88059EEF0}"/>
          </ac:spMkLst>
        </pc:spChg>
        <pc:spChg chg="mod">
          <ac:chgData name="Michael Sheerin" userId="24c474cc-4036-43ee-85c2-fbd343330b3b" providerId="ADAL" clId="{26FB75FF-C8B5-4E49-B5DF-41EED14842CC}" dt="2025-05-13T13:59:14.721" v="370"/>
          <ac:spMkLst>
            <pc:docMk/>
            <pc:sldMk cId="408808655" sldId="2147481338"/>
            <ac:spMk id="95" creationId="{1B3FB282-5BA9-7D5C-E4EC-FE516970B1E7}"/>
          </ac:spMkLst>
        </pc:spChg>
        <pc:spChg chg="mod">
          <ac:chgData name="Michael Sheerin" userId="24c474cc-4036-43ee-85c2-fbd343330b3b" providerId="ADAL" clId="{26FB75FF-C8B5-4E49-B5DF-41EED14842CC}" dt="2025-05-13T13:59:14.721" v="370"/>
          <ac:spMkLst>
            <pc:docMk/>
            <pc:sldMk cId="408808655" sldId="2147481338"/>
            <ac:spMk id="96" creationId="{25072AE3-60CD-DDBF-C895-DACF8E8B855F}"/>
          </ac:spMkLst>
        </pc:spChg>
        <pc:spChg chg="del mod">
          <ac:chgData name="Michael Sheerin" userId="24c474cc-4036-43ee-85c2-fbd343330b3b" providerId="ADAL" clId="{26FB75FF-C8B5-4E49-B5DF-41EED14842CC}" dt="2025-05-13T13:59:43.001" v="378" actId="478"/>
          <ac:spMkLst>
            <pc:docMk/>
            <pc:sldMk cId="408808655" sldId="2147481338"/>
            <ac:spMk id="97" creationId="{B7A5E5E3-0B91-FA92-F9FF-97ABF5C2453F}"/>
          </ac:spMkLst>
        </pc:spChg>
        <pc:spChg chg="mod">
          <ac:chgData name="Michael Sheerin" userId="24c474cc-4036-43ee-85c2-fbd343330b3b" providerId="ADAL" clId="{26FB75FF-C8B5-4E49-B5DF-41EED14842CC}" dt="2025-05-13T13:59:14.721" v="370"/>
          <ac:spMkLst>
            <pc:docMk/>
            <pc:sldMk cId="408808655" sldId="2147481338"/>
            <ac:spMk id="98" creationId="{F84E7D74-61B4-B87E-20AF-E6CCF576F1E3}"/>
          </ac:spMkLst>
        </pc:spChg>
        <pc:spChg chg="del mod topLvl">
          <ac:chgData name="Michael Sheerin" userId="24c474cc-4036-43ee-85c2-fbd343330b3b" providerId="ADAL" clId="{26FB75FF-C8B5-4E49-B5DF-41EED14842CC}" dt="2025-05-13T13:59:46.976" v="379" actId="478"/>
          <ac:spMkLst>
            <pc:docMk/>
            <pc:sldMk cId="408808655" sldId="2147481338"/>
            <ac:spMk id="101" creationId="{C38482B6-1DD3-0B40-7140-980DB91F2E6D}"/>
          </ac:spMkLst>
        </pc:spChg>
        <pc:spChg chg="del mod">
          <ac:chgData name="Michael Sheerin" userId="24c474cc-4036-43ee-85c2-fbd343330b3b" providerId="ADAL" clId="{26FB75FF-C8B5-4E49-B5DF-41EED14842CC}" dt="2025-05-13T13:59:40.853" v="377" actId="478"/>
          <ac:spMkLst>
            <pc:docMk/>
            <pc:sldMk cId="408808655" sldId="2147481338"/>
            <ac:spMk id="102" creationId="{13E348C7-360C-8269-5A2A-342A92CD4AD8}"/>
          </ac:spMkLst>
        </pc:spChg>
        <pc:spChg chg="mod">
          <ac:chgData name="Michael Sheerin" userId="24c474cc-4036-43ee-85c2-fbd343330b3b" providerId="ADAL" clId="{26FB75FF-C8B5-4E49-B5DF-41EED14842CC}" dt="2025-05-13T13:59:34.678" v="373"/>
          <ac:spMkLst>
            <pc:docMk/>
            <pc:sldMk cId="408808655" sldId="2147481338"/>
            <ac:spMk id="103" creationId="{10772FEC-C44B-EAAC-A40D-4698A0A34CCA}"/>
          </ac:spMkLst>
        </pc:spChg>
        <pc:spChg chg="add del mod">
          <ac:chgData name="Michael Sheerin" userId="24c474cc-4036-43ee-85c2-fbd343330b3b" providerId="ADAL" clId="{26FB75FF-C8B5-4E49-B5DF-41EED14842CC}" dt="2025-05-13T13:59:39.502" v="376" actId="478"/>
          <ac:spMkLst>
            <pc:docMk/>
            <pc:sldMk cId="408808655" sldId="2147481338"/>
            <ac:spMk id="104" creationId="{EB2B77E1-4F55-3929-5445-105138E44B16}"/>
          </ac:spMkLst>
        </pc:spChg>
        <pc:spChg chg="add mod">
          <ac:chgData name="Michael Sheerin" userId="24c474cc-4036-43ee-85c2-fbd343330b3b" providerId="ADAL" clId="{26FB75FF-C8B5-4E49-B5DF-41EED14842CC}" dt="2025-05-13T14:14:02.759" v="985" actId="1036"/>
          <ac:spMkLst>
            <pc:docMk/>
            <pc:sldMk cId="408808655" sldId="2147481338"/>
            <ac:spMk id="106" creationId="{27F32B07-E778-615E-5C35-ED61CEF6C75A}"/>
          </ac:spMkLst>
        </pc:spChg>
        <pc:spChg chg="add mod">
          <ac:chgData name="Michael Sheerin" userId="24c474cc-4036-43ee-85c2-fbd343330b3b" providerId="ADAL" clId="{26FB75FF-C8B5-4E49-B5DF-41EED14842CC}" dt="2025-05-13T14:14:02.759" v="985" actId="1036"/>
          <ac:spMkLst>
            <pc:docMk/>
            <pc:sldMk cId="408808655" sldId="2147481338"/>
            <ac:spMk id="107" creationId="{94692B17-7A29-E4E4-9E16-665B4BCF35CE}"/>
          </ac:spMkLst>
        </pc:spChg>
        <pc:spChg chg="mod topLvl">
          <ac:chgData name="Michael Sheerin" userId="24c474cc-4036-43ee-85c2-fbd343330b3b" providerId="ADAL" clId="{26FB75FF-C8B5-4E49-B5DF-41EED14842CC}" dt="2025-05-13T14:14:02.759" v="985" actId="1036"/>
          <ac:spMkLst>
            <pc:docMk/>
            <pc:sldMk cId="408808655" sldId="2147481338"/>
            <ac:spMk id="110" creationId="{8E50A71E-BE1E-F3FF-A632-DD076C5B7A82}"/>
          </ac:spMkLst>
        </pc:spChg>
        <pc:spChg chg="mod">
          <ac:chgData name="Michael Sheerin" userId="24c474cc-4036-43ee-85c2-fbd343330b3b" providerId="ADAL" clId="{26FB75FF-C8B5-4E49-B5DF-41EED14842CC}" dt="2025-05-13T14:09:05.932" v="780" actId="165"/>
          <ac:spMkLst>
            <pc:docMk/>
            <pc:sldMk cId="408808655" sldId="2147481338"/>
            <ac:spMk id="111" creationId="{90441EF5-1737-95D9-C983-0C18AF6CBFCF}"/>
          </ac:spMkLst>
        </pc:spChg>
        <pc:spChg chg="mod">
          <ac:chgData name="Michael Sheerin" userId="24c474cc-4036-43ee-85c2-fbd343330b3b" providerId="ADAL" clId="{26FB75FF-C8B5-4E49-B5DF-41EED14842CC}" dt="2025-05-13T14:09:05.932" v="780" actId="165"/>
          <ac:spMkLst>
            <pc:docMk/>
            <pc:sldMk cId="408808655" sldId="2147481338"/>
            <ac:spMk id="113" creationId="{8A4301DF-785B-EC62-7865-0588322E2365}"/>
          </ac:spMkLst>
        </pc:spChg>
        <pc:spChg chg="mod">
          <ac:chgData name="Michael Sheerin" userId="24c474cc-4036-43ee-85c2-fbd343330b3b" providerId="ADAL" clId="{26FB75FF-C8B5-4E49-B5DF-41EED14842CC}" dt="2025-05-13T14:09:05.932" v="780" actId="165"/>
          <ac:spMkLst>
            <pc:docMk/>
            <pc:sldMk cId="408808655" sldId="2147481338"/>
            <ac:spMk id="114" creationId="{2FED8911-5D46-74FF-D87E-F9332BED4D96}"/>
          </ac:spMkLst>
        </pc:spChg>
        <pc:spChg chg="mod">
          <ac:chgData name="Michael Sheerin" userId="24c474cc-4036-43ee-85c2-fbd343330b3b" providerId="ADAL" clId="{26FB75FF-C8B5-4E49-B5DF-41EED14842CC}" dt="2025-05-13T14:09:05.932" v="780" actId="165"/>
          <ac:spMkLst>
            <pc:docMk/>
            <pc:sldMk cId="408808655" sldId="2147481338"/>
            <ac:spMk id="115" creationId="{9745298A-C243-CB2C-B1AF-40E3A304573E}"/>
          </ac:spMkLst>
        </pc:spChg>
        <pc:spChg chg="mod">
          <ac:chgData name="Michael Sheerin" userId="24c474cc-4036-43ee-85c2-fbd343330b3b" providerId="ADAL" clId="{26FB75FF-C8B5-4E49-B5DF-41EED14842CC}" dt="2025-05-13T14:09:05.932" v="780" actId="165"/>
          <ac:spMkLst>
            <pc:docMk/>
            <pc:sldMk cId="408808655" sldId="2147481338"/>
            <ac:spMk id="116" creationId="{69875A3D-B1C4-127B-92BA-10CC9508B369}"/>
          </ac:spMkLst>
        </pc:spChg>
        <pc:spChg chg="mod">
          <ac:chgData name="Michael Sheerin" userId="24c474cc-4036-43ee-85c2-fbd343330b3b" providerId="ADAL" clId="{26FB75FF-C8B5-4E49-B5DF-41EED14842CC}" dt="2025-05-13T14:09:05.932" v="780" actId="165"/>
          <ac:spMkLst>
            <pc:docMk/>
            <pc:sldMk cId="408808655" sldId="2147481338"/>
            <ac:spMk id="117" creationId="{5023F22F-AB85-A40E-AB3A-32A3F5174E3B}"/>
          </ac:spMkLst>
        </pc:spChg>
        <pc:spChg chg="mod">
          <ac:chgData name="Michael Sheerin" userId="24c474cc-4036-43ee-85c2-fbd343330b3b" providerId="ADAL" clId="{26FB75FF-C8B5-4E49-B5DF-41EED14842CC}" dt="2025-05-13T14:09:05.932" v="780" actId="165"/>
          <ac:spMkLst>
            <pc:docMk/>
            <pc:sldMk cId="408808655" sldId="2147481338"/>
            <ac:spMk id="118" creationId="{34A0FA0E-7F77-07A6-D852-6C4D11CD77A5}"/>
          </ac:spMkLst>
        </pc:spChg>
        <pc:spChg chg="mod">
          <ac:chgData name="Michael Sheerin" userId="24c474cc-4036-43ee-85c2-fbd343330b3b" providerId="ADAL" clId="{26FB75FF-C8B5-4E49-B5DF-41EED14842CC}" dt="2025-05-13T14:09:05.932" v="780" actId="165"/>
          <ac:spMkLst>
            <pc:docMk/>
            <pc:sldMk cId="408808655" sldId="2147481338"/>
            <ac:spMk id="119" creationId="{F3F39A71-6788-F1DC-6FA7-C85A43BE52F2}"/>
          </ac:spMkLst>
        </pc:spChg>
        <pc:spChg chg="mod">
          <ac:chgData name="Michael Sheerin" userId="24c474cc-4036-43ee-85c2-fbd343330b3b" providerId="ADAL" clId="{26FB75FF-C8B5-4E49-B5DF-41EED14842CC}" dt="2025-05-13T14:09:05.932" v="780" actId="165"/>
          <ac:spMkLst>
            <pc:docMk/>
            <pc:sldMk cId="408808655" sldId="2147481338"/>
            <ac:spMk id="120" creationId="{F7CC5475-3DE7-9ACA-C820-C0D8A510A25C}"/>
          </ac:spMkLst>
        </pc:spChg>
        <pc:spChg chg="mod">
          <ac:chgData name="Michael Sheerin" userId="24c474cc-4036-43ee-85c2-fbd343330b3b" providerId="ADAL" clId="{26FB75FF-C8B5-4E49-B5DF-41EED14842CC}" dt="2025-05-13T14:09:05.932" v="780" actId="165"/>
          <ac:spMkLst>
            <pc:docMk/>
            <pc:sldMk cId="408808655" sldId="2147481338"/>
            <ac:spMk id="121" creationId="{1C08926E-E127-C101-4879-5BAFD3EB6D32}"/>
          </ac:spMkLst>
        </pc:spChg>
        <pc:spChg chg="mod">
          <ac:chgData name="Michael Sheerin" userId="24c474cc-4036-43ee-85c2-fbd343330b3b" providerId="ADAL" clId="{26FB75FF-C8B5-4E49-B5DF-41EED14842CC}" dt="2025-05-13T14:09:05.932" v="780" actId="165"/>
          <ac:spMkLst>
            <pc:docMk/>
            <pc:sldMk cId="408808655" sldId="2147481338"/>
            <ac:spMk id="122" creationId="{261FC9A6-1A9B-4279-D95E-11401F338FB8}"/>
          </ac:spMkLst>
        </pc:spChg>
        <pc:spChg chg="mod">
          <ac:chgData name="Michael Sheerin" userId="24c474cc-4036-43ee-85c2-fbd343330b3b" providerId="ADAL" clId="{26FB75FF-C8B5-4E49-B5DF-41EED14842CC}" dt="2025-05-13T14:09:05.932" v="780" actId="165"/>
          <ac:spMkLst>
            <pc:docMk/>
            <pc:sldMk cId="408808655" sldId="2147481338"/>
            <ac:spMk id="123" creationId="{9F661F91-F7DE-564A-2A78-38531F8B008E}"/>
          </ac:spMkLst>
        </pc:spChg>
        <pc:spChg chg="mod">
          <ac:chgData name="Michael Sheerin" userId="24c474cc-4036-43ee-85c2-fbd343330b3b" providerId="ADAL" clId="{26FB75FF-C8B5-4E49-B5DF-41EED14842CC}" dt="2025-05-13T14:09:05.932" v="780" actId="165"/>
          <ac:spMkLst>
            <pc:docMk/>
            <pc:sldMk cId="408808655" sldId="2147481338"/>
            <ac:spMk id="124" creationId="{01776F9E-ADFE-570B-1DA7-3A22909B477B}"/>
          </ac:spMkLst>
        </pc:spChg>
        <pc:spChg chg="mod">
          <ac:chgData name="Michael Sheerin" userId="24c474cc-4036-43ee-85c2-fbd343330b3b" providerId="ADAL" clId="{26FB75FF-C8B5-4E49-B5DF-41EED14842CC}" dt="2025-05-13T14:09:05.932" v="780" actId="165"/>
          <ac:spMkLst>
            <pc:docMk/>
            <pc:sldMk cId="408808655" sldId="2147481338"/>
            <ac:spMk id="125" creationId="{4775B2BC-F9CA-1F6D-55EB-FFE3B7898529}"/>
          </ac:spMkLst>
        </pc:spChg>
        <pc:spChg chg="mod topLvl">
          <ac:chgData name="Michael Sheerin" userId="24c474cc-4036-43ee-85c2-fbd343330b3b" providerId="ADAL" clId="{26FB75FF-C8B5-4E49-B5DF-41EED14842CC}" dt="2025-05-13T14:09:36.751" v="792" actId="164"/>
          <ac:spMkLst>
            <pc:docMk/>
            <pc:sldMk cId="408808655" sldId="2147481338"/>
            <ac:spMk id="128" creationId="{9DCC4FAB-B261-1C93-8871-B46FDF8B8278}"/>
          </ac:spMkLst>
        </pc:spChg>
        <pc:spChg chg="mod">
          <ac:chgData name="Michael Sheerin" userId="24c474cc-4036-43ee-85c2-fbd343330b3b" providerId="ADAL" clId="{26FB75FF-C8B5-4E49-B5DF-41EED14842CC}" dt="2025-05-13T14:09:21.902" v="787" actId="165"/>
          <ac:spMkLst>
            <pc:docMk/>
            <pc:sldMk cId="408808655" sldId="2147481338"/>
            <ac:spMk id="129" creationId="{2A4326DC-9A52-61DC-095F-21A4B2BB6E5B}"/>
          </ac:spMkLst>
        </pc:spChg>
        <pc:spChg chg="mod">
          <ac:chgData name="Michael Sheerin" userId="24c474cc-4036-43ee-85c2-fbd343330b3b" providerId="ADAL" clId="{26FB75FF-C8B5-4E49-B5DF-41EED14842CC}" dt="2025-05-13T14:09:21.902" v="787" actId="165"/>
          <ac:spMkLst>
            <pc:docMk/>
            <pc:sldMk cId="408808655" sldId="2147481338"/>
            <ac:spMk id="130" creationId="{6C32F555-565F-8A22-872F-FD04EF9AD584}"/>
          </ac:spMkLst>
        </pc:spChg>
        <pc:spChg chg="mod">
          <ac:chgData name="Michael Sheerin" userId="24c474cc-4036-43ee-85c2-fbd343330b3b" providerId="ADAL" clId="{26FB75FF-C8B5-4E49-B5DF-41EED14842CC}" dt="2025-05-13T14:04:43.317" v="662" actId="1076"/>
          <ac:spMkLst>
            <pc:docMk/>
            <pc:sldMk cId="408808655" sldId="2147481338"/>
            <ac:spMk id="134" creationId="{8543672D-3D1E-4272-7C31-9AC0F7775989}"/>
          </ac:spMkLst>
        </pc:spChg>
        <pc:spChg chg="del mod">
          <ac:chgData name="Michael Sheerin" userId="24c474cc-4036-43ee-85c2-fbd343330b3b" providerId="ADAL" clId="{26FB75FF-C8B5-4E49-B5DF-41EED14842CC}" dt="2025-05-13T14:04:11.641" v="643" actId="478"/>
          <ac:spMkLst>
            <pc:docMk/>
            <pc:sldMk cId="408808655" sldId="2147481338"/>
            <ac:spMk id="135" creationId="{F52474E8-FDC4-0A03-AF4F-85E29F8B3327}"/>
          </ac:spMkLst>
        </pc:spChg>
        <pc:spChg chg="del mod">
          <ac:chgData name="Michael Sheerin" userId="24c474cc-4036-43ee-85c2-fbd343330b3b" providerId="ADAL" clId="{26FB75FF-C8B5-4E49-B5DF-41EED14842CC}" dt="2025-05-13T14:04:08.825" v="642" actId="478"/>
          <ac:spMkLst>
            <pc:docMk/>
            <pc:sldMk cId="408808655" sldId="2147481338"/>
            <ac:spMk id="136" creationId="{B39D3AEC-7A6B-6C1C-981C-2AD3AEDC7C38}"/>
          </ac:spMkLst>
        </pc:spChg>
        <pc:spChg chg="mod">
          <ac:chgData name="Michael Sheerin" userId="24c474cc-4036-43ee-85c2-fbd343330b3b" providerId="ADAL" clId="{26FB75FF-C8B5-4E49-B5DF-41EED14842CC}" dt="2025-05-13T14:04:02.810" v="639"/>
          <ac:spMkLst>
            <pc:docMk/>
            <pc:sldMk cId="408808655" sldId="2147481338"/>
            <ac:spMk id="137" creationId="{B32FAA47-9E22-810F-3C4C-5C0E6B30FF6C}"/>
          </ac:spMkLst>
        </pc:spChg>
        <pc:spChg chg="del mod">
          <ac:chgData name="Michael Sheerin" userId="24c474cc-4036-43ee-85c2-fbd343330b3b" providerId="ADAL" clId="{26FB75FF-C8B5-4E49-B5DF-41EED14842CC}" dt="2025-05-13T14:04:06.557" v="641" actId="478"/>
          <ac:spMkLst>
            <pc:docMk/>
            <pc:sldMk cId="408808655" sldId="2147481338"/>
            <ac:spMk id="138" creationId="{6E2CF443-9473-28D6-2358-B1B20DD9CD1C}"/>
          </ac:spMkLst>
        </pc:spChg>
        <pc:spChg chg="mod">
          <ac:chgData name="Michael Sheerin" userId="24c474cc-4036-43ee-85c2-fbd343330b3b" providerId="ADAL" clId="{26FB75FF-C8B5-4E49-B5DF-41EED14842CC}" dt="2025-05-13T14:04:02.810" v="639"/>
          <ac:spMkLst>
            <pc:docMk/>
            <pc:sldMk cId="408808655" sldId="2147481338"/>
            <ac:spMk id="139" creationId="{E6B8AD87-0A4F-9EA6-3069-0498D2C6EE9B}"/>
          </ac:spMkLst>
        </pc:spChg>
        <pc:spChg chg="mod">
          <ac:chgData name="Michael Sheerin" userId="24c474cc-4036-43ee-85c2-fbd343330b3b" providerId="ADAL" clId="{26FB75FF-C8B5-4E49-B5DF-41EED14842CC}" dt="2025-05-13T14:04:02.810" v="639"/>
          <ac:spMkLst>
            <pc:docMk/>
            <pc:sldMk cId="408808655" sldId="2147481338"/>
            <ac:spMk id="140" creationId="{B1F091D9-3840-736B-D296-4034F4B7D7D8}"/>
          </ac:spMkLst>
        </pc:spChg>
        <pc:spChg chg="mod">
          <ac:chgData name="Michael Sheerin" userId="24c474cc-4036-43ee-85c2-fbd343330b3b" providerId="ADAL" clId="{26FB75FF-C8B5-4E49-B5DF-41EED14842CC}" dt="2025-05-13T14:04:02.810" v="639"/>
          <ac:spMkLst>
            <pc:docMk/>
            <pc:sldMk cId="408808655" sldId="2147481338"/>
            <ac:spMk id="141" creationId="{D77683F3-099D-BB0A-C1D7-79F8B5404FAE}"/>
          </ac:spMkLst>
        </pc:spChg>
        <pc:spChg chg="mod">
          <ac:chgData name="Michael Sheerin" userId="24c474cc-4036-43ee-85c2-fbd343330b3b" providerId="ADAL" clId="{26FB75FF-C8B5-4E49-B5DF-41EED14842CC}" dt="2025-05-13T14:04:02.810" v="639"/>
          <ac:spMkLst>
            <pc:docMk/>
            <pc:sldMk cId="408808655" sldId="2147481338"/>
            <ac:spMk id="142" creationId="{B4EE6EEA-91DA-ED0F-62B9-89F040BBCF26}"/>
          </ac:spMkLst>
        </pc:spChg>
        <pc:spChg chg="mod">
          <ac:chgData name="Michael Sheerin" userId="24c474cc-4036-43ee-85c2-fbd343330b3b" providerId="ADAL" clId="{26FB75FF-C8B5-4E49-B5DF-41EED14842CC}" dt="2025-05-13T14:04:02.810" v="639"/>
          <ac:spMkLst>
            <pc:docMk/>
            <pc:sldMk cId="408808655" sldId="2147481338"/>
            <ac:spMk id="143" creationId="{84882FD9-E9DE-16BC-E8EE-4E62DA61C5F4}"/>
          </ac:spMkLst>
        </pc:spChg>
        <pc:spChg chg="mod">
          <ac:chgData name="Michael Sheerin" userId="24c474cc-4036-43ee-85c2-fbd343330b3b" providerId="ADAL" clId="{26FB75FF-C8B5-4E49-B5DF-41EED14842CC}" dt="2025-05-13T14:04:02.810" v="639"/>
          <ac:spMkLst>
            <pc:docMk/>
            <pc:sldMk cId="408808655" sldId="2147481338"/>
            <ac:spMk id="144" creationId="{B853EAC4-65A2-5172-1C5D-2F12D6A20A29}"/>
          </ac:spMkLst>
        </pc:spChg>
        <pc:spChg chg="mod">
          <ac:chgData name="Michael Sheerin" userId="24c474cc-4036-43ee-85c2-fbd343330b3b" providerId="ADAL" clId="{26FB75FF-C8B5-4E49-B5DF-41EED14842CC}" dt="2025-05-13T14:04:02.810" v="639"/>
          <ac:spMkLst>
            <pc:docMk/>
            <pc:sldMk cId="408808655" sldId="2147481338"/>
            <ac:spMk id="145" creationId="{83A65075-6780-1604-BA71-15ABD4EE29E6}"/>
          </ac:spMkLst>
        </pc:spChg>
        <pc:spChg chg="mod topLvl">
          <ac:chgData name="Michael Sheerin" userId="24c474cc-4036-43ee-85c2-fbd343330b3b" providerId="ADAL" clId="{26FB75FF-C8B5-4E49-B5DF-41EED14842CC}" dt="2025-05-13T14:12:16.538" v="884" actId="1076"/>
          <ac:spMkLst>
            <pc:docMk/>
            <pc:sldMk cId="408808655" sldId="2147481338"/>
            <ac:spMk id="148" creationId="{D4938F04-E774-6B7F-8782-ADFB99521CC7}"/>
          </ac:spMkLst>
        </pc:spChg>
        <pc:spChg chg="del mod topLvl">
          <ac:chgData name="Michael Sheerin" userId="24c474cc-4036-43ee-85c2-fbd343330b3b" providerId="ADAL" clId="{26FB75FF-C8B5-4E49-B5DF-41EED14842CC}" dt="2025-05-13T14:10:25.531" v="798" actId="478"/>
          <ac:spMkLst>
            <pc:docMk/>
            <pc:sldMk cId="408808655" sldId="2147481338"/>
            <ac:spMk id="149" creationId="{1CBA7A60-020F-D7D4-B76B-182B19175779}"/>
          </ac:spMkLst>
        </pc:spChg>
        <pc:spChg chg="del mod">
          <ac:chgData name="Michael Sheerin" userId="24c474cc-4036-43ee-85c2-fbd343330b3b" providerId="ADAL" clId="{26FB75FF-C8B5-4E49-B5DF-41EED14842CC}" dt="2025-05-13T14:10:23.107" v="797" actId="478"/>
          <ac:spMkLst>
            <pc:docMk/>
            <pc:sldMk cId="408808655" sldId="2147481338"/>
            <ac:spMk id="150" creationId="{13188B10-13D1-56F6-BDC2-C1B54A988C19}"/>
          </ac:spMkLst>
        </pc:spChg>
        <pc:spChg chg="mod">
          <ac:chgData name="Michael Sheerin" userId="24c474cc-4036-43ee-85c2-fbd343330b3b" providerId="ADAL" clId="{26FB75FF-C8B5-4E49-B5DF-41EED14842CC}" dt="2025-05-13T14:07:35.705" v="771" actId="1076"/>
          <ac:spMkLst>
            <pc:docMk/>
            <pc:sldMk cId="408808655" sldId="2147481338"/>
            <ac:spMk id="154" creationId="{76DB4944-4FDA-A9AF-A340-A5B3DA32855C}"/>
          </ac:spMkLst>
        </pc:spChg>
        <pc:spChg chg="del mod">
          <ac:chgData name="Michael Sheerin" userId="24c474cc-4036-43ee-85c2-fbd343330b3b" providerId="ADAL" clId="{26FB75FF-C8B5-4E49-B5DF-41EED14842CC}" dt="2025-05-13T14:07:21.130" v="749" actId="478"/>
          <ac:spMkLst>
            <pc:docMk/>
            <pc:sldMk cId="408808655" sldId="2147481338"/>
            <ac:spMk id="155" creationId="{C8183839-50C4-63E8-6ED8-0EEBFD5E69A8}"/>
          </ac:spMkLst>
        </pc:spChg>
        <pc:spChg chg="del mod">
          <ac:chgData name="Michael Sheerin" userId="24c474cc-4036-43ee-85c2-fbd343330b3b" providerId="ADAL" clId="{26FB75FF-C8B5-4E49-B5DF-41EED14842CC}" dt="2025-05-13T14:07:16.001" v="747" actId="478"/>
          <ac:spMkLst>
            <pc:docMk/>
            <pc:sldMk cId="408808655" sldId="2147481338"/>
            <ac:spMk id="156" creationId="{98CE008F-5623-3E5A-C3F9-474FF34BC262}"/>
          </ac:spMkLst>
        </pc:spChg>
        <pc:spChg chg="mod">
          <ac:chgData name="Michael Sheerin" userId="24c474cc-4036-43ee-85c2-fbd343330b3b" providerId="ADAL" clId="{26FB75FF-C8B5-4E49-B5DF-41EED14842CC}" dt="2025-05-13T14:07:14.123" v="746"/>
          <ac:spMkLst>
            <pc:docMk/>
            <pc:sldMk cId="408808655" sldId="2147481338"/>
            <ac:spMk id="157" creationId="{C3B10930-D772-DAC1-5D31-AFD33161765D}"/>
          </ac:spMkLst>
        </pc:spChg>
        <pc:spChg chg="mod">
          <ac:chgData name="Michael Sheerin" userId="24c474cc-4036-43ee-85c2-fbd343330b3b" providerId="ADAL" clId="{26FB75FF-C8B5-4E49-B5DF-41EED14842CC}" dt="2025-05-13T14:07:14.123" v="746"/>
          <ac:spMkLst>
            <pc:docMk/>
            <pc:sldMk cId="408808655" sldId="2147481338"/>
            <ac:spMk id="158" creationId="{6A6F6865-CDA4-65C5-A032-6A03560DF481}"/>
          </ac:spMkLst>
        </pc:spChg>
        <pc:spChg chg="mod">
          <ac:chgData name="Michael Sheerin" userId="24c474cc-4036-43ee-85c2-fbd343330b3b" providerId="ADAL" clId="{26FB75FF-C8B5-4E49-B5DF-41EED14842CC}" dt="2025-05-13T14:07:14.123" v="746"/>
          <ac:spMkLst>
            <pc:docMk/>
            <pc:sldMk cId="408808655" sldId="2147481338"/>
            <ac:spMk id="159" creationId="{B8386412-360A-B18C-C8BD-8499DB5BE930}"/>
          </ac:spMkLst>
        </pc:spChg>
        <pc:spChg chg="mod">
          <ac:chgData name="Michael Sheerin" userId="24c474cc-4036-43ee-85c2-fbd343330b3b" providerId="ADAL" clId="{26FB75FF-C8B5-4E49-B5DF-41EED14842CC}" dt="2025-05-13T14:07:14.123" v="746"/>
          <ac:spMkLst>
            <pc:docMk/>
            <pc:sldMk cId="408808655" sldId="2147481338"/>
            <ac:spMk id="160" creationId="{595FF914-D6F0-D6D1-9084-F27BC8F1CCB1}"/>
          </ac:spMkLst>
        </pc:spChg>
        <pc:spChg chg="add del mod topLvl">
          <ac:chgData name="Michael Sheerin" userId="24c474cc-4036-43ee-85c2-fbd343330b3b" providerId="ADAL" clId="{26FB75FF-C8B5-4E49-B5DF-41EED14842CC}" dt="2025-05-13T14:09:28.800" v="790" actId="478"/>
          <ac:spMkLst>
            <pc:docMk/>
            <pc:sldMk cId="408808655" sldId="2147481338"/>
            <ac:spMk id="164" creationId="{5EE22CD8-99B4-FCD7-E78D-75FF95E96FA2}"/>
          </ac:spMkLst>
        </pc:spChg>
        <pc:spChg chg="add del mod">
          <ac:chgData name="Michael Sheerin" userId="24c474cc-4036-43ee-85c2-fbd343330b3b" providerId="ADAL" clId="{26FB75FF-C8B5-4E49-B5DF-41EED14842CC}" dt="2025-05-13T14:09:27.500" v="789" actId="478"/>
          <ac:spMkLst>
            <pc:docMk/>
            <pc:sldMk cId="408808655" sldId="2147481338"/>
            <ac:spMk id="165" creationId="{F38CE96B-5719-085C-C24C-C3F16D764877}"/>
          </ac:spMkLst>
        </pc:spChg>
        <pc:spChg chg="del mod">
          <ac:chgData name="Michael Sheerin" userId="24c474cc-4036-43ee-85c2-fbd343330b3b" providerId="ADAL" clId="{26FB75FF-C8B5-4E49-B5DF-41EED14842CC}" dt="2025-05-13T14:08:59.982" v="779" actId="478"/>
          <ac:spMkLst>
            <pc:docMk/>
            <pc:sldMk cId="408808655" sldId="2147481338"/>
            <ac:spMk id="166" creationId="{8F2BE179-5927-39F2-6F36-86F4D102BA2A}"/>
          </ac:spMkLst>
        </pc:spChg>
        <pc:spChg chg="mod">
          <ac:chgData name="Michael Sheerin" userId="24c474cc-4036-43ee-85c2-fbd343330b3b" providerId="ADAL" clId="{26FB75FF-C8B5-4E49-B5DF-41EED14842CC}" dt="2025-05-13T14:08:54.557" v="777"/>
          <ac:spMkLst>
            <pc:docMk/>
            <pc:sldMk cId="408808655" sldId="2147481338"/>
            <ac:spMk id="167" creationId="{7EA5EC53-6047-64A7-C1B6-B8460DF9229A}"/>
          </ac:spMkLst>
        </pc:spChg>
        <pc:spChg chg="mod">
          <ac:chgData name="Michael Sheerin" userId="24c474cc-4036-43ee-85c2-fbd343330b3b" providerId="ADAL" clId="{26FB75FF-C8B5-4E49-B5DF-41EED14842CC}" dt="2025-05-13T14:08:54.557" v="777"/>
          <ac:spMkLst>
            <pc:docMk/>
            <pc:sldMk cId="408808655" sldId="2147481338"/>
            <ac:spMk id="168" creationId="{64BB2D48-2302-57BF-9744-195B83D521CE}"/>
          </ac:spMkLst>
        </pc:spChg>
        <pc:spChg chg="mod">
          <ac:chgData name="Michael Sheerin" userId="24c474cc-4036-43ee-85c2-fbd343330b3b" providerId="ADAL" clId="{26FB75FF-C8B5-4E49-B5DF-41EED14842CC}" dt="2025-05-13T14:08:54.557" v="777"/>
          <ac:spMkLst>
            <pc:docMk/>
            <pc:sldMk cId="408808655" sldId="2147481338"/>
            <ac:spMk id="169" creationId="{7A3B0B29-C08C-BB7E-77E3-ED60A025CC08}"/>
          </ac:spMkLst>
        </pc:spChg>
        <pc:spChg chg="mod">
          <ac:chgData name="Michael Sheerin" userId="24c474cc-4036-43ee-85c2-fbd343330b3b" providerId="ADAL" clId="{26FB75FF-C8B5-4E49-B5DF-41EED14842CC}" dt="2025-05-13T14:08:54.557" v="777"/>
          <ac:spMkLst>
            <pc:docMk/>
            <pc:sldMk cId="408808655" sldId="2147481338"/>
            <ac:spMk id="170" creationId="{30D883EA-E113-9B2A-2597-F964FD397872}"/>
          </ac:spMkLst>
        </pc:spChg>
        <pc:spChg chg="mod">
          <ac:chgData name="Michael Sheerin" userId="24c474cc-4036-43ee-85c2-fbd343330b3b" providerId="ADAL" clId="{26FB75FF-C8B5-4E49-B5DF-41EED14842CC}" dt="2025-05-13T14:08:54.557" v="777"/>
          <ac:spMkLst>
            <pc:docMk/>
            <pc:sldMk cId="408808655" sldId="2147481338"/>
            <ac:spMk id="171" creationId="{A29F9B5F-CD1A-A84E-24BF-C6C9AE430F64}"/>
          </ac:spMkLst>
        </pc:spChg>
        <pc:spChg chg="mod">
          <ac:chgData name="Michael Sheerin" userId="24c474cc-4036-43ee-85c2-fbd343330b3b" providerId="ADAL" clId="{26FB75FF-C8B5-4E49-B5DF-41EED14842CC}" dt="2025-05-13T14:08:54.557" v="777"/>
          <ac:spMkLst>
            <pc:docMk/>
            <pc:sldMk cId="408808655" sldId="2147481338"/>
            <ac:spMk id="172" creationId="{D644667F-7723-1853-209B-2547DB9D584D}"/>
          </ac:spMkLst>
        </pc:spChg>
        <pc:spChg chg="del mod topLvl">
          <ac:chgData name="Michael Sheerin" userId="24c474cc-4036-43ee-85c2-fbd343330b3b" providerId="ADAL" clId="{26FB75FF-C8B5-4E49-B5DF-41EED14842CC}" dt="2025-05-13T14:10:19.854" v="796" actId="478"/>
          <ac:spMkLst>
            <pc:docMk/>
            <pc:sldMk cId="408808655" sldId="2147481338"/>
            <ac:spMk id="176" creationId="{DBD88CEF-EE00-4C99-3C85-064AA45A5F3D}"/>
          </ac:spMkLst>
        </pc:spChg>
        <pc:spChg chg="mod">
          <ac:chgData name="Michael Sheerin" userId="24c474cc-4036-43ee-85c2-fbd343330b3b" providerId="ADAL" clId="{26FB75FF-C8B5-4E49-B5DF-41EED14842CC}" dt="2025-05-13T14:09:54.673" v="793"/>
          <ac:spMkLst>
            <pc:docMk/>
            <pc:sldMk cId="408808655" sldId="2147481338"/>
            <ac:spMk id="178" creationId="{2F09BD11-AE45-0F22-4DB7-DBCFD254628B}"/>
          </ac:spMkLst>
        </pc:spChg>
        <pc:spChg chg="del mod">
          <ac:chgData name="Michael Sheerin" userId="24c474cc-4036-43ee-85c2-fbd343330b3b" providerId="ADAL" clId="{26FB75FF-C8B5-4E49-B5DF-41EED14842CC}" dt="2025-05-13T14:09:56.939" v="794" actId="478"/>
          <ac:spMkLst>
            <pc:docMk/>
            <pc:sldMk cId="408808655" sldId="2147481338"/>
            <ac:spMk id="179" creationId="{5DF2A9EF-62D4-9FDA-AA09-7AB1D4C337F0}"/>
          </ac:spMkLst>
        </pc:spChg>
        <pc:spChg chg="mod">
          <ac:chgData name="Michael Sheerin" userId="24c474cc-4036-43ee-85c2-fbd343330b3b" providerId="ADAL" clId="{26FB75FF-C8B5-4E49-B5DF-41EED14842CC}" dt="2025-05-13T14:09:54.673" v="793"/>
          <ac:spMkLst>
            <pc:docMk/>
            <pc:sldMk cId="408808655" sldId="2147481338"/>
            <ac:spMk id="180" creationId="{F97ABD8D-F8D9-4BE3-8196-D6FAB051E7C5}"/>
          </ac:spMkLst>
        </pc:spChg>
        <pc:spChg chg="mod">
          <ac:chgData name="Michael Sheerin" userId="24c474cc-4036-43ee-85c2-fbd343330b3b" providerId="ADAL" clId="{26FB75FF-C8B5-4E49-B5DF-41EED14842CC}" dt="2025-05-13T14:10:39.325" v="801"/>
          <ac:spMkLst>
            <pc:docMk/>
            <pc:sldMk cId="408808655" sldId="2147481338"/>
            <ac:spMk id="184" creationId="{D170AFA6-FF4D-1440-FB4A-C6B78E9D9AF5}"/>
          </ac:spMkLst>
        </pc:spChg>
        <pc:spChg chg="mod">
          <ac:chgData name="Michael Sheerin" userId="24c474cc-4036-43ee-85c2-fbd343330b3b" providerId="ADAL" clId="{26FB75FF-C8B5-4E49-B5DF-41EED14842CC}" dt="2025-05-13T14:10:39.325" v="801"/>
          <ac:spMkLst>
            <pc:docMk/>
            <pc:sldMk cId="408808655" sldId="2147481338"/>
            <ac:spMk id="185" creationId="{98BBDEF9-BAB6-74E9-4967-B9D41953DD40}"/>
          </ac:spMkLst>
        </pc:spChg>
        <pc:spChg chg="mod">
          <ac:chgData name="Michael Sheerin" userId="24c474cc-4036-43ee-85c2-fbd343330b3b" providerId="ADAL" clId="{26FB75FF-C8B5-4E49-B5DF-41EED14842CC}" dt="2025-05-13T14:10:39.325" v="801"/>
          <ac:spMkLst>
            <pc:docMk/>
            <pc:sldMk cId="408808655" sldId="2147481338"/>
            <ac:spMk id="186" creationId="{5E76D4C6-EB3A-2FEF-AC91-21D126263A2C}"/>
          </ac:spMkLst>
        </pc:spChg>
        <pc:spChg chg="mod">
          <ac:chgData name="Michael Sheerin" userId="24c474cc-4036-43ee-85c2-fbd343330b3b" providerId="ADAL" clId="{26FB75FF-C8B5-4E49-B5DF-41EED14842CC}" dt="2025-05-13T14:10:39.325" v="801"/>
          <ac:spMkLst>
            <pc:docMk/>
            <pc:sldMk cId="408808655" sldId="2147481338"/>
            <ac:spMk id="187" creationId="{95747795-77FD-993C-A56C-C9D78BC491BF}"/>
          </ac:spMkLst>
        </pc:spChg>
        <pc:spChg chg="mod">
          <ac:chgData name="Michael Sheerin" userId="24c474cc-4036-43ee-85c2-fbd343330b3b" providerId="ADAL" clId="{26FB75FF-C8B5-4E49-B5DF-41EED14842CC}" dt="2025-05-13T14:10:39.325" v="801"/>
          <ac:spMkLst>
            <pc:docMk/>
            <pc:sldMk cId="408808655" sldId="2147481338"/>
            <ac:spMk id="188" creationId="{BFE8BB94-832B-D027-914C-C10CFB5F26E3}"/>
          </ac:spMkLst>
        </pc:spChg>
        <pc:spChg chg="mod">
          <ac:chgData name="Michael Sheerin" userId="24c474cc-4036-43ee-85c2-fbd343330b3b" providerId="ADAL" clId="{26FB75FF-C8B5-4E49-B5DF-41EED14842CC}" dt="2025-05-13T14:11:45.455" v="860" actId="1076"/>
          <ac:spMkLst>
            <pc:docMk/>
            <pc:sldMk cId="408808655" sldId="2147481338"/>
            <ac:spMk id="189" creationId="{0DBCFAE5-B879-3B9E-C545-D9DA24257232}"/>
          </ac:spMkLst>
        </pc:spChg>
        <pc:spChg chg="del mod">
          <ac:chgData name="Michael Sheerin" userId="24c474cc-4036-43ee-85c2-fbd343330b3b" providerId="ADAL" clId="{26FB75FF-C8B5-4E49-B5DF-41EED14842CC}" dt="2025-05-13T14:10:43.542" v="803" actId="478"/>
          <ac:spMkLst>
            <pc:docMk/>
            <pc:sldMk cId="408808655" sldId="2147481338"/>
            <ac:spMk id="190" creationId="{C2E01024-807B-D90F-56B6-FFA1A0E1473F}"/>
          </ac:spMkLst>
        </pc:spChg>
        <pc:spChg chg="mod">
          <ac:chgData name="Michael Sheerin" userId="24c474cc-4036-43ee-85c2-fbd343330b3b" providerId="ADAL" clId="{26FB75FF-C8B5-4E49-B5DF-41EED14842CC}" dt="2025-05-13T14:10:39.325" v="801"/>
          <ac:spMkLst>
            <pc:docMk/>
            <pc:sldMk cId="408808655" sldId="2147481338"/>
            <ac:spMk id="194" creationId="{6CE5BAC2-494E-B327-B448-B503B52D2753}"/>
          </ac:spMkLst>
        </pc:spChg>
        <pc:spChg chg="mod">
          <ac:chgData name="Michael Sheerin" userId="24c474cc-4036-43ee-85c2-fbd343330b3b" providerId="ADAL" clId="{26FB75FF-C8B5-4E49-B5DF-41EED14842CC}" dt="2025-05-13T14:10:39.325" v="801"/>
          <ac:spMkLst>
            <pc:docMk/>
            <pc:sldMk cId="408808655" sldId="2147481338"/>
            <ac:spMk id="195" creationId="{51A40552-C219-7F79-ED7F-9C1A8A54E1FF}"/>
          </ac:spMkLst>
        </pc:spChg>
        <pc:spChg chg="del mod">
          <ac:chgData name="Michael Sheerin" userId="24c474cc-4036-43ee-85c2-fbd343330b3b" providerId="ADAL" clId="{26FB75FF-C8B5-4E49-B5DF-41EED14842CC}" dt="2025-05-13T14:10:46.006" v="804" actId="478"/>
          <ac:spMkLst>
            <pc:docMk/>
            <pc:sldMk cId="408808655" sldId="2147481338"/>
            <ac:spMk id="196" creationId="{52E11428-5726-8EA8-9427-A2B0BB0FF0D0}"/>
          </ac:spMkLst>
        </pc:spChg>
        <pc:spChg chg="mod">
          <ac:chgData name="Michael Sheerin" userId="24c474cc-4036-43ee-85c2-fbd343330b3b" providerId="ADAL" clId="{26FB75FF-C8B5-4E49-B5DF-41EED14842CC}" dt="2025-05-13T14:10:39.325" v="801"/>
          <ac:spMkLst>
            <pc:docMk/>
            <pc:sldMk cId="408808655" sldId="2147481338"/>
            <ac:spMk id="197" creationId="{033CA1A3-C0AE-B47B-B75C-25D4ECCD18DA}"/>
          </ac:spMkLst>
        </pc:spChg>
        <pc:spChg chg="del mod">
          <ac:chgData name="Michael Sheerin" userId="24c474cc-4036-43ee-85c2-fbd343330b3b" providerId="ADAL" clId="{26FB75FF-C8B5-4E49-B5DF-41EED14842CC}" dt="2025-05-13T14:10:49.855" v="805" actId="478"/>
          <ac:spMkLst>
            <pc:docMk/>
            <pc:sldMk cId="408808655" sldId="2147481338"/>
            <ac:spMk id="198" creationId="{3F4FA57F-6F10-4E7C-82CE-2F4F1A9C4390}"/>
          </ac:spMkLst>
        </pc:spChg>
        <pc:spChg chg="mod">
          <ac:chgData name="Michael Sheerin" userId="24c474cc-4036-43ee-85c2-fbd343330b3b" providerId="ADAL" clId="{26FB75FF-C8B5-4E49-B5DF-41EED14842CC}" dt="2025-05-13T14:10:39.325" v="801"/>
          <ac:spMkLst>
            <pc:docMk/>
            <pc:sldMk cId="408808655" sldId="2147481338"/>
            <ac:spMk id="199" creationId="{F2D31C16-9555-95CC-4743-C9A91D65653E}"/>
          </ac:spMkLst>
        </pc:spChg>
        <pc:spChg chg="add del mod">
          <ac:chgData name="Michael Sheerin" userId="24c474cc-4036-43ee-85c2-fbd343330b3b" providerId="ADAL" clId="{26FB75FF-C8B5-4E49-B5DF-41EED14842CC}" dt="2025-05-13T14:12:34.031" v="888" actId="478"/>
          <ac:spMkLst>
            <pc:docMk/>
            <pc:sldMk cId="408808655" sldId="2147481338"/>
            <ac:spMk id="200" creationId="{DFC714E4-B9F2-90C6-2F1D-FC4CCBDDF75F}"/>
          </ac:spMkLst>
        </pc:spChg>
        <pc:spChg chg="add del mod">
          <ac:chgData name="Michael Sheerin" userId="24c474cc-4036-43ee-85c2-fbd343330b3b" providerId="ADAL" clId="{26FB75FF-C8B5-4E49-B5DF-41EED14842CC}" dt="2025-05-13T14:12:46.309" v="911" actId="478"/>
          <ac:spMkLst>
            <pc:docMk/>
            <pc:sldMk cId="408808655" sldId="2147481338"/>
            <ac:spMk id="201" creationId="{46C60E96-C5DC-1125-70AA-56A066E8C06C}"/>
          </ac:spMkLst>
        </pc:spChg>
        <pc:spChg chg="add mod">
          <ac:chgData name="Michael Sheerin" userId="24c474cc-4036-43ee-85c2-fbd343330b3b" providerId="ADAL" clId="{26FB75FF-C8B5-4E49-B5DF-41EED14842CC}" dt="2025-05-13T14:13:48.764" v="978" actId="404"/>
          <ac:spMkLst>
            <pc:docMk/>
            <pc:sldMk cId="408808655" sldId="2147481338"/>
            <ac:spMk id="202" creationId="{06A67BE6-7532-3FA0-43CA-26A6794CBCAB}"/>
          </ac:spMkLst>
        </pc:spChg>
        <pc:grpChg chg="add mod">
          <ac:chgData name="Michael Sheerin" userId="24c474cc-4036-43ee-85c2-fbd343330b3b" providerId="ADAL" clId="{26FB75FF-C8B5-4E49-B5DF-41EED14842CC}" dt="2025-05-13T13:49:20.931" v="5"/>
          <ac:grpSpMkLst>
            <pc:docMk/>
            <pc:sldMk cId="408808655" sldId="2147481338"/>
            <ac:grpSpMk id="4" creationId="{A5C617E4-65BA-C9BE-BB71-0C5609365FCE}"/>
          </ac:grpSpMkLst>
        </pc:grpChg>
        <pc:grpChg chg="add del mod">
          <ac:chgData name="Michael Sheerin" userId="24c474cc-4036-43ee-85c2-fbd343330b3b" providerId="ADAL" clId="{26FB75FF-C8B5-4E49-B5DF-41EED14842CC}" dt="2025-05-13T13:49:33.461" v="8" actId="478"/>
          <ac:grpSpMkLst>
            <pc:docMk/>
            <pc:sldMk cId="408808655" sldId="2147481338"/>
            <ac:grpSpMk id="7" creationId="{91542FC8-E86B-1705-2FB2-53B1CEAF0B3E}"/>
          </ac:grpSpMkLst>
        </pc:grpChg>
        <pc:grpChg chg="del mod">
          <ac:chgData name="Michael Sheerin" userId="24c474cc-4036-43ee-85c2-fbd343330b3b" providerId="ADAL" clId="{26FB75FF-C8B5-4E49-B5DF-41EED14842CC}" dt="2025-05-13T13:49:29.557" v="7" actId="478"/>
          <ac:grpSpMkLst>
            <pc:docMk/>
            <pc:sldMk cId="408808655" sldId="2147481338"/>
            <ac:grpSpMk id="8" creationId="{3BF087FD-67B7-198F-4BFC-B0BB326B0994}"/>
          </ac:grpSpMkLst>
        </pc:grpChg>
        <pc:grpChg chg="add mod">
          <ac:chgData name="Michael Sheerin" userId="24c474cc-4036-43ee-85c2-fbd343330b3b" providerId="ADAL" clId="{26FB75FF-C8B5-4E49-B5DF-41EED14842CC}" dt="2025-05-13T13:50:22.184" v="31" actId="1076"/>
          <ac:grpSpMkLst>
            <pc:docMk/>
            <pc:sldMk cId="408808655" sldId="2147481338"/>
            <ac:grpSpMk id="13" creationId="{C89E6636-D80F-829F-A260-170EBB1D68B5}"/>
          </ac:grpSpMkLst>
        </pc:grpChg>
        <pc:grpChg chg="add mod">
          <ac:chgData name="Michael Sheerin" userId="24c474cc-4036-43ee-85c2-fbd343330b3b" providerId="ADAL" clId="{26FB75FF-C8B5-4E49-B5DF-41EED14842CC}" dt="2025-05-13T14:14:39.831" v="999" actId="1036"/>
          <ac:grpSpMkLst>
            <pc:docMk/>
            <pc:sldMk cId="408808655" sldId="2147481338"/>
            <ac:grpSpMk id="18" creationId="{81F68B3D-2B03-75EA-5766-CC9941DFE7C4}"/>
          </ac:grpSpMkLst>
        </pc:grpChg>
        <pc:grpChg chg="add mod">
          <ac:chgData name="Michael Sheerin" userId="24c474cc-4036-43ee-85c2-fbd343330b3b" providerId="ADAL" clId="{26FB75FF-C8B5-4E49-B5DF-41EED14842CC}" dt="2025-05-13T13:52:49.857" v="88" actId="1076"/>
          <ac:grpSpMkLst>
            <pc:docMk/>
            <pc:sldMk cId="408808655" sldId="2147481338"/>
            <ac:grpSpMk id="26" creationId="{44F01FC5-BA01-4E20-C168-23CADDE62096}"/>
          </ac:grpSpMkLst>
        </pc:grpChg>
        <pc:grpChg chg="add mod">
          <ac:chgData name="Michael Sheerin" userId="24c474cc-4036-43ee-85c2-fbd343330b3b" providerId="ADAL" clId="{26FB75FF-C8B5-4E49-B5DF-41EED14842CC}" dt="2025-05-13T13:53:18.378" v="91" actId="164"/>
          <ac:grpSpMkLst>
            <pc:docMk/>
            <pc:sldMk cId="408808655" sldId="2147481338"/>
            <ac:grpSpMk id="30" creationId="{B2B7F763-F0D9-69F8-1B65-2760A1B21AD5}"/>
          </ac:grpSpMkLst>
        </pc:grpChg>
        <pc:grpChg chg="add mod">
          <ac:chgData name="Michael Sheerin" userId="24c474cc-4036-43ee-85c2-fbd343330b3b" providerId="ADAL" clId="{26FB75FF-C8B5-4E49-B5DF-41EED14842CC}" dt="2025-05-13T13:54:39.412" v="121" actId="1076"/>
          <ac:grpSpMkLst>
            <pc:docMk/>
            <pc:sldMk cId="408808655" sldId="2147481338"/>
            <ac:grpSpMk id="33" creationId="{7D4232E5-8ADA-AACE-6245-BE1E06988110}"/>
          </ac:grpSpMkLst>
        </pc:grpChg>
        <pc:grpChg chg="add mod">
          <ac:chgData name="Michael Sheerin" userId="24c474cc-4036-43ee-85c2-fbd343330b3b" providerId="ADAL" clId="{26FB75FF-C8B5-4E49-B5DF-41EED14842CC}" dt="2025-05-13T13:54:22.202" v="116" actId="1076"/>
          <ac:grpSpMkLst>
            <pc:docMk/>
            <pc:sldMk cId="408808655" sldId="2147481338"/>
            <ac:grpSpMk id="48" creationId="{208A75CA-D731-1448-828C-72F92A984F3B}"/>
          </ac:grpSpMkLst>
        </pc:grpChg>
        <pc:grpChg chg="add mod">
          <ac:chgData name="Michael Sheerin" userId="24c474cc-4036-43ee-85c2-fbd343330b3b" providerId="ADAL" clId="{26FB75FF-C8B5-4E49-B5DF-41EED14842CC}" dt="2025-05-13T13:54:44.562" v="122" actId="1076"/>
          <ac:grpSpMkLst>
            <pc:docMk/>
            <pc:sldMk cId="408808655" sldId="2147481338"/>
            <ac:grpSpMk id="49" creationId="{ADA81367-CEE7-0CF5-7F67-F1B6989FE984}"/>
          </ac:grpSpMkLst>
        </pc:grpChg>
        <pc:grpChg chg="add mod">
          <ac:chgData name="Michael Sheerin" userId="24c474cc-4036-43ee-85c2-fbd343330b3b" providerId="ADAL" clId="{26FB75FF-C8B5-4E49-B5DF-41EED14842CC}" dt="2025-05-13T13:54:34.842" v="120" actId="1076"/>
          <ac:grpSpMkLst>
            <pc:docMk/>
            <pc:sldMk cId="408808655" sldId="2147481338"/>
            <ac:grpSpMk id="52" creationId="{6184B48A-B556-4F6B-0D57-1BF51E827767}"/>
          </ac:grpSpMkLst>
        </pc:grpChg>
        <pc:grpChg chg="add mod">
          <ac:chgData name="Michael Sheerin" userId="24c474cc-4036-43ee-85c2-fbd343330b3b" providerId="ADAL" clId="{26FB75FF-C8B5-4E49-B5DF-41EED14842CC}" dt="2025-05-13T13:58:57.268" v="369" actId="164"/>
          <ac:grpSpMkLst>
            <pc:docMk/>
            <pc:sldMk cId="408808655" sldId="2147481338"/>
            <ac:grpSpMk id="66" creationId="{D251A2AF-A3CC-D50F-01D2-45B2ABD49FE5}"/>
          </ac:grpSpMkLst>
        </pc:grpChg>
        <pc:grpChg chg="add del mod">
          <ac:chgData name="Michael Sheerin" userId="24c474cc-4036-43ee-85c2-fbd343330b3b" providerId="ADAL" clId="{26FB75FF-C8B5-4E49-B5DF-41EED14842CC}" dt="2025-05-13T13:59:50.642" v="380" actId="165"/>
          <ac:grpSpMkLst>
            <pc:docMk/>
            <pc:sldMk cId="408808655" sldId="2147481338"/>
            <ac:grpSpMk id="69" creationId="{56187532-AC52-E235-6104-45B11021B188}"/>
          </ac:grpSpMkLst>
        </pc:grpChg>
        <pc:grpChg chg="add del mod">
          <ac:chgData name="Michael Sheerin" userId="24c474cc-4036-43ee-85c2-fbd343330b3b" providerId="ADAL" clId="{26FB75FF-C8B5-4E49-B5DF-41EED14842CC}" dt="2025-05-13T13:58:38.929" v="348"/>
          <ac:grpSpMkLst>
            <pc:docMk/>
            <pc:sldMk cId="408808655" sldId="2147481338"/>
            <ac:grpSpMk id="72" creationId="{9998AD48-8709-364E-C4C8-F1ABA2CA95B0}"/>
          </ac:grpSpMkLst>
        </pc:grpChg>
        <pc:grpChg chg="add mod">
          <ac:chgData name="Michael Sheerin" userId="24c474cc-4036-43ee-85c2-fbd343330b3b" providerId="ADAL" clId="{26FB75FF-C8B5-4E49-B5DF-41EED14842CC}" dt="2025-05-13T14:14:02.759" v="985" actId="1036"/>
          <ac:grpSpMkLst>
            <pc:docMk/>
            <pc:sldMk cId="408808655" sldId="2147481338"/>
            <ac:grpSpMk id="76" creationId="{F5BCA882-BF2C-85AB-40B1-199AAFE26725}"/>
          </ac:grpSpMkLst>
        </pc:grpChg>
        <pc:grpChg chg="add mod">
          <ac:chgData name="Michael Sheerin" userId="24c474cc-4036-43ee-85c2-fbd343330b3b" providerId="ADAL" clId="{26FB75FF-C8B5-4E49-B5DF-41EED14842CC}" dt="2025-05-13T14:14:02.759" v="985" actId="1036"/>
          <ac:grpSpMkLst>
            <pc:docMk/>
            <pc:sldMk cId="408808655" sldId="2147481338"/>
            <ac:grpSpMk id="77" creationId="{32C7EB1E-025B-C346-A4E0-E6B466BF3B2C}"/>
          </ac:grpSpMkLst>
        </pc:grpChg>
        <pc:grpChg chg="mod">
          <ac:chgData name="Michael Sheerin" userId="24c474cc-4036-43ee-85c2-fbd343330b3b" providerId="ADAL" clId="{26FB75FF-C8B5-4E49-B5DF-41EED14842CC}" dt="2025-05-13T13:59:14.721" v="370"/>
          <ac:grpSpMkLst>
            <pc:docMk/>
            <pc:sldMk cId="408808655" sldId="2147481338"/>
            <ac:grpSpMk id="78" creationId="{D5C35A50-979A-47AD-5189-08204F1EA4DB}"/>
          </ac:grpSpMkLst>
        </pc:grpChg>
        <pc:grpChg chg="del mod">
          <ac:chgData name="Michael Sheerin" userId="24c474cc-4036-43ee-85c2-fbd343330b3b" providerId="ADAL" clId="{26FB75FF-C8B5-4E49-B5DF-41EED14842CC}" dt="2025-05-13T14:00:07.737" v="385" actId="478"/>
          <ac:grpSpMkLst>
            <pc:docMk/>
            <pc:sldMk cId="408808655" sldId="2147481338"/>
            <ac:grpSpMk id="79" creationId="{3321C1B4-E928-86BA-AEE1-D7D8D7775CAC}"/>
          </ac:grpSpMkLst>
        </pc:grpChg>
        <pc:grpChg chg="del mod">
          <ac:chgData name="Michael Sheerin" userId="24c474cc-4036-43ee-85c2-fbd343330b3b" providerId="ADAL" clId="{26FB75FF-C8B5-4E49-B5DF-41EED14842CC}" dt="2025-05-13T13:59:43.001" v="378" actId="478"/>
          <ac:grpSpMkLst>
            <pc:docMk/>
            <pc:sldMk cId="408808655" sldId="2147481338"/>
            <ac:grpSpMk id="82" creationId="{2DA93BF1-5C4D-4920-E67C-A4B29B0DBFA1}"/>
          </ac:grpSpMkLst>
        </pc:grpChg>
        <pc:grpChg chg="mod">
          <ac:chgData name="Michael Sheerin" userId="24c474cc-4036-43ee-85c2-fbd343330b3b" providerId="ADAL" clId="{26FB75FF-C8B5-4E49-B5DF-41EED14842CC}" dt="2025-05-13T13:59:14.721" v="370"/>
          <ac:grpSpMkLst>
            <pc:docMk/>
            <pc:sldMk cId="408808655" sldId="2147481338"/>
            <ac:grpSpMk id="83" creationId="{DC03C435-2BDE-466A-A4D9-6BC74D6C6D69}"/>
          </ac:grpSpMkLst>
        </pc:grpChg>
        <pc:grpChg chg="add del mod">
          <ac:chgData name="Michael Sheerin" userId="24c474cc-4036-43ee-85c2-fbd343330b3b" providerId="ADAL" clId="{26FB75FF-C8B5-4E49-B5DF-41EED14842CC}" dt="2025-05-13T13:59:46.976" v="379" actId="478"/>
          <ac:grpSpMkLst>
            <pc:docMk/>
            <pc:sldMk cId="408808655" sldId="2147481338"/>
            <ac:grpSpMk id="99" creationId="{C388CDA3-E9A4-11EB-75D4-AD48C984B6C4}"/>
          </ac:grpSpMkLst>
        </pc:grpChg>
        <pc:grpChg chg="mod topLvl">
          <ac:chgData name="Michael Sheerin" userId="24c474cc-4036-43ee-85c2-fbd343330b3b" providerId="ADAL" clId="{26FB75FF-C8B5-4E49-B5DF-41EED14842CC}" dt="2025-05-13T14:00:02.312" v="384" actId="164"/>
          <ac:grpSpMkLst>
            <pc:docMk/>
            <pc:sldMk cId="408808655" sldId="2147481338"/>
            <ac:grpSpMk id="100" creationId="{B2642836-5209-EDAE-A88F-AE0C10041BED}"/>
          </ac:grpSpMkLst>
        </pc:grpChg>
        <pc:grpChg chg="add mod">
          <ac:chgData name="Michael Sheerin" userId="24c474cc-4036-43ee-85c2-fbd343330b3b" providerId="ADAL" clId="{26FB75FF-C8B5-4E49-B5DF-41EED14842CC}" dt="2025-05-13T14:14:02.759" v="985" actId="1036"/>
          <ac:grpSpMkLst>
            <pc:docMk/>
            <pc:sldMk cId="408808655" sldId="2147481338"/>
            <ac:grpSpMk id="105" creationId="{7DBF0950-48FE-4A11-BA45-F7FACF03ED36}"/>
          </ac:grpSpMkLst>
        </pc:grpChg>
        <pc:grpChg chg="add del mod">
          <ac:chgData name="Michael Sheerin" userId="24c474cc-4036-43ee-85c2-fbd343330b3b" providerId="ADAL" clId="{26FB75FF-C8B5-4E49-B5DF-41EED14842CC}" dt="2025-05-13T14:09:05.932" v="780" actId="165"/>
          <ac:grpSpMkLst>
            <pc:docMk/>
            <pc:sldMk cId="408808655" sldId="2147481338"/>
            <ac:grpSpMk id="108" creationId="{65862F0E-C4F8-9506-605C-2BB0E6923249}"/>
          </ac:grpSpMkLst>
        </pc:grpChg>
        <pc:grpChg chg="add del mod topLvl">
          <ac:chgData name="Michael Sheerin" userId="24c474cc-4036-43ee-85c2-fbd343330b3b" providerId="ADAL" clId="{26FB75FF-C8B5-4E49-B5DF-41EED14842CC}" dt="2025-05-13T14:14:02.759" v="985" actId="1036"/>
          <ac:grpSpMkLst>
            <pc:docMk/>
            <pc:sldMk cId="408808655" sldId="2147481338"/>
            <ac:grpSpMk id="109" creationId="{24D9FF10-A3C2-C0F1-F897-33D683BDC20E}"/>
          </ac:grpSpMkLst>
        </pc:grpChg>
        <pc:grpChg chg="mod">
          <ac:chgData name="Michael Sheerin" userId="24c474cc-4036-43ee-85c2-fbd343330b3b" providerId="ADAL" clId="{26FB75FF-C8B5-4E49-B5DF-41EED14842CC}" dt="2025-05-13T14:09:05.932" v="780" actId="165"/>
          <ac:grpSpMkLst>
            <pc:docMk/>
            <pc:sldMk cId="408808655" sldId="2147481338"/>
            <ac:grpSpMk id="112" creationId="{89BBE3E9-5E93-4432-A763-C353D75D9DA7}"/>
          </ac:grpSpMkLst>
        </pc:grpChg>
        <pc:grpChg chg="add del mod">
          <ac:chgData name="Michael Sheerin" userId="24c474cc-4036-43ee-85c2-fbd343330b3b" providerId="ADAL" clId="{26FB75FF-C8B5-4E49-B5DF-41EED14842CC}" dt="2025-05-13T14:09:21.902" v="787" actId="165"/>
          <ac:grpSpMkLst>
            <pc:docMk/>
            <pc:sldMk cId="408808655" sldId="2147481338"/>
            <ac:grpSpMk id="126" creationId="{696BFA9D-B0AC-9869-5EC0-216C30B253B8}"/>
          </ac:grpSpMkLst>
        </pc:grpChg>
        <pc:grpChg chg="del mod topLvl">
          <ac:chgData name="Michael Sheerin" userId="24c474cc-4036-43ee-85c2-fbd343330b3b" providerId="ADAL" clId="{26FB75FF-C8B5-4E49-B5DF-41EED14842CC}" dt="2025-05-13T14:09:23.764" v="788" actId="478"/>
          <ac:grpSpMkLst>
            <pc:docMk/>
            <pc:sldMk cId="408808655" sldId="2147481338"/>
            <ac:grpSpMk id="127" creationId="{BFED06C8-5044-FD42-58DD-2252AE00C30A}"/>
          </ac:grpSpMkLst>
        </pc:grpChg>
        <pc:grpChg chg="add mod">
          <ac:chgData name="Michael Sheerin" userId="24c474cc-4036-43ee-85c2-fbd343330b3b" providerId="ADAL" clId="{26FB75FF-C8B5-4E49-B5DF-41EED14842CC}" dt="2025-05-13T14:14:02.759" v="985" actId="1036"/>
          <ac:grpSpMkLst>
            <pc:docMk/>
            <pc:sldMk cId="408808655" sldId="2147481338"/>
            <ac:grpSpMk id="131" creationId="{D49D7F9C-C22D-976F-61BF-2AEDB528FE5C}"/>
          </ac:grpSpMkLst>
        </pc:grpChg>
        <pc:grpChg chg="mod">
          <ac:chgData name="Michael Sheerin" userId="24c474cc-4036-43ee-85c2-fbd343330b3b" providerId="ADAL" clId="{26FB75FF-C8B5-4E49-B5DF-41EED14842CC}" dt="2025-05-13T14:04:02.810" v="639"/>
          <ac:grpSpMkLst>
            <pc:docMk/>
            <pc:sldMk cId="408808655" sldId="2147481338"/>
            <ac:grpSpMk id="132" creationId="{F3A50DA7-3BA6-3507-7F5C-2E00EDA076F7}"/>
          </ac:grpSpMkLst>
        </pc:grpChg>
        <pc:grpChg chg="del mod">
          <ac:chgData name="Michael Sheerin" userId="24c474cc-4036-43ee-85c2-fbd343330b3b" providerId="ADAL" clId="{26FB75FF-C8B5-4E49-B5DF-41EED14842CC}" dt="2025-05-13T14:04:11.641" v="643" actId="478"/>
          <ac:grpSpMkLst>
            <pc:docMk/>
            <pc:sldMk cId="408808655" sldId="2147481338"/>
            <ac:grpSpMk id="133" creationId="{256319A3-C287-0AEB-3F77-1A2C7F4156E7}"/>
          </ac:grpSpMkLst>
        </pc:grpChg>
        <pc:grpChg chg="add del mod">
          <ac:chgData name="Michael Sheerin" userId="24c474cc-4036-43ee-85c2-fbd343330b3b" providerId="ADAL" clId="{26FB75FF-C8B5-4E49-B5DF-41EED14842CC}" dt="2025-05-13T14:10:25.531" v="798" actId="478"/>
          <ac:grpSpMkLst>
            <pc:docMk/>
            <pc:sldMk cId="408808655" sldId="2147481338"/>
            <ac:grpSpMk id="146" creationId="{6093E4A1-BA24-37DD-53E7-64C9FF040762}"/>
          </ac:grpSpMkLst>
        </pc:grpChg>
        <pc:grpChg chg="del mod">
          <ac:chgData name="Michael Sheerin" userId="24c474cc-4036-43ee-85c2-fbd343330b3b" providerId="ADAL" clId="{26FB75FF-C8B5-4E49-B5DF-41EED14842CC}" dt="2025-05-13T14:10:23.107" v="797" actId="478"/>
          <ac:grpSpMkLst>
            <pc:docMk/>
            <pc:sldMk cId="408808655" sldId="2147481338"/>
            <ac:grpSpMk id="147" creationId="{EB3C9EE3-055F-8DCB-5884-1022572EA5E7}"/>
          </ac:grpSpMkLst>
        </pc:grpChg>
        <pc:grpChg chg="add mod">
          <ac:chgData name="Michael Sheerin" userId="24c474cc-4036-43ee-85c2-fbd343330b3b" providerId="ADAL" clId="{26FB75FF-C8B5-4E49-B5DF-41EED14842CC}" dt="2025-05-13T14:14:02.759" v="985" actId="1036"/>
          <ac:grpSpMkLst>
            <pc:docMk/>
            <pc:sldMk cId="408808655" sldId="2147481338"/>
            <ac:grpSpMk id="151" creationId="{DF7B101D-2C89-D905-38F2-115D384B22D7}"/>
          </ac:grpSpMkLst>
        </pc:grpChg>
        <pc:grpChg chg="mod">
          <ac:chgData name="Michael Sheerin" userId="24c474cc-4036-43ee-85c2-fbd343330b3b" providerId="ADAL" clId="{26FB75FF-C8B5-4E49-B5DF-41EED14842CC}" dt="2025-05-13T14:07:14.123" v="746"/>
          <ac:grpSpMkLst>
            <pc:docMk/>
            <pc:sldMk cId="408808655" sldId="2147481338"/>
            <ac:grpSpMk id="152" creationId="{EEC3433E-FE78-4F5C-AB5A-5F151136B63D}"/>
          </ac:grpSpMkLst>
        </pc:grpChg>
        <pc:grpChg chg="del mod">
          <ac:chgData name="Michael Sheerin" userId="24c474cc-4036-43ee-85c2-fbd343330b3b" providerId="ADAL" clId="{26FB75FF-C8B5-4E49-B5DF-41EED14842CC}" dt="2025-05-13T14:07:21.130" v="749" actId="478"/>
          <ac:grpSpMkLst>
            <pc:docMk/>
            <pc:sldMk cId="408808655" sldId="2147481338"/>
            <ac:grpSpMk id="153" creationId="{C82BBBCF-54F3-8D16-3848-B113A9A1F18F}"/>
          </ac:grpSpMkLst>
        </pc:grpChg>
        <pc:grpChg chg="add del mod">
          <ac:chgData name="Michael Sheerin" userId="24c474cc-4036-43ee-85c2-fbd343330b3b" providerId="ADAL" clId="{26FB75FF-C8B5-4E49-B5DF-41EED14842CC}" dt="2025-05-13T14:09:28.800" v="790" actId="478"/>
          <ac:grpSpMkLst>
            <pc:docMk/>
            <pc:sldMk cId="408808655" sldId="2147481338"/>
            <ac:grpSpMk id="161" creationId="{654CB3B8-0B01-BC7E-C1D0-138702E7ED25}"/>
          </ac:grpSpMkLst>
        </pc:grpChg>
        <pc:grpChg chg="mod topLvl">
          <ac:chgData name="Michael Sheerin" userId="24c474cc-4036-43ee-85c2-fbd343330b3b" providerId="ADAL" clId="{26FB75FF-C8B5-4E49-B5DF-41EED14842CC}" dt="2025-05-13T14:09:36.751" v="792" actId="164"/>
          <ac:grpSpMkLst>
            <pc:docMk/>
            <pc:sldMk cId="408808655" sldId="2147481338"/>
            <ac:grpSpMk id="162" creationId="{E0A182B9-7FA9-54B2-3438-D3406592E846}"/>
          </ac:grpSpMkLst>
        </pc:grpChg>
        <pc:grpChg chg="add del mod">
          <ac:chgData name="Michael Sheerin" userId="24c474cc-4036-43ee-85c2-fbd343330b3b" providerId="ADAL" clId="{26FB75FF-C8B5-4E49-B5DF-41EED14842CC}" dt="2025-05-13T14:09:27.500" v="789" actId="478"/>
          <ac:grpSpMkLst>
            <pc:docMk/>
            <pc:sldMk cId="408808655" sldId="2147481338"/>
            <ac:grpSpMk id="163" creationId="{8E4FFC52-40B6-1A51-C7DD-5FDF498AD94B}"/>
          </ac:grpSpMkLst>
        </pc:grpChg>
        <pc:grpChg chg="add mod">
          <ac:chgData name="Michael Sheerin" userId="24c474cc-4036-43ee-85c2-fbd343330b3b" providerId="ADAL" clId="{26FB75FF-C8B5-4E49-B5DF-41EED14842CC}" dt="2025-05-13T14:14:02.759" v="985" actId="1036"/>
          <ac:grpSpMkLst>
            <pc:docMk/>
            <pc:sldMk cId="408808655" sldId="2147481338"/>
            <ac:grpSpMk id="173" creationId="{B2B03FA8-EEF4-AA91-8FE4-EF920A03975C}"/>
          </ac:grpSpMkLst>
        </pc:grpChg>
        <pc:grpChg chg="add del mod">
          <ac:chgData name="Michael Sheerin" userId="24c474cc-4036-43ee-85c2-fbd343330b3b" providerId="ADAL" clId="{26FB75FF-C8B5-4E49-B5DF-41EED14842CC}" dt="2025-05-13T14:10:19.854" v="796" actId="478"/>
          <ac:grpSpMkLst>
            <pc:docMk/>
            <pc:sldMk cId="408808655" sldId="2147481338"/>
            <ac:grpSpMk id="174" creationId="{03A7B36A-C1B5-7685-6305-A1E58AE1A3DD}"/>
          </ac:grpSpMkLst>
        </pc:grpChg>
        <pc:grpChg chg="mod topLvl">
          <ac:chgData name="Michael Sheerin" userId="24c474cc-4036-43ee-85c2-fbd343330b3b" providerId="ADAL" clId="{26FB75FF-C8B5-4E49-B5DF-41EED14842CC}" dt="2025-05-13T14:10:35.172" v="800" actId="164"/>
          <ac:grpSpMkLst>
            <pc:docMk/>
            <pc:sldMk cId="408808655" sldId="2147481338"/>
            <ac:grpSpMk id="175" creationId="{7009F508-7CFE-16BA-1519-01C88B5A33D3}"/>
          </ac:grpSpMkLst>
        </pc:grpChg>
        <pc:grpChg chg="del mod">
          <ac:chgData name="Michael Sheerin" userId="24c474cc-4036-43ee-85c2-fbd343330b3b" providerId="ADAL" clId="{26FB75FF-C8B5-4E49-B5DF-41EED14842CC}" dt="2025-05-13T14:09:56.939" v="794" actId="478"/>
          <ac:grpSpMkLst>
            <pc:docMk/>
            <pc:sldMk cId="408808655" sldId="2147481338"/>
            <ac:grpSpMk id="177" creationId="{EC17CDA7-A561-227F-9C79-2A3F0F69D784}"/>
          </ac:grpSpMkLst>
        </pc:grpChg>
        <pc:grpChg chg="add mod">
          <ac:chgData name="Michael Sheerin" userId="24c474cc-4036-43ee-85c2-fbd343330b3b" providerId="ADAL" clId="{26FB75FF-C8B5-4E49-B5DF-41EED14842CC}" dt="2025-05-13T14:14:02.759" v="985" actId="1036"/>
          <ac:grpSpMkLst>
            <pc:docMk/>
            <pc:sldMk cId="408808655" sldId="2147481338"/>
            <ac:grpSpMk id="181" creationId="{E399DEAC-926D-5E33-9916-83C3E6EA5072}"/>
          </ac:grpSpMkLst>
        </pc:grpChg>
        <pc:grpChg chg="add mod">
          <ac:chgData name="Michael Sheerin" userId="24c474cc-4036-43ee-85c2-fbd343330b3b" providerId="ADAL" clId="{26FB75FF-C8B5-4E49-B5DF-41EED14842CC}" dt="2025-05-13T14:14:02.759" v="985" actId="1036"/>
          <ac:grpSpMkLst>
            <pc:docMk/>
            <pc:sldMk cId="408808655" sldId="2147481338"/>
            <ac:grpSpMk id="182" creationId="{E4E6B1FE-4B82-87E3-C39C-F64CCCD0E34C}"/>
          </ac:grpSpMkLst>
        </pc:grpChg>
        <pc:grpChg chg="mod">
          <ac:chgData name="Michael Sheerin" userId="24c474cc-4036-43ee-85c2-fbd343330b3b" providerId="ADAL" clId="{26FB75FF-C8B5-4E49-B5DF-41EED14842CC}" dt="2025-05-13T14:10:39.325" v="801"/>
          <ac:grpSpMkLst>
            <pc:docMk/>
            <pc:sldMk cId="408808655" sldId="2147481338"/>
            <ac:grpSpMk id="183" creationId="{C2166D45-4CD9-DD44-AA09-4FA9A70B6497}"/>
          </ac:grpSpMkLst>
        </pc:grpChg>
        <pc:grpChg chg="del mod">
          <ac:chgData name="Michael Sheerin" userId="24c474cc-4036-43ee-85c2-fbd343330b3b" providerId="ADAL" clId="{26FB75FF-C8B5-4E49-B5DF-41EED14842CC}" dt="2025-05-13T14:10:49.855" v="805" actId="478"/>
          <ac:grpSpMkLst>
            <pc:docMk/>
            <pc:sldMk cId="408808655" sldId="2147481338"/>
            <ac:grpSpMk id="191" creationId="{08BA24AC-A906-4A17-8BE4-43995CEDA6D4}"/>
          </ac:grpSpMkLst>
        </pc:grpChg>
        <pc:grpChg chg="del mod">
          <ac:chgData name="Michael Sheerin" userId="24c474cc-4036-43ee-85c2-fbd343330b3b" providerId="ADAL" clId="{26FB75FF-C8B5-4E49-B5DF-41EED14842CC}" dt="2025-05-13T14:10:46.006" v="804" actId="478"/>
          <ac:grpSpMkLst>
            <pc:docMk/>
            <pc:sldMk cId="408808655" sldId="2147481338"/>
            <ac:grpSpMk id="192" creationId="{49FAFD50-1A57-0AFC-77C1-3ACD999F6416}"/>
          </ac:grpSpMkLst>
        </pc:grpChg>
        <pc:grpChg chg="mod">
          <ac:chgData name="Michael Sheerin" userId="24c474cc-4036-43ee-85c2-fbd343330b3b" providerId="ADAL" clId="{26FB75FF-C8B5-4E49-B5DF-41EED14842CC}" dt="2025-05-13T14:10:39.325" v="801"/>
          <ac:grpSpMkLst>
            <pc:docMk/>
            <pc:sldMk cId="408808655" sldId="2147481338"/>
            <ac:grpSpMk id="193" creationId="{8781CFD0-E55A-F3DE-9D27-DFCD41868F13}"/>
          </ac:grpSpMkLst>
        </pc:grpChg>
        <pc:picChg chg="mod">
          <ac:chgData name="Michael Sheerin" userId="24c474cc-4036-43ee-85c2-fbd343330b3b" providerId="ADAL" clId="{26FB75FF-C8B5-4E49-B5DF-41EED14842CC}" dt="2025-05-13T13:49:20.931" v="5"/>
          <ac:picMkLst>
            <pc:docMk/>
            <pc:sldMk cId="408808655" sldId="2147481338"/>
            <ac:picMk id="6" creationId="{4F343B01-0E9F-D498-C1FE-964ADC9B6E68}"/>
          </ac:picMkLst>
        </pc:picChg>
        <pc:picChg chg="del mod">
          <ac:chgData name="Michael Sheerin" userId="24c474cc-4036-43ee-85c2-fbd343330b3b" providerId="ADAL" clId="{26FB75FF-C8B5-4E49-B5DF-41EED14842CC}" dt="2025-05-13T13:49:29.557" v="7" actId="478"/>
          <ac:picMkLst>
            <pc:docMk/>
            <pc:sldMk cId="408808655" sldId="2147481338"/>
            <ac:picMk id="11" creationId="{CC66925A-D875-ACD9-6F34-AC4E9FA8D28E}"/>
          </ac:picMkLst>
        </pc:picChg>
        <pc:picChg chg="del mod topLvl">
          <ac:chgData name="Michael Sheerin" userId="24c474cc-4036-43ee-85c2-fbd343330b3b" providerId="ADAL" clId="{26FB75FF-C8B5-4E49-B5DF-41EED14842CC}" dt="2025-05-13T13:59:52.076" v="381" actId="478"/>
          <ac:picMkLst>
            <pc:docMk/>
            <pc:sldMk cId="408808655" sldId="2147481338"/>
            <ac:picMk id="70" creationId="{B19C975B-2AB9-681C-661B-C28396AA5C86}"/>
          </ac:picMkLst>
        </pc:picChg>
        <pc:picChg chg="mod">
          <ac:chgData name="Michael Sheerin" userId="24c474cc-4036-43ee-85c2-fbd343330b3b" providerId="ADAL" clId="{26FB75FF-C8B5-4E49-B5DF-41EED14842CC}" dt="2025-05-13T13:58:37.774" v="347"/>
          <ac:picMkLst>
            <pc:docMk/>
            <pc:sldMk cId="408808655" sldId="2147481338"/>
            <ac:picMk id="73" creationId="{93653329-D9CA-8967-4719-D7CFF25E309C}"/>
          </ac:picMkLst>
        </pc:picChg>
        <pc:cxnChg chg="add del mod">
          <ac:chgData name="Michael Sheerin" userId="24c474cc-4036-43ee-85c2-fbd343330b3b" providerId="ADAL" clId="{26FB75FF-C8B5-4E49-B5DF-41EED14842CC}" dt="2025-05-13T13:54:13" v="113"/>
          <ac:cxnSpMkLst>
            <pc:docMk/>
            <pc:sldMk cId="408808655" sldId="2147481338"/>
            <ac:cxnSpMk id="38" creationId="{93C55B8B-4F4B-D07F-FB5A-6C9016148106}"/>
          </ac:cxnSpMkLst>
        </pc:cxnChg>
        <pc:cxnChg chg="add del mod">
          <ac:chgData name="Michael Sheerin" userId="24c474cc-4036-43ee-85c2-fbd343330b3b" providerId="ADAL" clId="{26FB75FF-C8B5-4E49-B5DF-41EED14842CC}" dt="2025-05-13T13:54:13" v="113"/>
          <ac:cxnSpMkLst>
            <pc:docMk/>
            <pc:sldMk cId="408808655" sldId="2147481338"/>
            <ac:cxnSpMk id="41" creationId="{F132D8BD-8697-5FB5-FA6D-CA23FF4A8DCB}"/>
          </ac:cxnSpMkLst>
        </pc:cxnChg>
        <pc:cxnChg chg="add mod">
          <ac:chgData name="Michael Sheerin" userId="24c474cc-4036-43ee-85c2-fbd343330b3b" providerId="ADAL" clId="{26FB75FF-C8B5-4E49-B5DF-41EED14842CC}" dt="2025-05-13T13:54:16.932" v="115" actId="164"/>
          <ac:cxnSpMkLst>
            <pc:docMk/>
            <pc:sldMk cId="408808655" sldId="2147481338"/>
            <ac:cxnSpMk id="44" creationId="{27E58272-E0D8-B1DC-F32B-380CCD251F60}"/>
          </ac:cxnSpMkLst>
        </pc:cxnChg>
        <pc:cxnChg chg="add mod">
          <ac:chgData name="Michael Sheerin" userId="24c474cc-4036-43ee-85c2-fbd343330b3b" providerId="ADAL" clId="{26FB75FF-C8B5-4E49-B5DF-41EED14842CC}" dt="2025-05-13T13:54:16.932" v="115" actId="164"/>
          <ac:cxnSpMkLst>
            <pc:docMk/>
            <pc:sldMk cId="408808655" sldId="2147481338"/>
            <ac:cxnSpMk id="47" creationId="{C34588C5-4AC7-C944-732C-EB52A5788547}"/>
          </ac:cxnSpMkLst>
        </pc:cxnChg>
      </pc:sldChg>
    </pc:docChg>
  </pc:docChgLst>
</pc:chgInfo>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7E9B66E7-5DD1-48B7-B7FD-D698E18FB49A}" type="datetimeFigureOut">
              <a:rPr lang="en-US" smtClean="0"/>
              <a:t>5/13/2025</a:t>
            </a:fld>
            <a:endParaRPr lang="en-US"/>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6E23EB78-25D1-4102-8293-615D64D7B8ED}" type="slidenum">
              <a:rPr lang="en-US" smtClean="0"/>
              <a:t>‹#›</a:t>
            </a:fld>
            <a:endParaRPr lang="en-US"/>
          </a:p>
        </p:txBody>
      </p:sp>
    </p:spTree>
    <p:extLst>
      <p:ext uri="{BB962C8B-B14F-4D97-AF65-F5344CB8AC3E}">
        <p14:creationId xmlns:p14="http://schemas.microsoft.com/office/powerpoint/2010/main" val="1145845596"/>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slideLayouts/_rels/slideLayout1.xml.rels><?xml version="1.0" encoding="UTF-8" standalone="yes"?>
<Relationships xmlns="http://schemas.openxmlformats.org/package/2006/relationships"><Relationship Id="rId3" Type="http://schemas.openxmlformats.org/officeDocument/2006/relationships/image" Target="../media/image3.png"/><Relationship Id="rId2" Type="http://schemas.openxmlformats.org/officeDocument/2006/relationships/image" Target="../media/image2.png"/><Relationship Id="rId1" Type="http://schemas.openxmlformats.org/officeDocument/2006/relationships/slideMaster" Target="../slideMasters/slideMaster1.xml"/><Relationship Id="rId4" Type="http://schemas.openxmlformats.org/officeDocument/2006/relationships/image" Target="../media/image4.svg"/></Relationships>
</file>

<file path=ppt/slideLayouts/_rels/slideLayout2.xml.rels><?xml version="1.0" encoding="UTF-8" standalone="yes"?>
<Relationships xmlns="http://schemas.openxmlformats.org/package/2006/relationships"><Relationship Id="rId3" Type="http://schemas.openxmlformats.org/officeDocument/2006/relationships/image" Target="../media/image6.png"/><Relationship Id="rId2" Type="http://schemas.openxmlformats.org/officeDocument/2006/relationships/image" Target="../media/image5.png"/><Relationship Id="rId1" Type="http://schemas.openxmlformats.org/officeDocument/2006/relationships/slideMaster" Target="../slideMasters/slideMaster1.xml"/><Relationship Id="rId4" Type="http://schemas.openxmlformats.org/officeDocument/2006/relationships/image" Target="../media/image7.svg"/></Relationships>
</file>

<file path=ppt/slideLayouts/_rels/slideLayout3.xml.rels><?xml version="1.0" encoding="UTF-8" standalone="yes"?>
<Relationships xmlns="http://schemas.openxmlformats.org/package/2006/relationships"><Relationship Id="rId2" Type="http://schemas.openxmlformats.org/officeDocument/2006/relationships/image" Target="../media/image8.png"/><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2" Type="http://schemas.openxmlformats.org/officeDocument/2006/relationships/image" Target="../media/image8.png"/><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2" Type="http://schemas.openxmlformats.org/officeDocument/2006/relationships/image" Target="../media/image8.png"/><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2" Type="http://schemas.openxmlformats.org/officeDocument/2006/relationships/image" Target="../media/image8.png"/><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2" Type="http://schemas.openxmlformats.org/officeDocument/2006/relationships/image" Target="../media/image9.png"/><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3" Type="http://schemas.openxmlformats.org/officeDocument/2006/relationships/image" Target="../media/image1.emf"/><Relationship Id="rId2" Type="http://schemas.openxmlformats.org/officeDocument/2006/relationships/image" Target="../media/image10.png"/><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2" Type="http://schemas.openxmlformats.org/officeDocument/2006/relationships/image" Target="../media/image11.png"/><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2" Type="http://schemas.openxmlformats.org/officeDocument/2006/relationships/image" Target="../media/image12.png"/><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3.xml.rels><?xml version="1.0" encoding="UTF-8" standalone="yes"?>
<Relationships xmlns="http://schemas.openxmlformats.org/package/2006/relationships"><Relationship Id="rId2" Type="http://schemas.openxmlformats.org/officeDocument/2006/relationships/image" Target="../media/image13.png"/><Relationship Id="rId1" Type="http://schemas.openxmlformats.org/officeDocument/2006/relationships/slideMaster" Target="../slideMasters/slideMaster1.xml"/></Relationships>
</file>

<file path=ppt/slideLayouts/_rels/slideLayout14.xml.rels><?xml version="1.0" encoding="UTF-8" standalone="yes"?>
<Relationships xmlns="http://schemas.openxmlformats.org/package/2006/relationships"><Relationship Id="rId2" Type="http://schemas.openxmlformats.org/officeDocument/2006/relationships/image" Target="../media/image14.png"/><Relationship Id="rId1" Type="http://schemas.openxmlformats.org/officeDocument/2006/relationships/slideMaster" Target="../slideMasters/slideMaster1.xml"/></Relationships>
</file>

<file path=ppt/slideLayouts/_rels/slideLayout15.xml.rels><?xml version="1.0" encoding="UTF-8" standalone="yes"?>
<Relationships xmlns="http://schemas.openxmlformats.org/package/2006/relationships"><Relationship Id="rId2" Type="http://schemas.openxmlformats.org/officeDocument/2006/relationships/image" Target="../media/image15.png"/><Relationship Id="rId1" Type="http://schemas.openxmlformats.org/officeDocument/2006/relationships/slideMaster" Target="../slideMasters/slideMaster1.xml"/></Relationships>
</file>

<file path=ppt/slideLayouts/_rels/slideLayout16.xml.rels><?xml version="1.0" encoding="UTF-8" standalone="yes"?>
<Relationships xmlns="http://schemas.openxmlformats.org/package/2006/relationships"><Relationship Id="rId2" Type="http://schemas.openxmlformats.org/officeDocument/2006/relationships/image" Target="../media/image9.png"/><Relationship Id="rId1" Type="http://schemas.openxmlformats.org/officeDocument/2006/relationships/slideMaster" Target="../slideMasters/slideMaster1.xml"/></Relationships>
</file>

<file path=ppt/slideLayouts/_rels/slideLayout1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2.xml.rels><?xml version="1.0" encoding="UTF-8" standalone="yes"?>
<Relationships xmlns="http://schemas.openxmlformats.org/package/2006/relationships"><Relationship Id="rId2" Type="http://schemas.openxmlformats.org/officeDocument/2006/relationships/image" Target="../media/image16.png"/><Relationship Id="rId1" Type="http://schemas.openxmlformats.org/officeDocument/2006/relationships/slideMaster" Target="../slideMasters/slideMaster1.xml"/></Relationships>
</file>

<file path=ppt/slideLayouts/_rels/slideLayout23.xml.rels><?xml version="1.0" encoding="UTF-8" standalone="yes"?>
<Relationships xmlns="http://schemas.openxmlformats.org/package/2006/relationships"><Relationship Id="rId2" Type="http://schemas.openxmlformats.org/officeDocument/2006/relationships/image" Target="../media/image17.png"/><Relationship Id="rId1" Type="http://schemas.openxmlformats.org/officeDocument/2006/relationships/slideMaster" Target="../slideMasters/slideMaster1.xml"/></Relationships>
</file>

<file path=ppt/slideLayouts/_rels/slideLayout24.xml.rels><?xml version="1.0" encoding="UTF-8" standalone="yes"?>
<Relationships xmlns="http://schemas.openxmlformats.org/package/2006/relationships"><Relationship Id="rId2" Type="http://schemas.openxmlformats.org/officeDocument/2006/relationships/image" Target="../media/image18.png"/><Relationship Id="rId1" Type="http://schemas.openxmlformats.org/officeDocument/2006/relationships/slideMaster" Target="../slideMasters/slideMaster1.xml"/></Relationships>
</file>

<file path=ppt/slideLayouts/_rels/slideLayout25.xml.rels><?xml version="1.0" encoding="UTF-8" standalone="yes"?>
<Relationships xmlns="http://schemas.openxmlformats.org/package/2006/relationships"><Relationship Id="rId2" Type="http://schemas.openxmlformats.org/officeDocument/2006/relationships/image" Target="../media/image19.png"/><Relationship Id="rId1" Type="http://schemas.openxmlformats.org/officeDocument/2006/relationships/slideMaster" Target="../slideMasters/slideMaster1.xml"/></Relationships>
</file>

<file path=ppt/slideLayouts/_rels/slideLayout26.xml.rels><?xml version="1.0" encoding="UTF-8" standalone="yes"?>
<Relationships xmlns="http://schemas.openxmlformats.org/package/2006/relationships"><Relationship Id="rId2" Type="http://schemas.openxmlformats.org/officeDocument/2006/relationships/image" Target="../media/image20.png"/><Relationship Id="rId1" Type="http://schemas.openxmlformats.org/officeDocument/2006/relationships/slideMaster" Target="../slideMasters/slideMaster1.xml"/></Relationships>
</file>

<file path=ppt/slideLayouts/_rels/slideLayout2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3.xml.rels><?xml version="1.0" encoding="UTF-8" standalone="yes"?>
<Relationships xmlns="http://schemas.openxmlformats.org/package/2006/relationships"><Relationship Id="rId2" Type="http://schemas.openxmlformats.org/officeDocument/2006/relationships/image" Target="../media/image21.jpg"/><Relationship Id="rId1" Type="http://schemas.openxmlformats.org/officeDocument/2006/relationships/slideMaster" Target="../slideMasters/slideMaster1.xml"/></Relationships>
</file>

<file path=ppt/slideLayouts/_rels/slideLayout34.xml.rels><?xml version="1.0" encoding="UTF-8" standalone="yes"?>
<Relationships xmlns="http://schemas.openxmlformats.org/package/2006/relationships"><Relationship Id="rId2" Type="http://schemas.openxmlformats.org/officeDocument/2006/relationships/image" Target="../media/image1.emf"/><Relationship Id="rId1" Type="http://schemas.openxmlformats.org/officeDocument/2006/relationships/slideMaster" Target="../slideMasters/slideMaster1.xml"/></Relationships>
</file>

<file path=ppt/slideLayouts/_rels/slideLayout35.xml.rels><?xml version="1.0" encoding="UTF-8" standalone="yes"?>
<Relationships xmlns="http://schemas.openxmlformats.org/package/2006/relationships"><Relationship Id="rId2" Type="http://schemas.openxmlformats.org/officeDocument/2006/relationships/image" Target="../media/image1.emf"/><Relationship Id="rId1" Type="http://schemas.openxmlformats.org/officeDocument/2006/relationships/slideMaster" Target="../slideMasters/slideMaster1.xml"/></Relationships>
</file>

<file path=ppt/slideLayouts/_rels/slideLayout3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5.xml.rels><?xml version="1.0" encoding="UTF-8" standalone="yes"?>
<Relationships xmlns="http://schemas.openxmlformats.org/package/2006/relationships"><Relationship Id="rId2" Type="http://schemas.openxmlformats.org/officeDocument/2006/relationships/image" Target="../media/image22.jpeg"/><Relationship Id="rId1" Type="http://schemas.openxmlformats.org/officeDocument/2006/relationships/slideMaster" Target="../slideMasters/slideMaster1.xml"/></Relationships>
</file>

<file path=ppt/slideLayouts/_rels/slideLayout56.xml.rels><?xml version="1.0" encoding="UTF-8" standalone="yes"?>
<Relationships xmlns="http://schemas.openxmlformats.org/package/2006/relationships"><Relationship Id="rId3" Type="http://schemas.openxmlformats.org/officeDocument/2006/relationships/image" Target="../media/image24.svg"/><Relationship Id="rId2" Type="http://schemas.openxmlformats.org/officeDocument/2006/relationships/image" Target="../media/image23.png"/><Relationship Id="rId1" Type="http://schemas.openxmlformats.org/officeDocument/2006/relationships/slideMaster" Target="../slideMasters/slideMaster1.xml"/></Relationships>
</file>

<file path=ppt/slideLayouts/_rels/slideLayout57.xml.rels><?xml version="1.0" encoding="UTF-8" standalone="yes"?>
<Relationships xmlns="http://schemas.openxmlformats.org/package/2006/relationships"><Relationship Id="rId3" Type="http://schemas.openxmlformats.org/officeDocument/2006/relationships/image" Target="../media/image26.svg"/><Relationship Id="rId2" Type="http://schemas.openxmlformats.org/officeDocument/2006/relationships/image" Target="../media/image25.png"/><Relationship Id="rId1" Type="http://schemas.openxmlformats.org/officeDocument/2006/relationships/slideMaster" Target="../slideMasters/slideMaster1.xml"/></Relationships>
</file>

<file path=ppt/slideLayouts/_rels/slideLayout5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9.xml.rels><?xml version="1.0" encoding="UTF-8" standalone="yes"?>
<Relationships xmlns="http://schemas.openxmlformats.org/package/2006/relationships"><Relationship Id="rId2" Type="http://schemas.openxmlformats.org/officeDocument/2006/relationships/image" Target="../media/image27.png"/><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userDrawn="1">
  <p:cSld name="Dark - Title_Pillar">
    <p:bg>
      <p:bgPr>
        <a:blipFill dpi="0" rotWithShape="1">
          <a:blip r:embed="rId2">
            <a:lum/>
          </a:blip>
          <a:srcRect/>
          <a:stretch>
            <a:fillRect/>
          </a:stretch>
        </a:blipFill>
        <a:effectLst/>
      </p:bgPr>
    </p:bg>
    <p:spTree>
      <p:nvGrpSpPr>
        <p:cNvPr id="1" name=""/>
        <p:cNvGrpSpPr/>
        <p:nvPr/>
      </p:nvGrpSpPr>
      <p:grpSpPr>
        <a:xfrm>
          <a:off x="0" y="0"/>
          <a:ext cx="0" cy="0"/>
          <a:chOff x="0" y="0"/>
          <a:chExt cx="0" cy="0"/>
        </a:xfrm>
      </p:grpSpPr>
      <p:pic>
        <p:nvPicPr>
          <p:cNvPr id="14" name="Oracle Logo" descr="Oracle Logo">
            <a:extLst>
              <a:ext uri="{FF2B5EF4-FFF2-40B4-BE49-F238E27FC236}">
                <a16:creationId xmlns:a16="http://schemas.microsoft.com/office/drawing/2014/main" id="{90869BEA-7CC8-4176-A565-8203484F77D7}"/>
              </a:ext>
            </a:extLst>
          </p:cNvPr>
          <p:cNvPicPr>
            <a:picLocks noChangeAspect="1"/>
          </p:cNvPicPr>
          <p:nvPr userDrawn="1"/>
        </p:nvPicPr>
        <p:blipFill>
          <a:blip r:embed="rId3">
            <a:extLst>
              <a:ext uri="{28A0092B-C50C-407E-A947-70E740481C1C}">
                <a14:useLocalDpi xmlns:a14="http://schemas.microsoft.com/office/drawing/2010/main"/>
              </a:ext>
              <a:ext uri="{96DAC541-7B7A-43D3-8B79-37D633B846F1}">
                <asvg:svgBlip xmlns:asvg="http://schemas.microsoft.com/office/drawing/2016/SVG/main" r:embed="rId4"/>
              </a:ext>
            </a:extLst>
          </a:blip>
          <a:srcRect/>
          <a:stretch/>
        </p:blipFill>
        <p:spPr bwMode="invGray">
          <a:xfrm>
            <a:off x="944949" y="1132368"/>
            <a:ext cx="1524893" cy="320039"/>
          </a:xfrm>
          <a:prstGeom prst="rect">
            <a:avLst/>
          </a:prstGeom>
        </p:spPr>
      </p:pic>
      <p:sp>
        <p:nvSpPr>
          <p:cNvPr id="24" name="Title">
            <a:extLst>
              <a:ext uri="{FF2B5EF4-FFF2-40B4-BE49-F238E27FC236}">
                <a16:creationId xmlns:a16="http://schemas.microsoft.com/office/drawing/2014/main" id="{461BB5F1-8825-7944-96EB-8445317513F5}"/>
              </a:ext>
            </a:extLst>
          </p:cNvPr>
          <p:cNvSpPr>
            <a:spLocks noGrp="1"/>
          </p:cNvSpPr>
          <p:nvPr>
            <p:ph type="ctrTitle" hasCustomPrompt="1"/>
          </p:nvPr>
        </p:nvSpPr>
        <p:spPr>
          <a:xfrm>
            <a:off x="1018030" y="2148840"/>
            <a:ext cx="7132320" cy="1280160"/>
          </a:xfrm>
          <a:noFill/>
        </p:spPr>
        <p:txBody>
          <a:bodyPr vert="horz" wrap="square" lIns="0" tIns="0" rIns="0" bIns="91440" rtlCol="0" anchor="b">
            <a:noAutofit/>
          </a:bodyPr>
          <a:lstStyle>
            <a:lvl1pPr>
              <a:defRPr lang="en-US" sz="4000" b="1" dirty="0">
                <a:latin typeface="+mn-lt"/>
              </a:defRPr>
            </a:lvl1pPr>
          </a:lstStyle>
          <a:p>
            <a:pPr lvl="0">
              <a:lnSpc>
                <a:spcPct val="100000"/>
              </a:lnSpc>
            </a:pPr>
            <a:r>
              <a:rPr lang="en-US" dirty="0"/>
              <a:t>Title (up to two lines) </a:t>
            </a:r>
            <a:br>
              <a:rPr lang="en-US" dirty="0"/>
            </a:br>
            <a:r>
              <a:rPr lang="en-US" dirty="0"/>
              <a:t>Oracle Sans Tab Bold</a:t>
            </a:r>
          </a:p>
        </p:txBody>
      </p:sp>
      <p:sp>
        <p:nvSpPr>
          <p:cNvPr id="25" name="Subhead">
            <a:extLst>
              <a:ext uri="{FF2B5EF4-FFF2-40B4-BE49-F238E27FC236}">
                <a16:creationId xmlns:a16="http://schemas.microsoft.com/office/drawing/2014/main" id="{DE85AE1C-733D-7244-A6DA-C3ADBC76ED0C}"/>
              </a:ext>
            </a:extLst>
          </p:cNvPr>
          <p:cNvSpPr>
            <a:spLocks noGrp="1"/>
          </p:cNvSpPr>
          <p:nvPr>
            <p:ph type="body" sz="quarter" idx="33" hasCustomPrompt="1"/>
          </p:nvPr>
        </p:nvSpPr>
        <p:spPr>
          <a:xfrm>
            <a:off x="1018030" y="3519553"/>
            <a:ext cx="7132320" cy="341247"/>
          </a:xfrm>
          <a:prstGeom prst="rect">
            <a:avLst/>
          </a:prstGeom>
          <a:noFill/>
        </p:spPr>
        <p:txBody>
          <a:bodyPr>
            <a:noAutofit/>
          </a:bodyPr>
          <a:lstStyle>
            <a:lvl1pPr marL="0" marR="0" indent="0" algn="l" defTabSz="914400" rtl="0" eaLnBrk="1" fontAlgn="auto" latinLnBrk="0" hangingPunct="1">
              <a:lnSpc>
                <a:spcPct val="100000"/>
              </a:lnSpc>
              <a:spcBef>
                <a:spcPts val="1000"/>
              </a:spcBef>
              <a:spcAft>
                <a:spcPts val="0"/>
              </a:spcAft>
              <a:buClrTx/>
              <a:buSzTx/>
              <a:buFont typeface="Arial" panose="020B0604020202020204" pitchFamily="34" charset="0"/>
              <a:buNone/>
              <a:tabLst/>
              <a:defRPr sz="2400" b="0">
                <a:solidFill>
                  <a:schemeClr val="tx1"/>
                </a:solidFill>
              </a:defRPr>
            </a:lvl1pPr>
          </a:lstStyle>
          <a:p>
            <a:pPr marL="0" marR="0" lvl="0" indent="0" algn="l" defTabSz="914400" rtl="0" eaLnBrk="1" fontAlgn="auto" latinLnBrk="0" hangingPunct="1">
              <a:lnSpc>
                <a:spcPct val="90000"/>
              </a:lnSpc>
              <a:spcBef>
                <a:spcPts val="1000"/>
              </a:spcBef>
              <a:spcAft>
                <a:spcPts val="0"/>
              </a:spcAft>
              <a:buClrTx/>
              <a:buSzTx/>
              <a:buFont typeface="Arial" panose="020B0604020202020204" pitchFamily="34" charset="0"/>
              <a:buNone/>
              <a:tabLst/>
              <a:defRPr/>
            </a:pPr>
            <a:r>
              <a:rPr lang="en-US" dirty="0"/>
              <a:t>Subhead goes here on one line.</a:t>
            </a:r>
          </a:p>
        </p:txBody>
      </p:sp>
      <p:sp>
        <p:nvSpPr>
          <p:cNvPr id="11" name="Text Field">
            <a:extLst>
              <a:ext uri="{FF2B5EF4-FFF2-40B4-BE49-F238E27FC236}">
                <a16:creationId xmlns:a16="http://schemas.microsoft.com/office/drawing/2014/main" id="{5096A149-B6C9-A04E-A2B0-54CCFAA42526}"/>
              </a:ext>
            </a:extLst>
          </p:cNvPr>
          <p:cNvSpPr>
            <a:spLocks noGrp="1"/>
          </p:cNvSpPr>
          <p:nvPr>
            <p:ph type="body" sz="quarter" idx="35" hasCustomPrompt="1"/>
          </p:nvPr>
        </p:nvSpPr>
        <p:spPr>
          <a:xfrm>
            <a:off x="1018030" y="4544568"/>
            <a:ext cx="5077970" cy="266291"/>
          </a:xfrm>
          <a:prstGeom prst="rect">
            <a:avLst/>
          </a:prstGeom>
          <a:noFill/>
        </p:spPr>
        <p:txBody>
          <a:bodyPr>
            <a:noAutofit/>
          </a:bodyPr>
          <a:lstStyle>
            <a:lvl1pPr>
              <a:defRPr b="1"/>
            </a:lvl1pPr>
          </a:lstStyle>
          <a:p>
            <a:pPr lvl="0"/>
            <a:r>
              <a:rPr lang="en-US" dirty="0"/>
              <a:t>Name</a:t>
            </a:r>
          </a:p>
        </p:txBody>
      </p:sp>
      <p:sp>
        <p:nvSpPr>
          <p:cNvPr id="10" name="Text Field 2">
            <a:extLst>
              <a:ext uri="{FF2B5EF4-FFF2-40B4-BE49-F238E27FC236}">
                <a16:creationId xmlns:a16="http://schemas.microsoft.com/office/drawing/2014/main" id="{A57492F9-1AD2-9346-9BB6-C0CF36DEF5ED}"/>
              </a:ext>
            </a:extLst>
          </p:cNvPr>
          <p:cNvSpPr>
            <a:spLocks noGrp="1"/>
          </p:cNvSpPr>
          <p:nvPr>
            <p:ph type="body" sz="quarter" idx="34" hasCustomPrompt="1"/>
          </p:nvPr>
        </p:nvSpPr>
        <p:spPr>
          <a:xfrm>
            <a:off x="1018030" y="4882896"/>
            <a:ext cx="5077970" cy="895181"/>
          </a:xfrm>
          <a:prstGeom prst="rect">
            <a:avLst/>
          </a:prstGeom>
          <a:noFill/>
        </p:spPr>
        <p:txBody>
          <a:bodyPr>
            <a:noAutofit/>
          </a:bodyPr>
          <a:lstStyle>
            <a:lvl1pPr>
              <a:defRPr/>
            </a:lvl1pPr>
          </a:lstStyle>
          <a:p>
            <a:pPr lvl="0"/>
            <a:r>
              <a:rPr lang="en-US" dirty="0"/>
              <a:t>Presenter’s Title</a:t>
            </a:r>
          </a:p>
          <a:p>
            <a:pPr lvl="0"/>
            <a:r>
              <a:rPr lang="en-US" dirty="0"/>
              <a:t>Organization, Division or Business Unit</a:t>
            </a:r>
          </a:p>
          <a:p>
            <a:pPr lvl="0"/>
            <a:r>
              <a:rPr lang="en-US" dirty="0"/>
              <a:t>Month 00, 2023</a:t>
            </a:r>
          </a:p>
        </p:txBody>
      </p:sp>
      <p:cxnSp>
        <p:nvCxnSpPr>
          <p:cNvPr id="2" name="Accent Mark">
            <a:extLst>
              <a:ext uri="{FF2B5EF4-FFF2-40B4-BE49-F238E27FC236}">
                <a16:creationId xmlns:a16="http://schemas.microsoft.com/office/drawing/2014/main" id="{B990A293-E268-7D7D-DA32-5F10CD31B620}"/>
              </a:ext>
              <a:ext uri="{C183D7F6-B498-43B3-948B-1728B52AA6E4}">
                <adec:decorative xmlns:adec="http://schemas.microsoft.com/office/drawing/2017/decorative" val="1"/>
              </a:ext>
            </a:extLst>
          </p:cNvPr>
          <p:cNvCxnSpPr>
            <a:cxnSpLocks/>
          </p:cNvCxnSpPr>
          <p:nvPr userDrawn="1"/>
        </p:nvCxnSpPr>
        <p:spPr>
          <a:xfrm flipH="1">
            <a:off x="1023271" y="4187952"/>
            <a:ext cx="374904" cy="0"/>
          </a:xfrm>
          <a:prstGeom prst="line">
            <a:avLst/>
          </a:prstGeom>
          <a:ln w="38100" cap="flat">
            <a:solidFill>
              <a:srgbClr val="F0CC71"/>
            </a:solidFill>
            <a:prstDash val="solid"/>
          </a:ln>
        </p:spPr>
        <p:style>
          <a:lnRef idx="1">
            <a:schemeClr val="accent1"/>
          </a:lnRef>
          <a:fillRef idx="0">
            <a:schemeClr val="accent1"/>
          </a:fillRef>
          <a:effectRef idx="0">
            <a:schemeClr val="accent1"/>
          </a:effectRef>
          <a:fontRef idx="minor">
            <a:schemeClr val="tx1"/>
          </a:fontRef>
        </p:style>
      </p:cxnSp>
      <p:sp>
        <p:nvSpPr>
          <p:cNvPr id="3" name="Date Placeholder 2">
            <a:extLst>
              <a:ext uri="{FF2B5EF4-FFF2-40B4-BE49-F238E27FC236}">
                <a16:creationId xmlns:a16="http://schemas.microsoft.com/office/drawing/2014/main" id="{74E28F03-7252-6A6A-9D9A-7C142FCA4155}"/>
              </a:ext>
            </a:extLst>
          </p:cNvPr>
          <p:cNvSpPr>
            <a:spLocks noGrp="1"/>
          </p:cNvSpPr>
          <p:nvPr>
            <p:ph type="dt" sz="half" idx="10"/>
          </p:nvPr>
        </p:nvSpPr>
        <p:spPr>
          <a:xfrm>
            <a:off x="6873138" y="6997061"/>
            <a:ext cx="2743200" cy="363500"/>
          </a:xfrm>
        </p:spPr>
        <p:txBody>
          <a:bodyPr/>
          <a:lstStyle>
            <a:lvl1pPr>
              <a:defRPr>
                <a:noFill/>
              </a:defRPr>
            </a:lvl1pPr>
          </a:lstStyle>
          <a:p>
            <a:r>
              <a:rPr lang="en-US"/>
              <a:t>[Date]</a:t>
            </a:r>
            <a:endParaRPr lang="en-US" dirty="0"/>
          </a:p>
        </p:txBody>
      </p:sp>
      <p:sp>
        <p:nvSpPr>
          <p:cNvPr id="4" name="Footer Placeholder 3">
            <a:extLst>
              <a:ext uri="{FF2B5EF4-FFF2-40B4-BE49-F238E27FC236}">
                <a16:creationId xmlns:a16="http://schemas.microsoft.com/office/drawing/2014/main" id="{1FCEBD7F-FD1F-90FE-07B1-7E1D2FCAED23}"/>
              </a:ext>
            </a:extLst>
          </p:cNvPr>
          <p:cNvSpPr>
            <a:spLocks noGrp="1"/>
          </p:cNvSpPr>
          <p:nvPr>
            <p:ph type="ftr" sz="quarter" idx="36"/>
          </p:nvPr>
        </p:nvSpPr>
        <p:spPr>
          <a:xfrm>
            <a:off x="1127759" y="6995435"/>
            <a:ext cx="5745379" cy="365125"/>
          </a:xfrm>
        </p:spPr>
        <p:txBody>
          <a:bodyPr/>
          <a:lstStyle>
            <a:lvl1pPr>
              <a:defRPr>
                <a:noFill/>
              </a:defRPr>
            </a:lvl1pPr>
          </a:lstStyle>
          <a:p>
            <a:r>
              <a:rPr lang="en-US"/>
              <a:t>Copyright © 2025, Oracle and/or its affiliates |  Confidential: Internal/Restricted/Highly Restricted</a:t>
            </a:r>
            <a:endParaRPr lang="en-US" dirty="0"/>
          </a:p>
        </p:txBody>
      </p:sp>
      <p:sp>
        <p:nvSpPr>
          <p:cNvPr id="5" name="Slide Number Placeholder 4">
            <a:extLst>
              <a:ext uri="{FF2B5EF4-FFF2-40B4-BE49-F238E27FC236}">
                <a16:creationId xmlns:a16="http://schemas.microsoft.com/office/drawing/2014/main" id="{6A4B61EA-E671-B046-E16F-7C37520755BE}"/>
              </a:ext>
            </a:extLst>
          </p:cNvPr>
          <p:cNvSpPr>
            <a:spLocks noGrp="1"/>
          </p:cNvSpPr>
          <p:nvPr>
            <p:ph type="sldNum" sz="quarter" idx="12"/>
          </p:nvPr>
        </p:nvSpPr>
        <p:spPr>
          <a:xfrm>
            <a:off x="762000" y="6995117"/>
            <a:ext cx="365760" cy="365760"/>
          </a:xfrm>
        </p:spPr>
        <p:txBody>
          <a:bodyPr/>
          <a:lstStyle>
            <a:lvl1pPr>
              <a:defRPr>
                <a:noFill/>
              </a:defRPr>
            </a:lvl1pPr>
          </a:lstStyle>
          <a:p>
            <a:fld id="{345D60D9-5372-5F40-9443-0F9AE5BDC3C8}" type="slidenum">
              <a:rPr lang="en-US" smtClean="0"/>
              <a:pPr/>
              <a:t>‹#›</a:t>
            </a:fld>
            <a:endParaRPr lang="en-US" dirty="0"/>
          </a:p>
        </p:txBody>
      </p:sp>
    </p:spTree>
    <p:extLst>
      <p:ext uri="{BB962C8B-B14F-4D97-AF65-F5344CB8AC3E}">
        <p14:creationId xmlns:p14="http://schemas.microsoft.com/office/powerpoint/2010/main" val="408175758"/>
      </p:ext>
    </p:extLst>
  </p:cSld>
  <p:clrMapOvr>
    <a:overrideClrMapping bg1="dk1" tx1="lt1" bg2="dk2" tx2="lt2" accent1="accent1" accent2="accent2" accent3="accent3" accent4="accent4" accent5="accent5" accent6="accent6" hlink="hlink" folHlink="folHlink"/>
  </p:clrMapOvr>
  <p:transition>
    <p:fade/>
  </p:transition>
</p:sldLayout>
</file>

<file path=ppt/slideLayouts/slideLayout2.xml><?xml version="1.0" encoding="utf-8"?>
<p:sldLayout xmlns:a="http://schemas.openxmlformats.org/drawingml/2006/main" xmlns:r="http://schemas.openxmlformats.org/officeDocument/2006/relationships" xmlns:p="http://schemas.openxmlformats.org/presentationml/2006/main" preserve="1" userDrawn="1">
  <p:cSld name="Light - Title_Pillar">
    <p:bg>
      <p:bgPr>
        <a:blipFill dpi="0" rotWithShape="1">
          <a:blip r:embed="rId2">
            <a:lum/>
          </a:blip>
          <a:srcRect/>
          <a:stretch>
            <a:fillRect/>
          </a:stretch>
        </a:blipFill>
        <a:effectLst/>
      </p:bgPr>
    </p:bg>
    <p:spTree>
      <p:nvGrpSpPr>
        <p:cNvPr id="1" name=""/>
        <p:cNvGrpSpPr/>
        <p:nvPr/>
      </p:nvGrpSpPr>
      <p:grpSpPr>
        <a:xfrm>
          <a:off x="0" y="0"/>
          <a:ext cx="0" cy="0"/>
          <a:chOff x="0" y="0"/>
          <a:chExt cx="0" cy="0"/>
        </a:xfrm>
      </p:grpSpPr>
      <p:pic>
        <p:nvPicPr>
          <p:cNvPr id="12" name="Oracle Logo" descr="Oracle Logo">
            <a:extLst>
              <a:ext uri="{FF2B5EF4-FFF2-40B4-BE49-F238E27FC236}">
                <a16:creationId xmlns:a16="http://schemas.microsoft.com/office/drawing/2014/main" id="{37E7F181-1615-4A41-B1E8-B9FF5CDED018}"/>
              </a:ext>
              <a:ext uri="{C183D7F6-B498-43B3-948B-1728B52AA6E4}">
                <adec:decorative xmlns:adec="http://schemas.microsoft.com/office/drawing/2017/decorative" val="0"/>
              </a:ext>
            </a:extLst>
          </p:cNvPr>
          <p:cNvPicPr>
            <a:picLocks noChangeAspect="1"/>
          </p:cNvPicPr>
          <p:nvPr userDrawn="1"/>
        </p:nvPicPr>
        <p:blipFill>
          <a:blip r:embed="rId3">
            <a:extLst>
              <a:ext uri="{28A0092B-C50C-407E-A947-70E740481C1C}">
                <a14:useLocalDpi xmlns:a14="http://schemas.microsoft.com/office/drawing/2010/main"/>
              </a:ext>
              <a:ext uri="{96DAC541-7B7A-43D3-8B79-37D633B846F1}">
                <asvg:svgBlip xmlns:asvg="http://schemas.microsoft.com/office/drawing/2016/SVG/main" r:embed="rId4"/>
              </a:ext>
            </a:extLst>
          </a:blip>
          <a:stretch>
            <a:fillRect/>
          </a:stretch>
        </p:blipFill>
        <p:spPr>
          <a:xfrm>
            <a:off x="944949" y="1132368"/>
            <a:ext cx="1524893" cy="320040"/>
          </a:xfrm>
          <a:prstGeom prst="rect">
            <a:avLst/>
          </a:prstGeom>
        </p:spPr>
      </p:pic>
      <p:sp>
        <p:nvSpPr>
          <p:cNvPr id="24" name="Title">
            <a:extLst>
              <a:ext uri="{FF2B5EF4-FFF2-40B4-BE49-F238E27FC236}">
                <a16:creationId xmlns:a16="http://schemas.microsoft.com/office/drawing/2014/main" id="{461BB5F1-8825-7944-96EB-8445317513F5}"/>
              </a:ext>
            </a:extLst>
          </p:cNvPr>
          <p:cNvSpPr>
            <a:spLocks noGrp="1"/>
          </p:cNvSpPr>
          <p:nvPr>
            <p:ph type="ctrTitle" hasCustomPrompt="1"/>
          </p:nvPr>
        </p:nvSpPr>
        <p:spPr>
          <a:xfrm>
            <a:off x="1018030" y="2148840"/>
            <a:ext cx="7132320" cy="1280160"/>
          </a:xfrm>
          <a:noFill/>
        </p:spPr>
        <p:txBody>
          <a:bodyPr vert="horz" wrap="square" lIns="0" tIns="0" rIns="0" bIns="91440" rtlCol="0" anchor="b">
            <a:noAutofit/>
          </a:bodyPr>
          <a:lstStyle>
            <a:lvl1pPr>
              <a:defRPr lang="en-US" sz="4000" b="1" dirty="0">
                <a:latin typeface="+mn-lt"/>
              </a:defRPr>
            </a:lvl1pPr>
          </a:lstStyle>
          <a:p>
            <a:pPr lvl="0">
              <a:lnSpc>
                <a:spcPct val="100000"/>
              </a:lnSpc>
            </a:pPr>
            <a:r>
              <a:rPr lang="en-US" dirty="0"/>
              <a:t>Title (up to two lines) </a:t>
            </a:r>
            <a:br>
              <a:rPr lang="en-US" dirty="0"/>
            </a:br>
            <a:r>
              <a:rPr lang="en-US" dirty="0"/>
              <a:t>Oracle Sans Tab Bold</a:t>
            </a:r>
          </a:p>
        </p:txBody>
      </p:sp>
      <p:sp>
        <p:nvSpPr>
          <p:cNvPr id="25" name="Subhead">
            <a:extLst>
              <a:ext uri="{FF2B5EF4-FFF2-40B4-BE49-F238E27FC236}">
                <a16:creationId xmlns:a16="http://schemas.microsoft.com/office/drawing/2014/main" id="{DE85AE1C-733D-7244-A6DA-C3ADBC76ED0C}"/>
              </a:ext>
            </a:extLst>
          </p:cNvPr>
          <p:cNvSpPr>
            <a:spLocks noGrp="1"/>
          </p:cNvSpPr>
          <p:nvPr>
            <p:ph type="body" sz="quarter" idx="33" hasCustomPrompt="1"/>
          </p:nvPr>
        </p:nvSpPr>
        <p:spPr>
          <a:xfrm>
            <a:off x="1018030" y="3519553"/>
            <a:ext cx="7132320" cy="341247"/>
          </a:xfrm>
          <a:prstGeom prst="rect">
            <a:avLst/>
          </a:prstGeom>
          <a:noFill/>
        </p:spPr>
        <p:txBody>
          <a:bodyPr>
            <a:noAutofit/>
          </a:bodyPr>
          <a:lstStyle>
            <a:lvl1pPr marL="0" marR="0" indent="0" algn="l" defTabSz="914400" rtl="0" eaLnBrk="1" fontAlgn="auto" latinLnBrk="0" hangingPunct="1">
              <a:lnSpc>
                <a:spcPct val="100000"/>
              </a:lnSpc>
              <a:spcBef>
                <a:spcPts val="1000"/>
              </a:spcBef>
              <a:spcAft>
                <a:spcPts val="0"/>
              </a:spcAft>
              <a:buClrTx/>
              <a:buSzTx/>
              <a:buFont typeface="Arial" panose="020B0604020202020204" pitchFamily="34" charset="0"/>
              <a:buNone/>
              <a:tabLst/>
              <a:defRPr sz="2400" b="0">
                <a:solidFill>
                  <a:schemeClr val="tx1"/>
                </a:solidFill>
              </a:defRPr>
            </a:lvl1pPr>
          </a:lstStyle>
          <a:p>
            <a:pPr marL="0" marR="0" lvl="0" indent="0" algn="l" defTabSz="914400" rtl="0" eaLnBrk="1" fontAlgn="auto" latinLnBrk="0" hangingPunct="1">
              <a:lnSpc>
                <a:spcPct val="90000"/>
              </a:lnSpc>
              <a:spcBef>
                <a:spcPts val="1000"/>
              </a:spcBef>
              <a:spcAft>
                <a:spcPts val="0"/>
              </a:spcAft>
              <a:buClrTx/>
              <a:buSzTx/>
              <a:buFont typeface="Arial" panose="020B0604020202020204" pitchFamily="34" charset="0"/>
              <a:buNone/>
              <a:tabLst/>
              <a:defRPr/>
            </a:pPr>
            <a:r>
              <a:rPr lang="en-US" dirty="0"/>
              <a:t>Subhead goes here on one line.</a:t>
            </a:r>
          </a:p>
        </p:txBody>
      </p:sp>
      <p:sp>
        <p:nvSpPr>
          <p:cNvPr id="11" name="Text Field">
            <a:extLst>
              <a:ext uri="{FF2B5EF4-FFF2-40B4-BE49-F238E27FC236}">
                <a16:creationId xmlns:a16="http://schemas.microsoft.com/office/drawing/2014/main" id="{5096A149-B6C9-A04E-A2B0-54CCFAA42526}"/>
              </a:ext>
            </a:extLst>
          </p:cNvPr>
          <p:cNvSpPr>
            <a:spLocks noGrp="1"/>
          </p:cNvSpPr>
          <p:nvPr>
            <p:ph type="body" sz="quarter" idx="35" hasCustomPrompt="1"/>
          </p:nvPr>
        </p:nvSpPr>
        <p:spPr>
          <a:xfrm>
            <a:off x="1018030" y="4544568"/>
            <a:ext cx="5077970" cy="266291"/>
          </a:xfrm>
          <a:prstGeom prst="rect">
            <a:avLst/>
          </a:prstGeom>
          <a:noFill/>
        </p:spPr>
        <p:txBody>
          <a:bodyPr>
            <a:noAutofit/>
          </a:bodyPr>
          <a:lstStyle>
            <a:lvl1pPr>
              <a:defRPr b="1"/>
            </a:lvl1pPr>
          </a:lstStyle>
          <a:p>
            <a:pPr lvl="0"/>
            <a:r>
              <a:rPr lang="en-US" dirty="0"/>
              <a:t>Name</a:t>
            </a:r>
          </a:p>
        </p:txBody>
      </p:sp>
      <p:sp>
        <p:nvSpPr>
          <p:cNvPr id="10" name="Text Field 2">
            <a:extLst>
              <a:ext uri="{FF2B5EF4-FFF2-40B4-BE49-F238E27FC236}">
                <a16:creationId xmlns:a16="http://schemas.microsoft.com/office/drawing/2014/main" id="{A57492F9-1AD2-9346-9BB6-C0CF36DEF5ED}"/>
              </a:ext>
            </a:extLst>
          </p:cNvPr>
          <p:cNvSpPr>
            <a:spLocks noGrp="1"/>
          </p:cNvSpPr>
          <p:nvPr>
            <p:ph type="body" sz="quarter" idx="34" hasCustomPrompt="1"/>
          </p:nvPr>
        </p:nvSpPr>
        <p:spPr>
          <a:xfrm>
            <a:off x="1018030" y="4882896"/>
            <a:ext cx="5077970" cy="895181"/>
          </a:xfrm>
          <a:prstGeom prst="rect">
            <a:avLst/>
          </a:prstGeom>
          <a:noFill/>
        </p:spPr>
        <p:txBody>
          <a:bodyPr>
            <a:noAutofit/>
          </a:bodyPr>
          <a:lstStyle>
            <a:lvl1pPr>
              <a:defRPr/>
            </a:lvl1pPr>
          </a:lstStyle>
          <a:p>
            <a:pPr lvl="0"/>
            <a:r>
              <a:rPr lang="en-US" dirty="0"/>
              <a:t>Presenter’s Title</a:t>
            </a:r>
          </a:p>
          <a:p>
            <a:pPr lvl="0"/>
            <a:r>
              <a:rPr lang="en-US" dirty="0"/>
              <a:t>Organization, Division or Business Unit</a:t>
            </a:r>
          </a:p>
          <a:p>
            <a:pPr lvl="0"/>
            <a:r>
              <a:rPr lang="en-US" dirty="0"/>
              <a:t>Month 00, 2023</a:t>
            </a:r>
          </a:p>
        </p:txBody>
      </p:sp>
      <p:cxnSp>
        <p:nvCxnSpPr>
          <p:cNvPr id="2" name="Accent Mark">
            <a:extLst>
              <a:ext uri="{FF2B5EF4-FFF2-40B4-BE49-F238E27FC236}">
                <a16:creationId xmlns:a16="http://schemas.microsoft.com/office/drawing/2014/main" id="{1B83E8D3-A676-A79D-8C1E-56CFC44113F7}"/>
              </a:ext>
              <a:ext uri="{C183D7F6-B498-43B3-948B-1728B52AA6E4}">
                <adec:decorative xmlns:adec="http://schemas.microsoft.com/office/drawing/2017/decorative" val="1"/>
              </a:ext>
            </a:extLst>
          </p:cNvPr>
          <p:cNvCxnSpPr>
            <a:cxnSpLocks/>
          </p:cNvCxnSpPr>
          <p:nvPr userDrawn="1"/>
        </p:nvCxnSpPr>
        <p:spPr>
          <a:xfrm flipH="1">
            <a:off x="1023271" y="4187952"/>
            <a:ext cx="374904" cy="0"/>
          </a:xfrm>
          <a:prstGeom prst="line">
            <a:avLst/>
          </a:prstGeom>
          <a:ln w="38100" cap="flat">
            <a:solidFill>
              <a:srgbClr val="C74634"/>
            </a:solidFill>
            <a:prstDash val="solid"/>
          </a:ln>
        </p:spPr>
        <p:style>
          <a:lnRef idx="1">
            <a:schemeClr val="accent1"/>
          </a:lnRef>
          <a:fillRef idx="0">
            <a:schemeClr val="accent1"/>
          </a:fillRef>
          <a:effectRef idx="0">
            <a:schemeClr val="accent1"/>
          </a:effectRef>
          <a:fontRef idx="minor">
            <a:schemeClr val="tx1"/>
          </a:fontRef>
        </p:style>
      </p:cxnSp>
      <p:sp>
        <p:nvSpPr>
          <p:cNvPr id="3" name="Date Placeholder 2">
            <a:extLst>
              <a:ext uri="{FF2B5EF4-FFF2-40B4-BE49-F238E27FC236}">
                <a16:creationId xmlns:a16="http://schemas.microsoft.com/office/drawing/2014/main" id="{DE9F17F9-481A-5855-B8F0-D871C1F817BF}"/>
              </a:ext>
            </a:extLst>
          </p:cNvPr>
          <p:cNvSpPr>
            <a:spLocks noGrp="1"/>
          </p:cNvSpPr>
          <p:nvPr>
            <p:ph type="dt" sz="half" idx="10"/>
          </p:nvPr>
        </p:nvSpPr>
        <p:spPr>
          <a:xfrm>
            <a:off x="6873138" y="6997061"/>
            <a:ext cx="2743200" cy="363500"/>
          </a:xfrm>
        </p:spPr>
        <p:txBody>
          <a:bodyPr/>
          <a:lstStyle>
            <a:lvl1pPr>
              <a:defRPr>
                <a:noFill/>
              </a:defRPr>
            </a:lvl1pPr>
          </a:lstStyle>
          <a:p>
            <a:r>
              <a:rPr lang="en-US"/>
              <a:t>[Date]</a:t>
            </a:r>
            <a:endParaRPr lang="en-US" dirty="0"/>
          </a:p>
        </p:txBody>
      </p:sp>
      <p:sp>
        <p:nvSpPr>
          <p:cNvPr id="4" name="Footer Placeholder 3">
            <a:extLst>
              <a:ext uri="{FF2B5EF4-FFF2-40B4-BE49-F238E27FC236}">
                <a16:creationId xmlns:a16="http://schemas.microsoft.com/office/drawing/2014/main" id="{47EAEE68-C65E-C8C2-44CB-1ECCD753ADAB}"/>
              </a:ext>
            </a:extLst>
          </p:cNvPr>
          <p:cNvSpPr>
            <a:spLocks noGrp="1"/>
          </p:cNvSpPr>
          <p:nvPr>
            <p:ph type="ftr" sz="quarter" idx="36"/>
          </p:nvPr>
        </p:nvSpPr>
        <p:spPr>
          <a:xfrm>
            <a:off x="1127759" y="6995435"/>
            <a:ext cx="5745379" cy="365125"/>
          </a:xfrm>
        </p:spPr>
        <p:txBody>
          <a:bodyPr/>
          <a:lstStyle>
            <a:lvl1pPr>
              <a:defRPr>
                <a:noFill/>
              </a:defRPr>
            </a:lvl1pPr>
          </a:lstStyle>
          <a:p>
            <a:r>
              <a:rPr lang="en-US"/>
              <a:t>Copyright © 2025, Oracle and/or its affiliates |  Confidential: Internal/Restricted/Highly Restricted</a:t>
            </a:r>
            <a:endParaRPr lang="en-US" dirty="0"/>
          </a:p>
        </p:txBody>
      </p:sp>
      <p:sp>
        <p:nvSpPr>
          <p:cNvPr id="5" name="Slide Number Placeholder 4">
            <a:extLst>
              <a:ext uri="{FF2B5EF4-FFF2-40B4-BE49-F238E27FC236}">
                <a16:creationId xmlns:a16="http://schemas.microsoft.com/office/drawing/2014/main" id="{37A2158C-16EA-51FD-AADB-5CCD72645F29}"/>
              </a:ext>
            </a:extLst>
          </p:cNvPr>
          <p:cNvSpPr>
            <a:spLocks noGrp="1"/>
          </p:cNvSpPr>
          <p:nvPr>
            <p:ph type="sldNum" sz="quarter" idx="12"/>
          </p:nvPr>
        </p:nvSpPr>
        <p:spPr>
          <a:xfrm>
            <a:off x="762000" y="6995117"/>
            <a:ext cx="365760" cy="365760"/>
          </a:xfrm>
        </p:spPr>
        <p:txBody>
          <a:bodyPr/>
          <a:lstStyle>
            <a:lvl1pPr>
              <a:defRPr>
                <a:noFill/>
              </a:defRPr>
            </a:lvl1pPr>
          </a:lstStyle>
          <a:p>
            <a:fld id="{345D60D9-5372-5F40-9443-0F9AE5BDC3C8}" type="slidenum">
              <a:rPr lang="en-US" smtClean="0"/>
              <a:pPr/>
              <a:t>‹#›</a:t>
            </a:fld>
            <a:endParaRPr lang="en-US" dirty="0"/>
          </a:p>
        </p:txBody>
      </p:sp>
    </p:spTree>
    <p:extLst>
      <p:ext uri="{BB962C8B-B14F-4D97-AF65-F5344CB8AC3E}">
        <p14:creationId xmlns:p14="http://schemas.microsoft.com/office/powerpoint/2010/main" val="2277195923"/>
      </p:ext>
    </p:extLst>
  </p:cSld>
  <p:clrMapOvr>
    <a:overrideClrMapping bg1="lt1" tx1="dk1" bg2="lt2" tx2="dk2" accent1="accent1" accent2="accent2" accent3="accent3" accent4="accent4" accent5="accent5" accent6="accent6" hlink="hlink" folHlink="folHlink"/>
  </p:clrMapOvr>
  <p:transition>
    <p:fade/>
  </p:transition>
</p:sldLayout>
</file>

<file path=ppt/slideLayouts/slideLayout3.xml><?xml version="1.0" encoding="utf-8"?>
<p:sldLayout xmlns:a="http://schemas.openxmlformats.org/drawingml/2006/main" xmlns:r="http://schemas.openxmlformats.org/officeDocument/2006/relationships" xmlns:p="http://schemas.openxmlformats.org/presentationml/2006/main" preserve="1" userDrawn="1">
  <p:cSld name="Light - Quote with Data Texture Background">
    <p:bg>
      <p:bgRef idx="1001">
        <a:schemeClr val="bg2"/>
      </p:bgRef>
    </p:bg>
    <p:spTree>
      <p:nvGrpSpPr>
        <p:cNvPr id="1" name=""/>
        <p:cNvGrpSpPr/>
        <p:nvPr/>
      </p:nvGrpSpPr>
      <p:grpSpPr>
        <a:xfrm>
          <a:off x="0" y="0"/>
          <a:ext cx="0" cy="0"/>
          <a:chOff x="0" y="0"/>
          <a:chExt cx="0" cy="0"/>
        </a:xfrm>
      </p:grpSpPr>
      <p:pic>
        <p:nvPicPr>
          <p:cNvPr id="10" name="Picture 9">
            <a:extLst>
              <a:ext uri="{FF2B5EF4-FFF2-40B4-BE49-F238E27FC236}">
                <a16:creationId xmlns:a16="http://schemas.microsoft.com/office/drawing/2014/main" id="{2248CF9E-C656-E0DD-7F7A-7F093FEA6090}"/>
              </a:ext>
            </a:extLst>
          </p:cNvPr>
          <p:cNvPicPr>
            <a:picLocks noChangeAspect="1"/>
          </p:cNvPicPr>
          <p:nvPr userDrawn="1"/>
        </p:nvPicPr>
        <p:blipFill>
          <a:blip r:embed="rId2">
            <a:extLst>
              <a:ext uri="{28A0092B-C50C-407E-A947-70E740481C1C}">
                <a14:useLocalDpi xmlns:a14="http://schemas.microsoft.com/office/drawing/2010/main"/>
              </a:ext>
            </a:extLst>
          </a:blip>
          <a:stretch>
            <a:fillRect/>
          </a:stretch>
        </p:blipFill>
        <p:spPr>
          <a:xfrm>
            <a:off x="0" y="0"/>
            <a:ext cx="12192000" cy="6858000"/>
          </a:xfrm>
          <a:prstGeom prst="rect">
            <a:avLst/>
          </a:prstGeom>
        </p:spPr>
      </p:pic>
      <p:sp>
        <p:nvSpPr>
          <p:cNvPr id="14" name="Title">
            <a:extLst>
              <a:ext uri="{FF2B5EF4-FFF2-40B4-BE49-F238E27FC236}">
                <a16:creationId xmlns:a16="http://schemas.microsoft.com/office/drawing/2014/main" id="{2B525FB2-1105-4B12-B35F-60F4BFB07A2F}"/>
              </a:ext>
            </a:extLst>
          </p:cNvPr>
          <p:cNvSpPr>
            <a:spLocks noGrp="1"/>
          </p:cNvSpPr>
          <p:nvPr>
            <p:ph type="title" hasCustomPrompt="1"/>
          </p:nvPr>
        </p:nvSpPr>
        <p:spPr>
          <a:xfrm>
            <a:off x="585926" y="1828800"/>
            <a:ext cx="8232149" cy="2026447"/>
          </a:xfrm>
          <a:noFill/>
        </p:spPr>
        <p:txBody>
          <a:bodyPr vert="horz" wrap="square" lIns="0" tIns="0" rIns="0" bIns="0" rtlCol="0" anchor="b" anchorCtr="0">
            <a:noAutofit/>
          </a:bodyPr>
          <a:lstStyle>
            <a:lvl1pPr marL="184150" indent="-184150">
              <a:lnSpc>
                <a:spcPct val="100000"/>
              </a:lnSpc>
              <a:tabLst/>
              <a:defRPr lang="en-US" sz="3200" b="0" i="0">
                <a:latin typeface="+mj-lt"/>
                <a:cs typeface="Oracle Sans Tab" panose="020B0503020204020204" pitchFamily="34" charset="0"/>
              </a:defRPr>
            </a:lvl1pPr>
          </a:lstStyle>
          <a:p>
            <a:pPr lvl="0"/>
            <a:r>
              <a:rPr lang="en-US" dirty="0"/>
              <a:t>“Click to type customer or</a:t>
            </a:r>
            <a:br>
              <a:rPr lang="en-US" dirty="0"/>
            </a:br>
            <a:r>
              <a:rPr lang="en-US" dirty="0"/>
              <a:t>partner quote surrounded</a:t>
            </a:r>
            <a:br>
              <a:rPr lang="en-US" dirty="0"/>
            </a:br>
            <a:r>
              <a:rPr lang="en-US" dirty="0"/>
              <a:t>by quotation marks.”</a:t>
            </a:r>
          </a:p>
        </p:txBody>
      </p:sp>
      <p:sp>
        <p:nvSpPr>
          <p:cNvPr id="13" name="Text Field">
            <a:extLst>
              <a:ext uri="{FF2B5EF4-FFF2-40B4-BE49-F238E27FC236}">
                <a16:creationId xmlns:a16="http://schemas.microsoft.com/office/drawing/2014/main" id="{B09058E5-A74E-C340-89D0-4D15C2F3B8D0}"/>
              </a:ext>
            </a:extLst>
          </p:cNvPr>
          <p:cNvSpPr>
            <a:spLocks noGrp="1"/>
          </p:cNvSpPr>
          <p:nvPr>
            <p:ph type="body" sz="quarter" idx="37" hasCustomPrompt="1"/>
          </p:nvPr>
        </p:nvSpPr>
        <p:spPr>
          <a:xfrm>
            <a:off x="761999" y="4540249"/>
            <a:ext cx="5333999" cy="266291"/>
          </a:xfrm>
          <a:prstGeom prst="rect">
            <a:avLst/>
          </a:prstGeom>
        </p:spPr>
        <p:txBody>
          <a:bodyPr>
            <a:noAutofit/>
          </a:bodyPr>
          <a:lstStyle>
            <a:lvl1pPr>
              <a:defRPr b="1"/>
            </a:lvl1pPr>
          </a:lstStyle>
          <a:p>
            <a:pPr lvl="0"/>
            <a:r>
              <a:rPr lang="en-US" dirty="0"/>
              <a:t>Name of person quoted</a:t>
            </a:r>
          </a:p>
        </p:txBody>
      </p:sp>
      <p:sp>
        <p:nvSpPr>
          <p:cNvPr id="12" name="Text Field 2">
            <a:extLst>
              <a:ext uri="{FF2B5EF4-FFF2-40B4-BE49-F238E27FC236}">
                <a16:creationId xmlns:a16="http://schemas.microsoft.com/office/drawing/2014/main" id="{36C31D35-A48A-6B46-A3DB-FDB99CCA72F4}"/>
              </a:ext>
            </a:extLst>
          </p:cNvPr>
          <p:cNvSpPr>
            <a:spLocks noGrp="1"/>
          </p:cNvSpPr>
          <p:nvPr>
            <p:ph type="body" sz="quarter" idx="36" hasCustomPrompt="1"/>
          </p:nvPr>
        </p:nvSpPr>
        <p:spPr>
          <a:xfrm>
            <a:off x="761999" y="4877842"/>
            <a:ext cx="5333999" cy="895181"/>
          </a:xfrm>
          <a:prstGeom prst="rect">
            <a:avLst/>
          </a:prstGeom>
        </p:spPr>
        <p:txBody>
          <a:bodyPr>
            <a:noAutofit/>
          </a:bodyPr>
          <a:lstStyle>
            <a:lvl1pPr>
              <a:defRPr/>
            </a:lvl1pPr>
          </a:lstStyle>
          <a:p>
            <a:pPr lvl="0"/>
            <a:r>
              <a:rPr lang="en-US" dirty="0"/>
              <a:t>Additional information if needed</a:t>
            </a:r>
          </a:p>
        </p:txBody>
      </p:sp>
      <p:sp>
        <p:nvSpPr>
          <p:cNvPr id="3" name="Content Placeholder 2">
            <a:extLst>
              <a:ext uri="{FF2B5EF4-FFF2-40B4-BE49-F238E27FC236}">
                <a16:creationId xmlns:a16="http://schemas.microsoft.com/office/drawing/2014/main" id="{37E74DE0-55D3-42EA-9474-DC8A5193EF88}"/>
              </a:ext>
            </a:extLst>
          </p:cNvPr>
          <p:cNvSpPr>
            <a:spLocks noGrp="1" noChangeAspect="1"/>
          </p:cNvSpPr>
          <p:nvPr>
            <p:ph sz="quarter" idx="45" hasCustomPrompt="1"/>
          </p:nvPr>
        </p:nvSpPr>
        <p:spPr>
          <a:xfrm>
            <a:off x="768096" y="1129656"/>
            <a:ext cx="2447584" cy="673743"/>
          </a:xfrm>
        </p:spPr>
        <p:txBody>
          <a:bodyPr/>
          <a:lstStyle>
            <a:lvl5pPr marL="731520" indent="0">
              <a:buNone/>
              <a:defRPr/>
            </a:lvl5pPr>
          </a:lstStyle>
          <a:p>
            <a:pPr lvl="0"/>
            <a:r>
              <a:rPr lang="en-US" dirty="0"/>
              <a:t>Click to add logo</a:t>
            </a:r>
          </a:p>
        </p:txBody>
      </p:sp>
      <p:cxnSp>
        <p:nvCxnSpPr>
          <p:cNvPr id="2" name="Accent Mark">
            <a:extLst>
              <a:ext uri="{FF2B5EF4-FFF2-40B4-BE49-F238E27FC236}">
                <a16:creationId xmlns:a16="http://schemas.microsoft.com/office/drawing/2014/main" id="{F4D94408-7A15-B824-08A0-1ED86DE490ED}"/>
              </a:ext>
              <a:ext uri="{C183D7F6-B498-43B3-948B-1728B52AA6E4}">
                <adec:decorative xmlns:adec="http://schemas.microsoft.com/office/drawing/2017/decorative" val="1"/>
              </a:ext>
            </a:extLst>
          </p:cNvPr>
          <p:cNvCxnSpPr>
            <a:cxnSpLocks/>
          </p:cNvCxnSpPr>
          <p:nvPr userDrawn="1"/>
        </p:nvCxnSpPr>
        <p:spPr>
          <a:xfrm flipH="1" flipV="1">
            <a:off x="768875" y="4171628"/>
            <a:ext cx="288000" cy="0"/>
          </a:xfrm>
          <a:prstGeom prst="line">
            <a:avLst/>
          </a:prstGeom>
          <a:ln w="47625" cap="flat">
            <a:solidFill>
              <a:srgbClr val="C74634"/>
            </a:solidFill>
            <a:prstDash val="solid"/>
          </a:ln>
        </p:spPr>
        <p:style>
          <a:lnRef idx="1">
            <a:schemeClr val="accent1"/>
          </a:lnRef>
          <a:fillRef idx="0">
            <a:schemeClr val="accent1"/>
          </a:fillRef>
          <a:effectRef idx="0">
            <a:schemeClr val="accent1"/>
          </a:effectRef>
          <a:fontRef idx="minor">
            <a:schemeClr val="tx1"/>
          </a:fontRef>
        </p:style>
      </p:cxnSp>
      <p:sp>
        <p:nvSpPr>
          <p:cNvPr id="9" name="Slide Number Placeholder 8">
            <a:extLst>
              <a:ext uri="{FF2B5EF4-FFF2-40B4-BE49-F238E27FC236}">
                <a16:creationId xmlns:a16="http://schemas.microsoft.com/office/drawing/2014/main" id="{0F5130C2-E640-4887-BCA9-090F40084C88}"/>
              </a:ext>
            </a:extLst>
          </p:cNvPr>
          <p:cNvSpPr>
            <a:spLocks noGrp="1"/>
          </p:cNvSpPr>
          <p:nvPr>
            <p:ph type="sldNum" sz="quarter" idx="44"/>
          </p:nvPr>
        </p:nvSpPr>
        <p:spPr/>
        <p:txBody>
          <a:bodyPr/>
          <a:lstStyle/>
          <a:p>
            <a:fld id="{345D60D9-5372-5F40-9443-0F9AE5BDC3C8}" type="slidenum">
              <a:rPr lang="en-US" smtClean="0"/>
              <a:pPr/>
              <a:t>‹#›</a:t>
            </a:fld>
            <a:endParaRPr lang="en-US" dirty="0"/>
          </a:p>
        </p:txBody>
      </p:sp>
      <p:sp>
        <p:nvSpPr>
          <p:cNvPr id="8" name="Footer Placeholder 7">
            <a:extLst>
              <a:ext uri="{FF2B5EF4-FFF2-40B4-BE49-F238E27FC236}">
                <a16:creationId xmlns:a16="http://schemas.microsoft.com/office/drawing/2014/main" id="{144FDBCE-E35C-4859-AD9D-93665BD69FD5}"/>
              </a:ext>
            </a:extLst>
          </p:cNvPr>
          <p:cNvSpPr>
            <a:spLocks noGrp="1"/>
          </p:cNvSpPr>
          <p:nvPr>
            <p:ph type="ftr" sz="quarter" idx="43"/>
          </p:nvPr>
        </p:nvSpPr>
        <p:spPr/>
        <p:txBody>
          <a:bodyPr/>
          <a:lstStyle/>
          <a:p>
            <a:r>
              <a:rPr lang="en-US"/>
              <a:t>Copyright © 2025, Oracle and/or its affiliates |  Confidential: Internal/Restricted/Highly Restricted</a:t>
            </a:r>
            <a:endParaRPr lang="en-US" dirty="0"/>
          </a:p>
        </p:txBody>
      </p:sp>
      <p:sp>
        <p:nvSpPr>
          <p:cNvPr id="6" name="Date Placeholder 5">
            <a:extLst>
              <a:ext uri="{FF2B5EF4-FFF2-40B4-BE49-F238E27FC236}">
                <a16:creationId xmlns:a16="http://schemas.microsoft.com/office/drawing/2014/main" id="{F17ECA2C-4CF8-48ED-893A-2958F9909B90}"/>
              </a:ext>
            </a:extLst>
          </p:cNvPr>
          <p:cNvSpPr>
            <a:spLocks noGrp="1"/>
          </p:cNvSpPr>
          <p:nvPr>
            <p:ph type="dt" sz="half" idx="42"/>
          </p:nvPr>
        </p:nvSpPr>
        <p:spPr/>
        <p:txBody>
          <a:bodyPr/>
          <a:lstStyle/>
          <a:p>
            <a:r>
              <a:rPr lang="en-US"/>
              <a:t>[Date]</a:t>
            </a:r>
            <a:endParaRPr lang="en-US" dirty="0"/>
          </a:p>
        </p:txBody>
      </p:sp>
    </p:spTree>
    <p:extLst>
      <p:ext uri="{BB962C8B-B14F-4D97-AF65-F5344CB8AC3E}">
        <p14:creationId xmlns:p14="http://schemas.microsoft.com/office/powerpoint/2010/main" val="315713251"/>
      </p:ext>
    </p:extLst>
  </p:cSld>
  <p:clrMapOvr>
    <a:overrideClrMapping bg1="lt1" tx1="dk1" bg2="lt2" tx2="dk2" accent1="accent1" accent2="accent2" accent3="accent3" accent4="accent4" accent5="accent5" accent6="accent6" hlink="hlink" folHlink="folHlink"/>
  </p:clrMapOvr>
  <p:transition>
    <p:fade/>
  </p:transition>
</p:sldLayout>
</file>

<file path=ppt/slideLayouts/slideLayout4.xml><?xml version="1.0" encoding="utf-8"?>
<p:sldLayout xmlns:a="http://schemas.openxmlformats.org/drawingml/2006/main" xmlns:r="http://schemas.openxmlformats.org/officeDocument/2006/relationships" xmlns:p="http://schemas.openxmlformats.org/presentationml/2006/main" preserve="1" userDrawn="1">
  <p:cSld name="Dark - Quote with Data Texture Background">
    <p:bg>
      <p:bgRef idx="1001">
        <a:schemeClr val="bg2"/>
      </p:bgRef>
    </p:bg>
    <p:spTree>
      <p:nvGrpSpPr>
        <p:cNvPr id="1" name=""/>
        <p:cNvGrpSpPr/>
        <p:nvPr/>
      </p:nvGrpSpPr>
      <p:grpSpPr>
        <a:xfrm>
          <a:off x="0" y="0"/>
          <a:ext cx="0" cy="0"/>
          <a:chOff x="0" y="0"/>
          <a:chExt cx="0" cy="0"/>
        </a:xfrm>
      </p:grpSpPr>
      <p:pic>
        <p:nvPicPr>
          <p:cNvPr id="6" name="Picture 5">
            <a:extLst>
              <a:ext uri="{FF2B5EF4-FFF2-40B4-BE49-F238E27FC236}">
                <a16:creationId xmlns:a16="http://schemas.microsoft.com/office/drawing/2014/main" id="{9C1501C0-CAD4-FC1C-49B0-324620DAB0C3}"/>
              </a:ext>
            </a:extLst>
          </p:cNvPr>
          <p:cNvPicPr>
            <a:picLocks noChangeAspect="1"/>
          </p:cNvPicPr>
          <p:nvPr userDrawn="1"/>
        </p:nvPicPr>
        <p:blipFill>
          <a:blip r:embed="rId2">
            <a:extLst>
              <a:ext uri="{28A0092B-C50C-407E-A947-70E740481C1C}">
                <a14:useLocalDpi xmlns:a14="http://schemas.microsoft.com/office/drawing/2010/main"/>
              </a:ext>
            </a:extLst>
          </a:blip>
          <a:stretch>
            <a:fillRect/>
          </a:stretch>
        </p:blipFill>
        <p:spPr>
          <a:xfrm>
            <a:off x="0" y="0"/>
            <a:ext cx="12192000" cy="6858000"/>
          </a:xfrm>
          <a:prstGeom prst="rect">
            <a:avLst/>
          </a:prstGeom>
        </p:spPr>
      </p:pic>
      <p:sp>
        <p:nvSpPr>
          <p:cNvPr id="14" name="Title">
            <a:extLst>
              <a:ext uri="{FF2B5EF4-FFF2-40B4-BE49-F238E27FC236}">
                <a16:creationId xmlns:a16="http://schemas.microsoft.com/office/drawing/2014/main" id="{2B525FB2-1105-4B12-B35F-60F4BFB07A2F}"/>
              </a:ext>
            </a:extLst>
          </p:cNvPr>
          <p:cNvSpPr>
            <a:spLocks noGrp="1"/>
          </p:cNvSpPr>
          <p:nvPr>
            <p:ph type="title" hasCustomPrompt="1"/>
          </p:nvPr>
        </p:nvSpPr>
        <p:spPr>
          <a:xfrm>
            <a:off x="585926" y="1828800"/>
            <a:ext cx="8232149" cy="2026447"/>
          </a:xfrm>
          <a:noFill/>
        </p:spPr>
        <p:txBody>
          <a:bodyPr vert="horz" wrap="square" lIns="0" tIns="0" rIns="0" bIns="0" rtlCol="0" anchor="b" anchorCtr="0">
            <a:noAutofit/>
          </a:bodyPr>
          <a:lstStyle>
            <a:lvl1pPr marL="184150" indent="-184150">
              <a:lnSpc>
                <a:spcPct val="100000"/>
              </a:lnSpc>
              <a:tabLst/>
              <a:defRPr lang="en-US" sz="3200" b="0" i="0">
                <a:solidFill>
                  <a:schemeClr val="tx1"/>
                </a:solidFill>
                <a:latin typeface="+mj-lt"/>
                <a:cs typeface="Oracle Sans Tab" panose="020B0503020204020204" pitchFamily="34" charset="0"/>
              </a:defRPr>
            </a:lvl1pPr>
          </a:lstStyle>
          <a:p>
            <a:pPr lvl="0"/>
            <a:r>
              <a:rPr lang="en-US" dirty="0"/>
              <a:t>“Click to type customer or</a:t>
            </a:r>
            <a:br>
              <a:rPr lang="en-US" dirty="0"/>
            </a:br>
            <a:r>
              <a:rPr lang="en-US" dirty="0"/>
              <a:t>partner quote surrounded</a:t>
            </a:r>
            <a:br>
              <a:rPr lang="en-US" dirty="0"/>
            </a:br>
            <a:r>
              <a:rPr lang="en-US" dirty="0"/>
              <a:t>by quotation marks.”</a:t>
            </a:r>
          </a:p>
        </p:txBody>
      </p:sp>
      <p:sp>
        <p:nvSpPr>
          <p:cNvPr id="13" name="Text Field">
            <a:extLst>
              <a:ext uri="{FF2B5EF4-FFF2-40B4-BE49-F238E27FC236}">
                <a16:creationId xmlns:a16="http://schemas.microsoft.com/office/drawing/2014/main" id="{B09058E5-A74E-C340-89D0-4D15C2F3B8D0}"/>
              </a:ext>
            </a:extLst>
          </p:cNvPr>
          <p:cNvSpPr>
            <a:spLocks noGrp="1"/>
          </p:cNvSpPr>
          <p:nvPr>
            <p:ph type="body" sz="quarter" idx="37" hasCustomPrompt="1"/>
          </p:nvPr>
        </p:nvSpPr>
        <p:spPr>
          <a:xfrm>
            <a:off x="761999" y="4540249"/>
            <a:ext cx="5333999" cy="266291"/>
          </a:xfrm>
          <a:prstGeom prst="rect">
            <a:avLst/>
          </a:prstGeom>
        </p:spPr>
        <p:txBody>
          <a:bodyPr>
            <a:noAutofit/>
          </a:bodyPr>
          <a:lstStyle>
            <a:lvl1pPr>
              <a:defRPr b="1">
                <a:solidFill>
                  <a:schemeClr val="tx1"/>
                </a:solidFill>
              </a:defRPr>
            </a:lvl1pPr>
          </a:lstStyle>
          <a:p>
            <a:pPr lvl="0"/>
            <a:r>
              <a:rPr lang="en-US" dirty="0"/>
              <a:t>Name of person quoted</a:t>
            </a:r>
          </a:p>
        </p:txBody>
      </p:sp>
      <p:sp>
        <p:nvSpPr>
          <p:cNvPr id="12" name="Text Field 2">
            <a:extLst>
              <a:ext uri="{FF2B5EF4-FFF2-40B4-BE49-F238E27FC236}">
                <a16:creationId xmlns:a16="http://schemas.microsoft.com/office/drawing/2014/main" id="{36C31D35-A48A-6B46-A3DB-FDB99CCA72F4}"/>
              </a:ext>
            </a:extLst>
          </p:cNvPr>
          <p:cNvSpPr>
            <a:spLocks noGrp="1"/>
          </p:cNvSpPr>
          <p:nvPr>
            <p:ph type="body" sz="quarter" idx="36" hasCustomPrompt="1"/>
          </p:nvPr>
        </p:nvSpPr>
        <p:spPr>
          <a:xfrm>
            <a:off x="761999" y="4877842"/>
            <a:ext cx="5333999" cy="895181"/>
          </a:xfrm>
          <a:prstGeom prst="rect">
            <a:avLst/>
          </a:prstGeom>
        </p:spPr>
        <p:txBody>
          <a:bodyPr>
            <a:noAutofit/>
          </a:bodyPr>
          <a:lstStyle>
            <a:lvl1pPr>
              <a:defRPr>
                <a:solidFill>
                  <a:schemeClr val="tx1"/>
                </a:solidFill>
              </a:defRPr>
            </a:lvl1pPr>
          </a:lstStyle>
          <a:p>
            <a:pPr lvl="0"/>
            <a:r>
              <a:rPr lang="en-US" dirty="0"/>
              <a:t>Additional information if needed</a:t>
            </a:r>
          </a:p>
        </p:txBody>
      </p:sp>
      <p:sp>
        <p:nvSpPr>
          <p:cNvPr id="3" name="Content Placeholder 2">
            <a:extLst>
              <a:ext uri="{FF2B5EF4-FFF2-40B4-BE49-F238E27FC236}">
                <a16:creationId xmlns:a16="http://schemas.microsoft.com/office/drawing/2014/main" id="{37E74DE0-55D3-42EA-9474-DC8A5193EF88}"/>
              </a:ext>
            </a:extLst>
          </p:cNvPr>
          <p:cNvSpPr>
            <a:spLocks noGrp="1" noChangeAspect="1"/>
          </p:cNvSpPr>
          <p:nvPr>
            <p:ph sz="quarter" idx="45" hasCustomPrompt="1"/>
          </p:nvPr>
        </p:nvSpPr>
        <p:spPr>
          <a:xfrm>
            <a:off x="768096" y="1129656"/>
            <a:ext cx="2447584" cy="673743"/>
          </a:xfrm>
        </p:spPr>
        <p:txBody>
          <a:bodyPr/>
          <a:lstStyle>
            <a:lvl1pPr>
              <a:defRPr>
                <a:solidFill>
                  <a:schemeClr val="tx1"/>
                </a:solidFill>
              </a:defRPr>
            </a:lvl1pPr>
            <a:lvl5pPr marL="731520" indent="0">
              <a:buNone/>
              <a:defRPr/>
            </a:lvl5pPr>
          </a:lstStyle>
          <a:p>
            <a:pPr lvl="0"/>
            <a:r>
              <a:rPr lang="en-US" dirty="0"/>
              <a:t>Click to add logo</a:t>
            </a:r>
          </a:p>
        </p:txBody>
      </p:sp>
      <p:cxnSp>
        <p:nvCxnSpPr>
          <p:cNvPr id="5" name="Accent Mark">
            <a:extLst>
              <a:ext uri="{FF2B5EF4-FFF2-40B4-BE49-F238E27FC236}">
                <a16:creationId xmlns:a16="http://schemas.microsoft.com/office/drawing/2014/main" id="{37A21CC2-57E9-EBBF-0445-5A0E3847E0E6}"/>
              </a:ext>
              <a:ext uri="{C183D7F6-B498-43B3-948B-1728B52AA6E4}">
                <adec:decorative xmlns:adec="http://schemas.microsoft.com/office/drawing/2017/decorative" val="1"/>
              </a:ext>
            </a:extLst>
          </p:cNvPr>
          <p:cNvCxnSpPr>
            <a:cxnSpLocks/>
          </p:cNvCxnSpPr>
          <p:nvPr userDrawn="1"/>
        </p:nvCxnSpPr>
        <p:spPr>
          <a:xfrm flipH="1">
            <a:off x="753637" y="4228983"/>
            <a:ext cx="374904" cy="0"/>
          </a:xfrm>
          <a:prstGeom prst="line">
            <a:avLst/>
          </a:prstGeom>
          <a:ln w="38100" cap="flat">
            <a:solidFill>
              <a:srgbClr val="F0CC71"/>
            </a:solidFill>
            <a:prstDash val="solid"/>
          </a:ln>
        </p:spPr>
        <p:style>
          <a:lnRef idx="1">
            <a:schemeClr val="accent1"/>
          </a:lnRef>
          <a:fillRef idx="0">
            <a:schemeClr val="accent1"/>
          </a:fillRef>
          <a:effectRef idx="0">
            <a:schemeClr val="accent1"/>
          </a:effectRef>
          <a:fontRef idx="minor">
            <a:schemeClr val="tx1"/>
          </a:fontRef>
        </p:style>
      </p:cxnSp>
      <p:sp>
        <p:nvSpPr>
          <p:cNvPr id="2" name="Slide Number Placeholder 7">
            <a:extLst>
              <a:ext uri="{FF2B5EF4-FFF2-40B4-BE49-F238E27FC236}">
                <a16:creationId xmlns:a16="http://schemas.microsoft.com/office/drawing/2014/main" id="{3EE0829F-0C0A-8B14-23B2-7530A6A0E366}"/>
              </a:ext>
            </a:extLst>
          </p:cNvPr>
          <p:cNvSpPr>
            <a:spLocks noGrp="1"/>
          </p:cNvSpPr>
          <p:nvPr>
            <p:ph type="sldNum" sz="quarter" idx="17"/>
          </p:nvPr>
        </p:nvSpPr>
        <p:spPr>
          <a:xfrm>
            <a:off x="762000" y="6423660"/>
            <a:ext cx="365760" cy="365760"/>
          </a:xfrm>
        </p:spPr>
        <p:txBody>
          <a:bodyPr/>
          <a:lstStyle>
            <a:lvl1pPr>
              <a:defRPr>
                <a:solidFill>
                  <a:srgbClr val="AEA8A2"/>
                </a:solidFill>
              </a:defRPr>
            </a:lvl1pPr>
          </a:lstStyle>
          <a:p>
            <a:fld id="{345D60D9-5372-5F40-9443-0F9AE5BDC3C8}" type="slidenum">
              <a:rPr lang="en-US" smtClean="0"/>
              <a:pPr/>
              <a:t>‹#›</a:t>
            </a:fld>
            <a:endParaRPr lang="en-US" dirty="0"/>
          </a:p>
        </p:txBody>
      </p:sp>
      <p:sp>
        <p:nvSpPr>
          <p:cNvPr id="4" name="Footer Placeholder 6">
            <a:extLst>
              <a:ext uri="{FF2B5EF4-FFF2-40B4-BE49-F238E27FC236}">
                <a16:creationId xmlns:a16="http://schemas.microsoft.com/office/drawing/2014/main" id="{C06B0B6E-E8C5-4063-ACF6-B009B2CBC7AB}"/>
              </a:ext>
            </a:extLst>
          </p:cNvPr>
          <p:cNvSpPr>
            <a:spLocks noGrp="1"/>
          </p:cNvSpPr>
          <p:nvPr>
            <p:ph type="ftr" sz="quarter" idx="16"/>
          </p:nvPr>
        </p:nvSpPr>
        <p:spPr>
          <a:xfrm>
            <a:off x="1127759" y="6423978"/>
            <a:ext cx="5745379" cy="365125"/>
          </a:xfrm>
        </p:spPr>
        <p:txBody>
          <a:bodyPr/>
          <a:lstStyle>
            <a:lvl1pPr>
              <a:defRPr>
                <a:solidFill>
                  <a:srgbClr val="AEA8A2"/>
                </a:solidFill>
              </a:defRPr>
            </a:lvl1pPr>
          </a:lstStyle>
          <a:p>
            <a:r>
              <a:rPr lang="en-US"/>
              <a:t>Copyright © 2025, Oracle and/or its affiliates |  Confidential: Internal/Restricted/Highly Restricted</a:t>
            </a:r>
            <a:endParaRPr lang="en-US" dirty="0"/>
          </a:p>
        </p:txBody>
      </p:sp>
      <p:sp>
        <p:nvSpPr>
          <p:cNvPr id="7" name="Date Placeholder 4">
            <a:extLst>
              <a:ext uri="{FF2B5EF4-FFF2-40B4-BE49-F238E27FC236}">
                <a16:creationId xmlns:a16="http://schemas.microsoft.com/office/drawing/2014/main" id="{FDD33E2D-BC02-BFC7-0F5C-D56B792CBEA2}"/>
              </a:ext>
            </a:extLst>
          </p:cNvPr>
          <p:cNvSpPr>
            <a:spLocks noGrp="1"/>
          </p:cNvSpPr>
          <p:nvPr>
            <p:ph type="dt" sz="half" idx="15"/>
          </p:nvPr>
        </p:nvSpPr>
        <p:spPr>
          <a:xfrm>
            <a:off x="6873138" y="6425604"/>
            <a:ext cx="2743200" cy="363500"/>
          </a:xfrm>
        </p:spPr>
        <p:txBody>
          <a:bodyPr/>
          <a:lstStyle>
            <a:lvl1pPr>
              <a:defRPr>
                <a:solidFill>
                  <a:srgbClr val="AEA8A2"/>
                </a:solidFill>
              </a:defRPr>
            </a:lvl1pPr>
          </a:lstStyle>
          <a:p>
            <a:r>
              <a:rPr lang="en-US"/>
              <a:t>[Date]</a:t>
            </a:r>
            <a:endParaRPr lang="en-US" dirty="0"/>
          </a:p>
        </p:txBody>
      </p:sp>
    </p:spTree>
    <p:extLst>
      <p:ext uri="{BB962C8B-B14F-4D97-AF65-F5344CB8AC3E}">
        <p14:creationId xmlns:p14="http://schemas.microsoft.com/office/powerpoint/2010/main" val="159849346"/>
      </p:ext>
    </p:extLst>
  </p:cSld>
  <p:clrMapOvr>
    <a:overrideClrMapping bg1="dk1" tx1="lt1" bg2="dk2" tx2="lt2" accent1="accent1" accent2="accent2" accent3="accent3" accent4="accent4" accent5="accent5" accent6="accent6" hlink="hlink" folHlink="folHlink"/>
  </p:clrMapOvr>
  <p:transition>
    <p:fade/>
  </p:transition>
</p:sldLayout>
</file>

<file path=ppt/slideLayouts/slideLayout5.xml><?xml version="1.0" encoding="utf-8"?>
<p:sldLayout xmlns:a="http://schemas.openxmlformats.org/drawingml/2006/main" xmlns:r="http://schemas.openxmlformats.org/officeDocument/2006/relationships" xmlns:p="http://schemas.openxmlformats.org/presentationml/2006/main" preserve="1" userDrawn="1">
  <p:cSld name="1_Light - Quote with Picture">
    <p:bg>
      <p:bgPr>
        <a:solidFill>
          <a:schemeClr val="bg2"/>
        </a:solidFill>
        <a:effectLst/>
      </p:bgPr>
    </p:bg>
    <p:spTree>
      <p:nvGrpSpPr>
        <p:cNvPr id="1" name=""/>
        <p:cNvGrpSpPr/>
        <p:nvPr/>
      </p:nvGrpSpPr>
      <p:grpSpPr>
        <a:xfrm>
          <a:off x="0" y="0"/>
          <a:ext cx="0" cy="0"/>
          <a:chOff x="0" y="0"/>
          <a:chExt cx="0" cy="0"/>
        </a:xfrm>
      </p:grpSpPr>
      <p:pic>
        <p:nvPicPr>
          <p:cNvPr id="14" name="Picture 13">
            <a:extLst>
              <a:ext uri="{FF2B5EF4-FFF2-40B4-BE49-F238E27FC236}">
                <a16:creationId xmlns:a16="http://schemas.microsoft.com/office/drawing/2014/main" id="{C9F5A62B-7934-D86B-3DC0-CE87D083043C}"/>
              </a:ext>
            </a:extLst>
          </p:cNvPr>
          <p:cNvPicPr>
            <a:picLocks noChangeAspect="1"/>
          </p:cNvPicPr>
          <p:nvPr userDrawn="1"/>
        </p:nvPicPr>
        <p:blipFill>
          <a:blip r:embed="rId2">
            <a:extLst>
              <a:ext uri="{28A0092B-C50C-407E-A947-70E740481C1C}">
                <a14:useLocalDpi xmlns:a14="http://schemas.microsoft.com/office/drawing/2010/main"/>
              </a:ext>
            </a:extLst>
          </a:blip>
          <a:stretch>
            <a:fillRect/>
          </a:stretch>
        </p:blipFill>
        <p:spPr>
          <a:xfrm>
            <a:off x="0" y="0"/>
            <a:ext cx="12192000" cy="6858000"/>
          </a:xfrm>
          <a:prstGeom prst="rect">
            <a:avLst/>
          </a:prstGeom>
        </p:spPr>
      </p:pic>
      <p:sp>
        <p:nvSpPr>
          <p:cNvPr id="3" name="Quote">
            <a:extLst>
              <a:ext uri="{FF2B5EF4-FFF2-40B4-BE49-F238E27FC236}">
                <a16:creationId xmlns:a16="http://schemas.microsoft.com/office/drawing/2014/main" id="{A13E52A3-3B72-407D-BD94-ADB27B9FCE9C}"/>
              </a:ext>
            </a:extLst>
          </p:cNvPr>
          <p:cNvSpPr>
            <a:spLocks noGrp="1"/>
          </p:cNvSpPr>
          <p:nvPr>
            <p:ph type="title" hasCustomPrompt="1"/>
          </p:nvPr>
        </p:nvSpPr>
        <p:spPr>
          <a:xfrm>
            <a:off x="5677787" y="2896192"/>
            <a:ext cx="6020298" cy="1384995"/>
          </a:xfrm>
          <a:noFill/>
        </p:spPr>
        <p:txBody>
          <a:bodyPr vert="horz" wrap="square" lIns="0" tIns="0" rIns="0" bIns="0" rtlCol="0" anchor="b" anchorCtr="0">
            <a:spAutoFit/>
          </a:bodyPr>
          <a:lstStyle>
            <a:lvl1pPr marL="179388" indent="-179388">
              <a:lnSpc>
                <a:spcPct val="100000"/>
              </a:lnSpc>
              <a:tabLst/>
              <a:defRPr lang="en-US" sz="3000" b="0" i="0" dirty="0">
                <a:latin typeface="+mj-lt"/>
                <a:cs typeface="Oracle Sans Tab" panose="020B0503020204020204" pitchFamily="34" charset="0"/>
              </a:defRPr>
            </a:lvl1pPr>
          </a:lstStyle>
          <a:p>
            <a:pPr lvl="0"/>
            <a:r>
              <a:rPr lang="en-US" dirty="0"/>
              <a:t>“Click to type customer or</a:t>
            </a:r>
            <a:br>
              <a:rPr lang="en-US" dirty="0"/>
            </a:br>
            <a:r>
              <a:rPr lang="en-US" dirty="0"/>
              <a:t>partner quote surrounded</a:t>
            </a:r>
            <a:br>
              <a:rPr lang="en-US" dirty="0"/>
            </a:br>
            <a:r>
              <a:rPr lang="en-US" dirty="0"/>
              <a:t>by quotation marks.”</a:t>
            </a:r>
          </a:p>
        </p:txBody>
      </p:sp>
      <p:sp>
        <p:nvSpPr>
          <p:cNvPr id="13" name="Text Field">
            <a:extLst>
              <a:ext uri="{FF2B5EF4-FFF2-40B4-BE49-F238E27FC236}">
                <a16:creationId xmlns:a16="http://schemas.microsoft.com/office/drawing/2014/main" id="{04A571F4-71E4-264A-BBD5-0475995E681B}"/>
              </a:ext>
            </a:extLst>
          </p:cNvPr>
          <p:cNvSpPr>
            <a:spLocks noGrp="1"/>
          </p:cNvSpPr>
          <p:nvPr>
            <p:ph type="body" sz="quarter" idx="37" hasCustomPrompt="1"/>
          </p:nvPr>
        </p:nvSpPr>
        <p:spPr>
          <a:xfrm>
            <a:off x="5832887" y="4911127"/>
            <a:ext cx="5853145" cy="266291"/>
          </a:xfrm>
          <a:prstGeom prst="rect">
            <a:avLst/>
          </a:prstGeom>
        </p:spPr>
        <p:txBody>
          <a:bodyPr>
            <a:noAutofit/>
          </a:bodyPr>
          <a:lstStyle>
            <a:lvl1pPr>
              <a:defRPr b="1"/>
            </a:lvl1pPr>
          </a:lstStyle>
          <a:p>
            <a:pPr lvl="0"/>
            <a:r>
              <a:rPr lang="en-US" dirty="0"/>
              <a:t>Name of person quoted</a:t>
            </a:r>
          </a:p>
        </p:txBody>
      </p:sp>
      <p:sp>
        <p:nvSpPr>
          <p:cNvPr id="11" name="Text Field 2">
            <a:extLst>
              <a:ext uri="{FF2B5EF4-FFF2-40B4-BE49-F238E27FC236}">
                <a16:creationId xmlns:a16="http://schemas.microsoft.com/office/drawing/2014/main" id="{CBFB97F9-F988-C34C-8B6D-BB4A4D881736}"/>
              </a:ext>
            </a:extLst>
          </p:cNvPr>
          <p:cNvSpPr>
            <a:spLocks noGrp="1"/>
          </p:cNvSpPr>
          <p:nvPr>
            <p:ph type="body" sz="quarter" idx="36" hasCustomPrompt="1"/>
          </p:nvPr>
        </p:nvSpPr>
        <p:spPr>
          <a:xfrm>
            <a:off x="5832887" y="5248720"/>
            <a:ext cx="5853145" cy="786385"/>
          </a:xfrm>
          <a:prstGeom prst="rect">
            <a:avLst/>
          </a:prstGeom>
        </p:spPr>
        <p:txBody>
          <a:bodyPr>
            <a:noAutofit/>
          </a:bodyPr>
          <a:lstStyle>
            <a:lvl1pPr>
              <a:defRPr/>
            </a:lvl1pPr>
          </a:lstStyle>
          <a:p>
            <a:pPr lvl="0"/>
            <a:r>
              <a:rPr lang="en-US" dirty="0"/>
              <a:t>Additional information if needed</a:t>
            </a:r>
          </a:p>
        </p:txBody>
      </p:sp>
      <p:sp>
        <p:nvSpPr>
          <p:cNvPr id="7" name="Content Placeholder 2">
            <a:extLst>
              <a:ext uri="{FF2B5EF4-FFF2-40B4-BE49-F238E27FC236}">
                <a16:creationId xmlns:a16="http://schemas.microsoft.com/office/drawing/2014/main" id="{9E51C341-0AE0-3733-8FBF-7EA8A58141D5}"/>
              </a:ext>
            </a:extLst>
          </p:cNvPr>
          <p:cNvSpPr>
            <a:spLocks noGrp="1" noChangeAspect="1"/>
          </p:cNvSpPr>
          <p:nvPr>
            <p:ph sz="quarter" idx="48" hasCustomPrompt="1"/>
          </p:nvPr>
        </p:nvSpPr>
        <p:spPr>
          <a:xfrm>
            <a:off x="5832887" y="1203405"/>
            <a:ext cx="2447584" cy="673743"/>
          </a:xfrm>
        </p:spPr>
        <p:txBody>
          <a:bodyPr/>
          <a:lstStyle>
            <a:lvl5pPr marL="731520" indent="0">
              <a:buNone/>
              <a:defRPr/>
            </a:lvl5pPr>
          </a:lstStyle>
          <a:p>
            <a:pPr lvl="0"/>
            <a:r>
              <a:rPr lang="en-US" dirty="0"/>
              <a:t>Click to add logo</a:t>
            </a:r>
          </a:p>
        </p:txBody>
      </p:sp>
      <p:sp>
        <p:nvSpPr>
          <p:cNvPr id="9" name="Picture Placeholder 5">
            <a:extLst>
              <a:ext uri="{FF2B5EF4-FFF2-40B4-BE49-F238E27FC236}">
                <a16:creationId xmlns:a16="http://schemas.microsoft.com/office/drawing/2014/main" id="{DFB04560-5A82-4303-F4F4-247222B350E0}"/>
              </a:ext>
            </a:extLst>
          </p:cNvPr>
          <p:cNvSpPr>
            <a:spLocks noGrp="1"/>
          </p:cNvSpPr>
          <p:nvPr>
            <p:ph type="pic" sz="quarter" idx="47"/>
          </p:nvPr>
        </p:nvSpPr>
        <p:spPr>
          <a:xfrm>
            <a:off x="0" y="0"/>
            <a:ext cx="4937092" cy="6292035"/>
          </a:xfrm>
          <a:custGeom>
            <a:avLst/>
            <a:gdLst>
              <a:gd name="connsiteX0" fmla="*/ 0 w 5087890"/>
              <a:gd name="connsiteY0" fmla="*/ 0 h 6372666"/>
              <a:gd name="connsiteX1" fmla="*/ 3962495 w 5087890"/>
              <a:gd name="connsiteY1" fmla="*/ 0 h 6372666"/>
              <a:gd name="connsiteX2" fmla="*/ 3996914 w 5087890"/>
              <a:gd name="connsiteY2" fmla="*/ 31198 h 6372666"/>
              <a:gd name="connsiteX3" fmla="*/ 5087890 w 5087890"/>
              <a:gd name="connsiteY3" fmla="*/ 2657920 h 6372666"/>
              <a:gd name="connsiteX4" fmla="*/ 1363066 w 5087890"/>
              <a:gd name="connsiteY4" fmla="*/ 6372666 h 6372666"/>
              <a:gd name="connsiteX5" fmla="*/ 82347 w 5087890"/>
              <a:gd name="connsiteY5" fmla="*/ 6147256 h 6372666"/>
              <a:gd name="connsiteX6" fmla="*/ 0 w 5087890"/>
              <a:gd name="connsiteY6" fmla="*/ 6114876 h 6372666"/>
              <a:gd name="connsiteX0" fmla="*/ 0 w 5249971"/>
              <a:gd name="connsiteY0" fmla="*/ 0 h 6372666"/>
              <a:gd name="connsiteX1" fmla="*/ 3962495 w 5249971"/>
              <a:gd name="connsiteY1" fmla="*/ 0 h 6372666"/>
              <a:gd name="connsiteX2" fmla="*/ 4226946 w 5249971"/>
              <a:gd name="connsiteY2" fmla="*/ 231614 h 6372666"/>
              <a:gd name="connsiteX3" fmla="*/ 5087890 w 5249971"/>
              <a:gd name="connsiteY3" fmla="*/ 2657920 h 6372666"/>
              <a:gd name="connsiteX4" fmla="*/ 1363066 w 5249971"/>
              <a:gd name="connsiteY4" fmla="*/ 6372666 h 6372666"/>
              <a:gd name="connsiteX5" fmla="*/ 82347 w 5249971"/>
              <a:gd name="connsiteY5" fmla="*/ 6147256 h 6372666"/>
              <a:gd name="connsiteX6" fmla="*/ 0 w 5249971"/>
              <a:gd name="connsiteY6" fmla="*/ 6114876 h 6372666"/>
              <a:gd name="connsiteX7" fmla="*/ 0 w 5249971"/>
              <a:gd name="connsiteY7" fmla="*/ 0 h 6372666"/>
              <a:gd name="connsiteX0" fmla="*/ 0 w 5247320"/>
              <a:gd name="connsiteY0" fmla="*/ 0 h 6372666"/>
              <a:gd name="connsiteX1" fmla="*/ 3962495 w 5247320"/>
              <a:gd name="connsiteY1" fmla="*/ 0 h 6372666"/>
              <a:gd name="connsiteX2" fmla="*/ 4226946 w 5247320"/>
              <a:gd name="connsiteY2" fmla="*/ 231614 h 6372666"/>
              <a:gd name="connsiteX3" fmla="*/ 5087890 w 5247320"/>
              <a:gd name="connsiteY3" fmla="*/ 2657920 h 6372666"/>
              <a:gd name="connsiteX4" fmla="*/ 1363066 w 5247320"/>
              <a:gd name="connsiteY4" fmla="*/ 6372666 h 6372666"/>
              <a:gd name="connsiteX5" fmla="*/ 82347 w 5247320"/>
              <a:gd name="connsiteY5" fmla="*/ 6147256 h 6372666"/>
              <a:gd name="connsiteX6" fmla="*/ 0 w 5247320"/>
              <a:gd name="connsiteY6" fmla="*/ 6114876 h 6372666"/>
              <a:gd name="connsiteX7" fmla="*/ 0 w 5247320"/>
              <a:gd name="connsiteY7" fmla="*/ 0 h 6372666"/>
              <a:gd name="connsiteX0" fmla="*/ 0 w 5247320"/>
              <a:gd name="connsiteY0" fmla="*/ 0 h 6372666"/>
              <a:gd name="connsiteX1" fmla="*/ 4516662 w 5247320"/>
              <a:gd name="connsiteY1" fmla="*/ 10548 h 6372666"/>
              <a:gd name="connsiteX2" fmla="*/ 4226946 w 5247320"/>
              <a:gd name="connsiteY2" fmla="*/ 231614 h 6372666"/>
              <a:gd name="connsiteX3" fmla="*/ 5087890 w 5247320"/>
              <a:gd name="connsiteY3" fmla="*/ 2657920 h 6372666"/>
              <a:gd name="connsiteX4" fmla="*/ 1363066 w 5247320"/>
              <a:gd name="connsiteY4" fmla="*/ 6372666 h 6372666"/>
              <a:gd name="connsiteX5" fmla="*/ 82347 w 5247320"/>
              <a:gd name="connsiteY5" fmla="*/ 6147256 h 6372666"/>
              <a:gd name="connsiteX6" fmla="*/ 0 w 5247320"/>
              <a:gd name="connsiteY6" fmla="*/ 6114876 h 6372666"/>
              <a:gd name="connsiteX7" fmla="*/ 0 w 5247320"/>
              <a:gd name="connsiteY7" fmla="*/ 0 h 6372666"/>
              <a:gd name="connsiteX0" fmla="*/ 0 w 5365577"/>
              <a:gd name="connsiteY0" fmla="*/ 0 h 6372666"/>
              <a:gd name="connsiteX1" fmla="*/ 4516662 w 5365577"/>
              <a:gd name="connsiteY1" fmla="*/ 10548 h 6372666"/>
              <a:gd name="connsiteX2" fmla="*/ 4655641 w 5365577"/>
              <a:gd name="connsiteY2" fmla="*/ 526964 h 6372666"/>
              <a:gd name="connsiteX3" fmla="*/ 5087890 w 5365577"/>
              <a:gd name="connsiteY3" fmla="*/ 2657920 h 6372666"/>
              <a:gd name="connsiteX4" fmla="*/ 1363066 w 5365577"/>
              <a:gd name="connsiteY4" fmla="*/ 6372666 h 6372666"/>
              <a:gd name="connsiteX5" fmla="*/ 82347 w 5365577"/>
              <a:gd name="connsiteY5" fmla="*/ 6147256 h 6372666"/>
              <a:gd name="connsiteX6" fmla="*/ 0 w 5365577"/>
              <a:gd name="connsiteY6" fmla="*/ 6114876 h 6372666"/>
              <a:gd name="connsiteX7" fmla="*/ 0 w 5365577"/>
              <a:gd name="connsiteY7" fmla="*/ 0 h 6372666"/>
              <a:gd name="connsiteX0" fmla="*/ 0 w 5288223"/>
              <a:gd name="connsiteY0" fmla="*/ 0 h 6372666"/>
              <a:gd name="connsiteX1" fmla="*/ 4516662 w 5288223"/>
              <a:gd name="connsiteY1" fmla="*/ 10548 h 6372666"/>
              <a:gd name="connsiteX2" fmla="*/ 4655641 w 5288223"/>
              <a:gd name="connsiteY2" fmla="*/ 526964 h 6372666"/>
              <a:gd name="connsiteX3" fmla="*/ 5087890 w 5288223"/>
              <a:gd name="connsiteY3" fmla="*/ 2657920 h 6372666"/>
              <a:gd name="connsiteX4" fmla="*/ 1363066 w 5288223"/>
              <a:gd name="connsiteY4" fmla="*/ 6372666 h 6372666"/>
              <a:gd name="connsiteX5" fmla="*/ 82347 w 5288223"/>
              <a:gd name="connsiteY5" fmla="*/ 6147256 h 6372666"/>
              <a:gd name="connsiteX6" fmla="*/ 0 w 5288223"/>
              <a:gd name="connsiteY6" fmla="*/ 6114876 h 6372666"/>
              <a:gd name="connsiteX7" fmla="*/ 0 w 5288223"/>
              <a:gd name="connsiteY7" fmla="*/ 0 h 6372666"/>
              <a:gd name="connsiteX0" fmla="*/ 0 w 5288223"/>
              <a:gd name="connsiteY0" fmla="*/ 0 h 6372666"/>
              <a:gd name="connsiteX1" fmla="*/ 4725781 w 5288223"/>
              <a:gd name="connsiteY1" fmla="*/ 21096 h 6372666"/>
              <a:gd name="connsiteX2" fmla="*/ 4655641 w 5288223"/>
              <a:gd name="connsiteY2" fmla="*/ 526964 h 6372666"/>
              <a:gd name="connsiteX3" fmla="*/ 5087890 w 5288223"/>
              <a:gd name="connsiteY3" fmla="*/ 2657920 h 6372666"/>
              <a:gd name="connsiteX4" fmla="*/ 1363066 w 5288223"/>
              <a:gd name="connsiteY4" fmla="*/ 6372666 h 6372666"/>
              <a:gd name="connsiteX5" fmla="*/ 82347 w 5288223"/>
              <a:gd name="connsiteY5" fmla="*/ 6147256 h 6372666"/>
              <a:gd name="connsiteX6" fmla="*/ 0 w 5288223"/>
              <a:gd name="connsiteY6" fmla="*/ 6114876 h 6372666"/>
              <a:gd name="connsiteX7" fmla="*/ 0 w 5288223"/>
              <a:gd name="connsiteY7" fmla="*/ 0 h 6372666"/>
              <a:gd name="connsiteX0" fmla="*/ 0 w 5382393"/>
              <a:gd name="connsiteY0" fmla="*/ 0 h 6372666"/>
              <a:gd name="connsiteX1" fmla="*/ 4725781 w 5382393"/>
              <a:gd name="connsiteY1" fmla="*/ 21096 h 6372666"/>
              <a:gd name="connsiteX2" fmla="*/ 4969320 w 5382393"/>
              <a:gd name="connsiteY2" fmla="*/ 1170404 h 6372666"/>
              <a:gd name="connsiteX3" fmla="*/ 5087890 w 5382393"/>
              <a:gd name="connsiteY3" fmla="*/ 2657920 h 6372666"/>
              <a:gd name="connsiteX4" fmla="*/ 1363066 w 5382393"/>
              <a:gd name="connsiteY4" fmla="*/ 6372666 h 6372666"/>
              <a:gd name="connsiteX5" fmla="*/ 82347 w 5382393"/>
              <a:gd name="connsiteY5" fmla="*/ 6147256 h 6372666"/>
              <a:gd name="connsiteX6" fmla="*/ 0 w 5382393"/>
              <a:gd name="connsiteY6" fmla="*/ 6114876 h 6372666"/>
              <a:gd name="connsiteX7" fmla="*/ 0 w 5382393"/>
              <a:gd name="connsiteY7" fmla="*/ 0 h 6372666"/>
              <a:gd name="connsiteX0" fmla="*/ 0 w 5095613"/>
              <a:gd name="connsiteY0" fmla="*/ 0 h 6372666"/>
              <a:gd name="connsiteX1" fmla="*/ 4725781 w 5095613"/>
              <a:gd name="connsiteY1" fmla="*/ 21096 h 6372666"/>
              <a:gd name="connsiteX2" fmla="*/ 4969320 w 5095613"/>
              <a:gd name="connsiteY2" fmla="*/ 1170404 h 6372666"/>
              <a:gd name="connsiteX3" fmla="*/ 4502357 w 5095613"/>
              <a:gd name="connsiteY3" fmla="*/ 4598790 h 6372666"/>
              <a:gd name="connsiteX4" fmla="*/ 1363066 w 5095613"/>
              <a:gd name="connsiteY4" fmla="*/ 6372666 h 6372666"/>
              <a:gd name="connsiteX5" fmla="*/ 82347 w 5095613"/>
              <a:gd name="connsiteY5" fmla="*/ 6147256 h 6372666"/>
              <a:gd name="connsiteX6" fmla="*/ 0 w 5095613"/>
              <a:gd name="connsiteY6" fmla="*/ 6114876 h 6372666"/>
              <a:gd name="connsiteX7" fmla="*/ 0 w 5095613"/>
              <a:gd name="connsiteY7" fmla="*/ 0 h 6372666"/>
              <a:gd name="connsiteX0" fmla="*/ 0 w 5016403"/>
              <a:gd name="connsiteY0" fmla="*/ 0 h 6372666"/>
              <a:gd name="connsiteX1" fmla="*/ 4725781 w 5016403"/>
              <a:gd name="connsiteY1" fmla="*/ 21096 h 6372666"/>
              <a:gd name="connsiteX2" fmla="*/ 4864760 w 5016403"/>
              <a:gd name="connsiteY2" fmla="*/ 474223 h 6372666"/>
              <a:gd name="connsiteX3" fmla="*/ 4502357 w 5016403"/>
              <a:gd name="connsiteY3" fmla="*/ 4598790 h 6372666"/>
              <a:gd name="connsiteX4" fmla="*/ 1363066 w 5016403"/>
              <a:gd name="connsiteY4" fmla="*/ 6372666 h 6372666"/>
              <a:gd name="connsiteX5" fmla="*/ 82347 w 5016403"/>
              <a:gd name="connsiteY5" fmla="*/ 6147256 h 6372666"/>
              <a:gd name="connsiteX6" fmla="*/ 0 w 5016403"/>
              <a:gd name="connsiteY6" fmla="*/ 6114876 h 6372666"/>
              <a:gd name="connsiteX7" fmla="*/ 0 w 5016403"/>
              <a:gd name="connsiteY7" fmla="*/ 0 h 6372666"/>
              <a:gd name="connsiteX0" fmla="*/ 0 w 5122449"/>
              <a:gd name="connsiteY0" fmla="*/ 0 h 6372666"/>
              <a:gd name="connsiteX1" fmla="*/ 4725781 w 5122449"/>
              <a:gd name="connsiteY1" fmla="*/ 21096 h 6372666"/>
              <a:gd name="connsiteX2" fmla="*/ 4864760 w 5122449"/>
              <a:gd name="connsiteY2" fmla="*/ 474223 h 6372666"/>
              <a:gd name="connsiteX3" fmla="*/ 4502357 w 5122449"/>
              <a:gd name="connsiteY3" fmla="*/ 4598790 h 6372666"/>
              <a:gd name="connsiteX4" fmla="*/ 1363066 w 5122449"/>
              <a:gd name="connsiteY4" fmla="*/ 6372666 h 6372666"/>
              <a:gd name="connsiteX5" fmla="*/ 82347 w 5122449"/>
              <a:gd name="connsiteY5" fmla="*/ 6147256 h 6372666"/>
              <a:gd name="connsiteX6" fmla="*/ 0 w 5122449"/>
              <a:gd name="connsiteY6" fmla="*/ 6114876 h 6372666"/>
              <a:gd name="connsiteX7" fmla="*/ 0 w 5122449"/>
              <a:gd name="connsiteY7" fmla="*/ 0 h 6372666"/>
              <a:gd name="connsiteX0" fmla="*/ 0 w 5110499"/>
              <a:gd name="connsiteY0" fmla="*/ 0 h 6372666"/>
              <a:gd name="connsiteX1" fmla="*/ 4725781 w 5110499"/>
              <a:gd name="connsiteY1" fmla="*/ 21096 h 6372666"/>
              <a:gd name="connsiteX2" fmla="*/ 4864760 w 5110499"/>
              <a:gd name="connsiteY2" fmla="*/ 474223 h 6372666"/>
              <a:gd name="connsiteX3" fmla="*/ 4460534 w 5110499"/>
              <a:gd name="connsiteY3" fmla="*/ 4704273 h 6372666"/>
              <a:gd name="connsiteX4" fmla="*/ 1363066 w 5110499"/>
              <a:gd name="connsiteY4" fmla="*/ 6372666 h 6372666"/>
              <a:gd name="connsiteX5" fmla="*/ 82347 w 5110499"/>
              <a:gd name="connsiteY5" fmla="*/ 6147256 h 6372666"/>
              <a:gd name="connsiteX6" fmla="*/ 0 w 5110499"/>
              <a:gd name="connsiteY6" fmla="*/ 6114876 h 6372666"/>
              <a:gd name="connsiteX7" fmla="*/ 0 w 5110499"/>
              <a:gd name="connsiteY7" fmla="*/ 0 h 6372666"/>
              <a:gd name="connsiteX0" fmla="*/ 0 w 5110499"/>
              <a:gd name="connsiteY0" fmla="*/ 0 h 6372666"/>
              <a:gd name="connsiteX1" fmla="*/ 4725781 w 5110499"/>
              <a:gd name="connsiteY1" fmla="*/ 21096 h 6372666"/>
              <a:gd name="connsiteX2" fmla="*/ 4864760 w 5110499"/>
              <a:gd name="connsiteY2" fmla="*/ 474223 h 6372666"/>
              <a:gd name="connsiteX3" fmla="*/ 4460534 w 5110499"/>
              <a:gd name="connsiteY3" fmla="*/ 4704273 h 6372666"/>
              <a:gd name="connsiteX4" fmla="*/ 1363066 w 5110499"/>
              <a:gd name="connsiteY4" fmla="*/ 6372666 h 6372666"/>
              <a:gd name="connsiteX5" fmla="*/ 82347 w 5110499"/>
              <a:gd name="connsiteY5" fmla="*/ 6147256 h 6372666"/>
              <a:gd name="connsiteX6" fmla="*/ 0 w 5110499"/>
              <a:gd name="connsiteY6" fmla="*/ 6114876 h 6372666"/>
              <a:gd name="connsiteX7" fmla="*/ 0 w 5110499"/>
              <a:gd name="connsiteY7" fmla="*/ 0 h 6372666"/>
              <a:gd name="connsiteX0" fmla="*/ 0 w 5118394"/>
              <a:gd name="connsiteY0" fmla="*/ 0 h 6509793"/>
              <a:gd name="connsiteX1" fmla="*/ 4725781 w 5118394"/>
              <a:gd name="connsiteY1" fmla="*/ 21096 h 6509793"/>
              <a:gd name="connsiteX2" fmla="*/ 4864760 w 5118394"/>
              <a:gd name="connsiteY2" fmla="*/ 474223 h 6509793"/>
              <a:gd name="connsiteX3" fmla="*/ 4460534 w 5118394"/>
              <a:gd name="connsiteY3" fmla="*/ 4704273 h 6509793"/>
              <a:gd name="connsiteX4" fmla="*/ 1164403 w 5118394"/>
              <a:gd name="connsiteY4" fmla="*/ 6509793 h 6509793"/>
              <a:gd name="connsiteX5" fmla="*/ 82347 w 5118394"/>
              <a:gd name="connsiteY5" fmla="*/ 6147256 h 6509793"/>
              <a:gd name="connsiteX6" fmla="*/ 0 w 5118394"/>
              <a:gd name="connsiteY6" fmla="*/ 6114876 h 6509793"/>
              <a:gd name="connsiteX7" fmla="*/ 0 w 5118394"/>
              <a:gd name="connsiteY7" fmla="*/ 0 h 6509793"/>
              <a:gd name="connsiteX0" fmla="*/ 0 w 5162448"/>
              <a:gd name="connsiteY0" fmla="*/ 0 h 6509793"/>
              <a:gd name="connsiteX1" fmla="*/ 4725781 w 5162448"/>
              <a:gd name="connsiteY1" fmla="*/ 21096 h 6509793"/>
              <a:gd name="connsiteX2" fmla="*/ 4864760 w 5162448"/>
              <a:gd name="connsiteY2" fmla="*/ 474223 h 6509793"/>
              <a:gd name="connsiteX3" fmla="*/ 4596462 w 5162448"/>
              <a:gd name="connsiteY3" fmla="*/ 4535502 h 6509793"/>
              <a:gd name="connsiteX4" fmla="*/ 1164403 w 5162448"/>
              <a:gd name="connsiteY4" fmla="*/ 6509793 h 6509793"/>
              <a:gd name="connsiteX5" fmla="*/ 82347 w 5162448"/>
              <a:gd name="connsiteY5" fmla="*/ 6147256 h 6509793"/>
              <a:gd name="connsiteX6" fmla="*/ 0 w 5162448"/>
              <a:gd name="connsiteY6" fmla="*/ 6114876 h 6509793"/>
              <a:gd name="connsiteX7" fmla="*/ 0 w 5162448"/>
              <a:gd name="connsiteY7" fmla="*/ 0 h 6509793"/>
              <a:gd name="connsiteX0" fmla="*/ 0 w 5162448"/>
              <a:gd name="connsiteY0" fmla="*/ 0 h 6509793"/>
              <a:gd name="connsiteX1" fmla="*/ 4725781 w 5162448"/>
              <a:gd name="connsiteY1" fmla="*/ 21096 h 6509793"/>
              <a:gd name="connsiteX2" fmla="*/ 4864760 w 5162448"/>
              <a:gd name="connsiteY2" fmla="*/ 474223 h 6509793"/>
              <a:gd name="connsiteX3" fmla="*/ 4596462 w 5162448"/>
              <a:gd name="connsiteY3" fmla="*/ 4535502 h 6509793"/>
              <a:gd name="connsiteX4" fmla="*/ 1164403 w 5162448"/>
              <a:gd name="connsiteY4" fmla="*/ 6509793 h 6509793"/>
              <a:gd name="connsiteX5" fmla="*/ 385570 w 5162448"/>
              <a:gd name="connsiteY5" fmla="*/ 6305480 h 6509793"/>
              <a:gd name="connsiteX6" fmla="*/ 0 w 5162448"/>
              <a:gd name="connsiteY6" fmla="*/ 6114876 h 6509793"/>
              <a:gd name="connsiteX7" fmla="*/ 0 w 5162448"/>
              <a:gd name="connsiteY7" fmla="*/ 0 h 6509793"/>
              <a:gd name="connsiteX0" fmla="*/ 0 w 5162448"/>
              <a:gd name="connsiteY0" fmla="*/ 0 h 6509793"/>
              <a:gd name="connsiteX1" fmla="*/ 4725781 w 5162448"/>
              <a:gd name="connsiteY1" fmla="*/ 21096 h 6509793"/>
              <a:gd name="connsiteX2" fmla="*/ 4864760 w 5162448"/>
              <a:gd name="connsiteY2" fmla="*/ 474223 h 6509793"/>
              <a:gd name="connsiteX3" fmla="*/ 4596462 w 5162448"/>
              <a:gd name="connsiteY3" fmla="*/ 4535502 h 6509793"/>
              <a:gd name="connsiteX4" fmla="*/ 1164403 w 5162448"/>
              <a:gd name="connsiteY4" fmla="*/ 6509793 h 6509793"/>
              <a:gd name="connsiteX5" fmla="*/ 385570 w 5162448"/>
              <a:gd name="connsiteY5" fmla="*/ 6305480 h 6509793"/>
              <a:gd name="connsiteX6" fmla="*/ 0 w 5162448"/>
              <a:gd name="connsiteY6" fmla="*/ 6114876 h 6509793"/>
              <a:gd name="connsiteX7" fmla="*/ 0 w 5162448"/>
              <a:gd name="connsiteY7" fmla="*/ 0 h 6509793"/>
              <a:gd name="connsiteX0" fmla="*/ 0 w 5127267"/>
              <a:gd name="connsiteY0" fmla="*/ 0 h 6509793"/>
              <a:gd name="connsiteX1" fmla="*/ 4725781 w 5127267"/>
              <a:gd name="connsiteY1" fmla="*/ 21096 h 6509793"/>
              <a:gd name="connsiteX2" fmla="*/ 4812481 w 5127267"/>
              <a:gd name="connsiteY2" fmla="*/ 526964 h 6509793"/>
              <a:gd name="connsiteX3" fmla="*/ 4596462 w 5127267"/>
              <a:gd name="connsiteY3" fmla="*/ 4535502 h 6509793"/>
              <a:gd name="connsiteX4" fmla="*/ 1164403 w 5127267"/>
              <a:gd name="connsiteY4" fmla="*/ 6509793 h 6509793"/>
              <a:gd name="connsiteX5" fmla="*/ 385570 w 5127267"/>
              <a:gd name="connsiteY5" fmla="*/ 6305480 h 6509793"/>
              <a:gd name="connsiteX6" fmla="*/ 0 w 5127267"/>
              <a:gd name="connsiteY6" fmla="*/ 6114876 h 6509793"/>
              <a:gd name="connsiteX7" fmla="*/ 0 w 5127267"/>
              <a:gd name="connsiteY7" fmla="*/ 0 h 6509793"/>
              <a:gd name="connsiteX0" fmla="*/ 0 w 5041484"/>
              <a:gd name="connsiteY0" fmla="*/ 0 h 6509793"/>
              <a:gd name="connsiteX1" fmla="*/ 4725781 w 5041484"/>
              <a:gd name="connsiteY1" fmla="*/ 21096 h 6509793"/>
              <a:gd name="connsiteX2" fmla="*/ 4812481 w 5041484"/>
              <a:gd name="connsiteY2" fmla="*/ 526964 h 6509793"/>
              <a:gd name="connsiteX3" fmla="*/ 4596462 w 5041484"/>
              <a:gd name="connsiteY3" fmla="*/ 4535502 h 6509793"/>
              <a:gd name="connsiteX4" fmla="*/ 1164403 w 5041484"/>
              <a:gd name="connsiteY4" fmla="*/ 6509793 h 6509793"/>
              <a:gd name="connsiteX5" fmla="*/ 385570 w 5041484"/>
              <a:gd name="connsiteY5" fmla="*/ 6305480 h 6509793"/>
              <a:gd name="connsiteX6" fmla="*/ 0 w 5041484"/>
              <a:gd name="connsiteY6" fmla="*/ 6114876 h 6509793"/>
              <a:gd name="connsiteX7" fmla="*/ 0 w 5041484"/>
              <a:gd name="connsiteY7" fmla="*/ 0 h 6509793"/>
              <a:gd name="connsiteX0" fmla="*/ 0 w 5140479"/>
              <a:gd name="connsiteY0" fmla="*/ 0 h 6509793"/>
              <a:gd name="connsiteX1" fmla="*/ 4725781 w 5140479"/>
              <a:gd name="connsiteY1" fmla="*/ 21096 h 6509793"/>
              <a:gd name="connsiteX2" fmla="*/ 4812481 w 5140479"/>
              <a:gd name="connsiteY2" fmla="*/ 526964 h 6509793"/>
              <a:gd name="connsiteX3" fmla="*/ 4596462 w 5140479"/>
              <a:gd name="connsiteY3" fmla="*/ 4535502 h 6509793"/>
              <a:gd name="connsiteX4" fmla="*/ 1164403 w 5140479"/>
              <a:gd name="connsiteY4" fmla="*/ 6509793 h 6509793"/>
              <a:gd name="connsiteX5" fmla="*/ 385570 w 5140479"/>
              <a:gd name="connsiteY5" fmla="*/ 6305480 h 6509793"/>
              <a:gd name="connsiteX6" fmla="*/ 0 w 5140479"/>
              <a:gd name="connsiteY6" fmla="*/ 6114876 h 6509793"/>
              <a:gd name="connsiteX7" fmla="*/ 0 w 5140479"/>
              <a:gd name="connsiteY7" fmla="*/ 0 h 6509793"/>
              <a:gd name="connsiteX0" fmla="*/ 0 w 5190465"/>
              <a:gd name="connsiteY0" fmla="*/ 0 h 6509793"/>
              <a:gd name="connsiteX1" fmla="*/ 4725781 w 5190465"/>
              <a:gd name="connsiteY1" fmla="*/ 21096 h 6509793"/>
              <a:gd name="connsiteX2" fmla="*/ 4885673 w 5190465"/>
              <a:gd name="connsiteY2" fmla="*/ 358192 h 6509793"/>
              <a:gd name="connsiteX3" fmla="*/ 4596462 w 5190465"/>
              <a:gd name="connsiteY3" fmla="*/ 4535502 h 6509793"/>
              <a:gd name="connsiteX4" fmla="*/ 1164403 w 5190465"/>
              <a:gd name="connsiteY4" fmla="*/ 6509793 h 6509793"/>
              <a:gd name="connsiteX5" fmla="*/ 385570 w 5190465"/>
              <a:gd name="connsiteY5" fmla="*/ 6305480 h 6509793"/>
              <a:gd name="connsiteX6" fmla="*/ 0 w 5190465"/>
              <a:gd name="connsiteY6" fmla="*/ 6114876 h 6509793"/>
              <a:gd name="connsiteX7" fmla="*/ 0 w 5190465"/>
              <a:gd name="connsiteY7" fmla="*/ 0 h 6509793"/>
              <a:gd name="connsiteX0" fmla="*/ 0 w 5158865"/>
              <a:gd name="connsiteY0" fmla="*/ 0 h 6509793"/>
              <a:gd name="connsiteX1" fmla="*/ 4725781 w 5158865"/>
              <a:gd name="connsiteY1" fmla="*/ 21096 h 6509793"/>
              <a:gd name="connsiteX2" fmla="*/ 4885673 w 5158865"/>
              <a:gd name="connsiteY2" fmla="*/ 358192 h 6509793"/>
              <a:gd name="connsiteX3" fmla="*/ 4596462 w 5158865"/>
              <a:gd name="connsiteY3" fmla="*/ 4535502 h 6509793"/>
              <a:gd name="connsiteX4" fmla="*/ 1164403 w 5158865"/>
              <a:gd name="connsiteY4" fmla="*/ 6509793 h 6509793"/>
              <a:gd name="connsiteX5" fmla="*/ 385570 w 5158865"/>
              <a:gd name="connsiteY5" fmla="*/ 6305480 h 6509793"/>
              <a:gd name="connsiteX6" fmla="*/ 0 w 5158865"/>
              <a:gd name="connsiteY6" fmla="*/ 6114876 h 6509793"/>
              <a:gd name="connsiteX7" fmla="*/ 0 w 5158865"/>
              <a:gd name="connsiteY7" fmla="*/ 0 h 6509793"/>
              <a:gd name="connsiteX0" fmla="*/ 0 w 5272866"/>
              <a:gd name="connsiteY0" fmla="*/ 0 h 6509793"/>
              <a:gd name="connsiteX1" fmla="*/ 4725781 w 5272866"/>
              <a:gd name="connsiteY1" fmla="*/ 21096 h 6509793"/>
              <a:gd name="connsiteX2" fmla="*/ 5042512 w 5272866"/>
              <a:gd name="connsiteY2" fmla="*/ 1476302 h 6509793"/>
              <a:gd name="connsiteX3" fmla="*/ 4596462 w 5272866"/>
              <a:gd name="connsiteY3" fmla="*/ 4535502 h 6509793"/>
              <a:gd name="connsiteX4" fmla="*/ 1164403 w 5272866"/>
              <a:gd name="connsiteY4" fmla="*/ 6509793 h 6509793"/>
              <a:gd name="connsiteX5" fmla="*/ 385570 w 5272866"/>
              <a:gd name="connsiteY5" fmla="*/ 6305480 h 6509793"/>
              <a:gd name="connsiteX6" fmla="*/ 0 w 5272866"/>
              <a:gd name="connsiteY6" fmla="*/ 6114876 h 6509793"/>
              <a:gd name="connsiteX7" fmla="*/ 0 w 5272866"/>
              <a:gd name="connsiteY7" fmla="*/ 0 h 6509793"/>
              <a:gd name="connsiteX0" fmla="*/ 0 w 5183390"/>
              <a:gd name="connsiteY0" fmla="*/ 0 h 6509793"/>
              <a:gd name="connsiteX1" fmla="*/ 4725781 w 5183390"/>
              <a:gd name="connsiteY1" fmla="*/ 21096 h 6509793"/>
              <a:gd name="connsiteX2" fmla="*/ 5042512 w 5183390"/>
              <a:gd name="connsiteY2" fmla="*/ 1476302 h 6509793"/>
              <a:gd name="connsiteX3" fmla="*/ 4115488 w 5183390"/>
              <a:gd name="connsiteY3" fmla="*/ 5210588 h 6509793"/>
              <a:gd name="connsiteX4" fmla="*/ 1164403 w 5183390"/>
              <a:gd name="connsiteY4" fmla="*/ 6509793 h 6509793"/>
              <a:gd name="connsiteX5" fmla="*/ 385570 w 5183390"/>
              <a:gd name="connsiteY5" fmla="*/ 6305480 h 6509793"/>
              <a:gd name="connsiteX6" fmla="*/ 0 w 5183390"/>
              <a:gd name="connsiteY6" fmla="*/ 6114876 h 6509793"/>
              <a:gd name="connsiteX7" fmla="*/ 0 w 5183390"/>
              <a:gd name="connsiteY7" fmla="*/ 0 h 6509793"/>
              <a:gd name="connsiteX0" fmla="*/ 0 w 5172636"/>
              <a:gd name="connsiteY0" fmla="*/ 0 h 6509793"/>
              <a:gd name="connsiteX1" fmla="*/ 4725781 w 5172636"/>
              <a:gd name="connsiteY1" fmla="*/ 21096 h 6509793"/>
              <a:gd name="connsiteX2" fmla="*/ 5042512 w 5172636"/>
              <a:gd name="connsiteY2" fmla="*/ 1476302 h 6509793"/>
              <a:gd name="connsiteX3" fmla="*/ 4115488 w 5172636"/>
              <a:gd name="connsiteY3" fmla="*/ 5210588 h 6509793"/>
              <a:gd name="connsiteX4" fmla="*/ 1164403 w 5172636"/>
              <a:gd name="connsiteY4" fmla="*/ 6509793 h 6509793"/>
              <a:gd name="connsiteX5" fmla="*/ 385570 w 5172636"/>
              <a:gd name="connsiteY5" fmla="*/ 6305480 h 6509793"/>
              <a:gd name="connsiteX6" fmla="*/ 0 w 5172636"/>
              <a:gd name="connsiteY6" fmla="*/ 6114876 h 6509793"/>
              <a:gd name="connsiteX7" fmla="*/ 0 w 5172636"/>
              <a:gd name="connsiteY7" fmla="*/ 0 h 6509793"/>
              <a:gd name="connsiteX0" fmla="*/ 0 w 5097074"/>
              <a:gd name="connsiteY0" fmla="*/ 0 h 6509793"/>
              <a:gd name="connsiteX1" fmla="*/ 4725781 w 5097074"/>
              <a:gd name="connsiteY1" fmla="*/ 21096 h 6509793"/>
              <a:gd name="connsiteX2" fmla="*/ 5042512 w 5097074"/>
              <a:gd name="connsiteY2" fmla="*/ 1476302 h 6509793"/>
              <a:gd name="connsiteX3" fmla="*/ 4115488 w 5097074"/>
              <a:gd name="connsiteY3" fmla="*/ 5210588 h 6509793"/>
              <a:gd name="connsiteX4" fmla="*/ 1164403 w 5097074"/>
              <a:gd name="connsiteY4" fmla="*/ 6509793 h 6509793"/>
              <a:gd name="connsiteX5" fmla="*/ 385570 w 5097074"/>
              <a:gd name="connsiteY5" fmla="*/ 6305480 h 6509793"/>
              <a:gd name="connsiteX6" fmla="*/ 0 w 5097074"/>
              <a:gd name="connsiteY6" fmla="*/ 6114876 h 6509793"/>
              <a:gd name="connsiteX7" fmla="*/ 0 w 5097074"/>
              <a:gd name="connsiteY7" fmla="*/ 0 h 6509793"/>
              <a:gd name="connsiteX0" fmla="*/ 0 w 5106559"/>
              <a:gd name="connsiteY0" fmla="*/ 0 h 6509793"/>
              <a:gd name="connsiteX1" fmla="*/ 4725781 w 5106559"/>
              <a:gd name="connsiteY1" fmla="*/ 21096 h 6509793"/>
              <a:gd name="connsiteX2" fmla="*/ 5042512 w 5106559"/>
              <a:gd name="connsiteY2" fmla="*/ 1476302 h 6509793"/>
              <a:gd name="connsiteX3" fmla="*/ 4115488 w 5106559"/>
              <a:gd name="connsiteY3" fmla="*/ 5210588 h 6509793"/>
              <a:gd name="connsiteX4" fmla="*/ 1164403 w 5106559"/>
              <a:gd name="connsiteY4" fmla="*/ 6509793 h 6509793"/>
              <a:gd name="connsiteX5" fmla="*/ 385570 w 5106559"/>
              <a:gd name="connsiteY5" fmla="*/ 6305480 h 6509793"/>
              <a:gd name="connsiteX6" fmla="*/ 0 w 5106559"/>
              <a:gd name="connsiteY6" fmla="*/ 6114876 h 6509793"/>
              <a:gd name="connsiteX7" fmla="*/ 0 w 5106559"/>
              <a:gd name="connsiteY7" fmla="*/ 0 h 6509793"/>
              <a:gd name="connsiteX0" fmla="*/ 0 w 5108361"/>
              <a:gd name="connsiteY0" fmla="*/ 0 h 6509793"/>
              <a:gd name="connsiteX1" fmla="*/ 4725781 w 5108361"/>
              <a:gd name="connsiteY1" fmla="*/ 21096 h 6509793"/>
              <a:gd name="connsiteX2" fmla="*/ 5042512 w 5108361"/>
              <a:gd name="connsiteY2" fmla="*/ 1476302 h 6509793"/>
              <a:gd name="connsiteX3" fmla="*/ 4136401 w 5108361"/>
              <a:gd name="connsiteY3" fmla="*/ 5337167 h 6509793"/>
              <a:gd name="connsiteX4" fmla="*/ 1164403 w 5108361"/>
              <a:gd name="connsiteY4" fmla="*/ 6509793 h 6509793"/>
              <a:gd name="connsiteX5" fmla="*/ 385570 w 5108361"/>
              <a:gd name="connsiteY5" fmla="*/ 6305480 h 6509793"/>
              <a:gd name="connsiteX6" fmla="*/ 0 w 5108361"/>
              <a:gd name="connsiteY6" fmla="*/ 6114876 h 6509793"/>
              <a:gd name="connsiteX7" fmla="*/ 0 w 5108361"/>
              <a:gd name="connsiteY7" fmla="*/ 0 h 6509793"/>
              <a:gd name="connsiteX0" fmla="*/ 0 w 5108361"/>
              <a:gd name="connsiteY0" fmla="*/ 0 h 6523289"/>
              <a:gd name="connsiteX1" fmla="*/ 4725781 w 5108361"/>
              <a:gd name="connsiteY1" fmla="*/ 21096 h 6523289"/>
              <a:gd name="connsiteX2" fmla="*/ 5042512 w 5108361"/>
              <a:gd name="connsiteY2" fmla="*/ 1476302 h 6523289"/>
              <a:gd name="connsiteX3" fmla="*/ 4136401 w 5108361"/>
              <a:gd name="connsiteY3" fmla="*/ 5337167 h 6523289"/>
              <a:gd name="connsiteX4" fmla="*/ 1164403 w 5108361"/>
              <a:gd name="connsiteY4" fmla="*/ 6509793 h 6523289"/>
              <a:gd name="connsiteX5" fmla="*/ 385570 w 5108361"/>
              <a:gd name="connsiteY5" fmla="*/ 6305480 h 6523289"/>
              <a:gd name="connsiteX6" fmla="*/ 0 w 5108361"/>
              <a:gd name="connsiteY6" fmla="*/ 6114876 h 6523289"/>
              <a:gd name="connsiteX7" fmla="*/ 0 w 5108361"/>
              <a:gd name="connsiteY7" fmla="*/ 0 h 6523289"/>
              <a:gd name="connsiteX0" fmla="*/ 0 w 5085677"/>
              <a:gd name="connsiteY0" fmla="*/ 0 h 6522930"/>
              <a:gd name="connsiteX1" fmla="*/ 4725781 w 5085677"/>
              <a:gd name="connsiteY1" fmla="*/ 21096 h 6522930"/>
              <a:gd name="connsiteX2" fmla="*/ 5042512 w 5085677"/>
              <a:gd name="connsiteY2" fmla="*/ 1476302 h 6522930"/>
              <a:gd name="connsiteX3" fmla="*/ 4136401 w 5085677"/>
              <a:gd name="connsiteY3" fmla="*/ 5337167 h 6522930"/>
              <a:gd name="connsiteX4" fmla="*/ 1164403 w 5085677"/>
              <a:gd name="connsiteY4" fmla="*/ 6509793 h 6522930"/>
              <a:gd name="connsiteX5" fmla="*/ 385570 w 5085677"/>
              <a:gd name="connsiteY5" fmla="*/ 6305480 h 6522930"/>
              <a:gd name="connsiteX6" fmla="*/ 0 w 5085677"/>
              <a:gd name="connsiteY6" fmla="*/ 6114876 h 6522930"/>
              <a:gd name="connsiteX7" fmla="*/ 0 w 5085677"/>
              <a:gd name="connsiteY7" fmla="*/ 0 h 6522930"/>
              <a:gd name="connsiteX0" fmla="*/ 0 w 5018753"/>
              <a:gd name="connsiteY0" fmla="*/ 0 h 6531040"/>
              <a:gd name="connsiteX1" fmla="*/ 4725781 w 5018753"/>
              <a:gd name="connsiteY1" fmla="*/ 21096 h 6531040"/>
              <a:gd name="connsiteX2" fmla="*/ 4948408 w 5018753"/>
              <a:gd name="connsiteY2" fmla="*/ 906699 h 6531040"/>
              <a:gd name="connsiteX3" fmla="*/ 4136401 w 5018753"/>
              <a:gd name="connsiteY3" fmla="*/ 5337167 h 6531040"/>
              <a:gd name="connsiteX4" fmla="*/ 1164403 w 5018753"/>
              <a:gd name="connsiteY4" fmla="*/ 6509793 h 6531040"/>
              <a:gd name="connsiteX5" fmla="*/ 385570 w 5018753"/>
              <a:gd name="connsiteY5" fmla="*/ 6305480 h 6531040"/>
              <a:gd name="connsiteX6" fmla="*/ 0 w 5018753"/>
              <a:gd name="connsiteY6" fmla="*/ 6114876 h 6531040"/>
              <a:gd name="connsiteX7" fmla="*/ 0 w 5018753"/>
              <a:gd name="connsiteY7" fmla="*/ 0 h 6531040"/>
              <a:gd name="connsiteX0" fmla="*/ 0 w 5080914"/>
              <a:gd name="connsiteY0" fmla="*/ 0 h 6531040"/>
              <a:gd name="connsiteX1" fmla="*/ 4725781 w 5080914"/>
              <a:gd name="connsiteY1" fmla="*/ 21096 h 6531040"/>
              <a:gd name="connsiteX2" fmla="*/ 4948408 w 5080914"/>
              <a:gd name="connsiteY2" fmla="*/ 906699 h 6531040"/>
              <a:gd name="connsiteX3" fmla="*/ 4136401 w 5080914"/>
              <a:gd name="connsiteY3" fmla="*/ 5337167 h 6531040"/>
              <a:gd name="connsiteX4" fmla="*/ 1164403 w 5080914"/>
              <a:gd name="connsiteY4" fmla="*/ 6509793 h 6531040"/>
              <a:gd name="connsiteX5" fmla="*/ 385570 w 5080914"/>
              <a:gd name="connsiteY5" fmla="*/ 6305480 h 6531040"/>
              <a:gd name="connsiteX6" fmla="*/ 0 w 5080914"/>
              <a:gd name="connsiteY6" fmla="*/ 6114876 h 6531040"/>
              <a:gd name="connsiteX7" fmla="*/ 0 w 5080914"/>
              <a:gd name="connsiteY7" fmla="*/ 0 h 6531040"/>
              <a:gd name="connsiteX0" fmla="*/ 0 w 5080914"/>
              <a:gd name="connsiteY0" fmla="*/ 0 h 6531040"/>
              <a:gd name="connsiteX1" fmla="*/ 4699929 w 5080914"/>
              <a:gd name="connsiteY1" fmla="*/ 5447 h 6531040"/>
              <a:gd name="connsiteX2" fmla="*/ 4948408 w 5080914"/>
              <a:gd name="connsiteY2" fmla="*/ 906699 h 6531040"/>
              <a:gd name="connsiteX3" fmla="*/ 4136401 w 5080914"/>
              <a:gd name="connsiteY3" fmla="*/ 5337167 h 6531040"/>
              <a:gd name="connsiteX4" fmla="*/ 1164403 w 5080914"/>
              <a:gd name="connsiteY4" fmla="*/ 6509793 h 6531040"/>
              <a:gd name="connsiteX5" fmla="*/ 385570 w 5080914"/>
              <a:gd name="connsiteY5" fmla="*/ 6305480 h 6531040"/>
              <a:gd name="connsiteX6" fmla="*/ 0 w 5080914"/>
              <a:gd name="connsiteY6" fmla="*/ 6114876 h 6531040"/>
              <a:gd name="connsiteX7" fmla="*/ 0 w 5080914"/>
              <a:gd name="connsiteY7" fmla="*/ 0 h 6531040"/>
              <a:gd name="connsiteX0" fmla="*/ 0 w 5080914"/>
              <a:gd name="connsiteY0" fmla="*/ 1407 h 6532447"/>
              <a:gd name="connsiteX1" fmla="*/ 4696533 w 5080914"/>
              <a:gd name="connsiteY1" fmla="*/ 0 h 6532447"/>
              <a:gd name="connsiteX2" fmla="*/ 4948408 w 5080914"/>
              <a:gd name="connsiteY2" fmla="*/ 908106 h 6532447"/>
              <a:gd name="connsiteX3" fmla="*/ 4136401 w 5080914"/>
              <a:gd name="connsiteY3" fmla="*/ 5338574 h 6532447"/>
              <a:gd name="connsiteX4" fmla="*/ 1164403 w 5080914"/>
              <a:gd name="connsiteY4" fmla="*/ 6511200 h 6532447"/>
              <a:gd name="connsiteX5" fmla="*/ 385570 w 5080914"/>
              <a:gd name="connsiteY5" fmla="*/ 6306887 h 6532447"/>
              <a:gd name="connsiteX6" fmla="*/ 0 w 5080914"/>
              <a:gd name="connsiteY6" fmla="*/ 6116283 h 6532447"/>
              <a:gd name="connsiteX7" fmla="*/ 0 w 5080914"/>
              <a:gd name="connsiteY7" fmla="*/ 1407 h 6532447"/>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Lst>
            <a:rect l="l" t="t" r="r" b="b"/>
            <a:pathLst>
              <a:path w="5080914" h="6532447">
                <a:moveTo>
                  <a:pt x="0" y="1407"/>
                </a:moveTo>
                <a:lnTo>
                  <a:pt x="4696533" y="0"/>
                </a:lnTo>
                <a:cubicBezTo>
                  <a:pt x="4708006" y="10399"/>
                  <a:pt x="4936935" y="897707"/>
                  <a:pt x="4948408" y="908106"/>
                </a:cubicBezTo>
                <a:cubicBezTo>
                  <a:pt x="5350615" y="2656261"/>
                  <a:pt x="4767068" y="4404725"/>
                  <a:pt x="4136401" y="5338574"/>
                </a:cubicBezTo>
                <a:cubicBezTo>
                  <a:pt x="3505734" y="6272423"/>
                  <a:pt x="2343265" y="6627230"/>
                  <a:pt x="1164403" y="6511200"/>
                </a:cubicBezTo>
                <a:cubicBezTo>
                  <a:pt x="714399" y="6511200"/>
                  <a:pt x="418960" y="6305039"/>
                  <a:pt x="385570" y="6306887"/>
                </a:cubicBezTo>
                <a:lnTo>
                  <a:pt x="0" y="6116283"/>
                </a:lnTo>
                <a:lnTo>
                  <a:pt x="0" y="1407"/>
                </a:lnTo>
                <a:close/>
              </a:path>
            </a:pathLst>
          </a:custGeom>
          <a:noFill/>
        </p:spPr>
        <p:txBody>
          <a:bodyPr wrap="square">
            <a:noAutofit/>
          </a:bodyPr>
          <a:lstStyle/>
          <a:p>
            <a:r>
              <a:rPr lang="en-US"/>
              <a:t>Click icon to add picture</a:t>
            </a:r>
            <a:endParaRPr lang="en-US" dirty="0"/>
          </a:p>
        </p:txBody>
      </p:sp>
      <p:cxnSp>
        <p:nvCxnSpPr>
          <p:cNvPr id="2" name="Accent Mark">
            <a:extLst>
              <a:ext uri="{FF2B5EF4-FFF2-40B4-BE49-F238E27FC236}">
                <a16:creationId xmlns:a16="http://schemas.microsoft.com/office/drawing/2014/main" id="{EE2A4D5D-51DE-50EA-1E73-DDFE8D62632D}"/>
              </a:ext>
              <a:ext uri="{C183D7F6-B498-43B3-948B-1728B52AA6E4}">
                <adec:decorative xmlns:adec="http://schemas.microsoft.com/office/drawing/2017/decorative" val="1"/>
              </a:ext>
            </a:extLst>
          </p:cNvPr>
          <p:cNvCxnSpPr>
            <a:cxnSpLocks/>
          </p:cNvCxnSpPr>
          <p:nvPr userDrawn="1"/>
        </p:nvCxnSpPr>
        <p:spPr>
          <a:xfrm flipH="1">
            <a:off x="5823871" y="4656875"/>
            <a:ext cx="374904" cy="0"/>
          </a:xfrm>
          <a:prstGeom prst="line">
            <a:avLst/>
          </a:prstGeom>
          <a:ln w="38100" cap="flat">
            <a:solidFill>
              <a:srgbClr val="C74634"/>
            </a:solidFill>
            <a:prstDash val="solid"/>
          </a:ln>
        </p:spPr>
        <p:style>
          <a:lnRef idx="1">
            <a:schemeClr val="accent1"/>
          </a:lnRef>
          <a:fillRef idx="0">
            <a:schemeClr val="accent1"/>
          </a:fillRef>
          <a:effectRef idx="0">
            <a:schemeClr val="accent1"/>
          </a:effectRef>
          <a:fontRef idx="minor">
            <a:schemeClr val="tx1"/>
          </a:fontRef>
        </p:style>
      </p:cxnSp>
      <p:sp>
        <p:nvSpPr>
          <p:cNvPr id="8" name="Slide Number Placeholder 7">
            <a:extLst>
              <a:ext uri="{FF2B5EF4-FFF2-40B4-BE49-F238E27FC236}">
                <a16:creationId xmlns:a16="http://schemas.microsoft.com/office/drawing/2014/main" id="{FA2E22D8-777D-4A4E-8190-9C7E9654A636}"/>
              </a:ext>
            </a:extLst>
          </p:cNvPr>
          <p:cNvSpPr>
            <a:spLocks noGrp="1"/>
          </p:cNvSpPr>
          <p:nvPr>
            <p:ph type="sldNum" sz="quarter" idx="45"/>
          </p:nvPr>
        </p:nvSpPr>
        <p:spPr/>
        <p:txBody>
          <a:bodyPr/>
          <a:lstStyle/>
          <a:p>
            <a:fld id="{345D60D9-5372-5F40-9443-0F9AE5BDC3C8}" type="slidenum">
              <a:rPr lang="en-US" smtClean="0"/>
              <a:pPr/>
              <a:t>‹#›</a:t>
            </a:fld>
            <a:endParaRPr lang="en-US" dirty="0"/>
          </a:p>
        </p:txBody>
      </p:sp>
      <p:sp>
        <p:nvSpPr>
          <p:cNvPr id="5" name="Footer Placeholder 4">
            <a:extLst>
              <a:ext uri="{FF2B5EF4-FFF2-40B4-BE49-F238E27FC236}">
                <a16:creationId xmlns:a16="http://schemas.microsoft.com/office/drawing/2014/main" id="{0F175504-AA80-48D0-ABE0-C3B4B0480FBA}"/>
              </a:ext>
            </a:extLst>
          </p:cNvPr>
          <p:cNvSpPr>
            <a:spLocks noGrp="1"/>
          </p:cNvSpPr>
          <p:nvPr>
            <p:ph type="ftr" sz="quarter" idx="44"/>
          </p:nvPr>
        </p:nvSpPr>
        <p:spPr/>
        <p:txBody>
          <a:bodyPr/>
          <a:lstStyle/>
          <a:p>
            <a:r>
              <a:rPr lang="en-US"/>
              <a:t>Copyright © 2025, Oracle and/or its affiliates |  Confidential: Internal/Restricted/Highly Restricted</a:t>
            </a:r>
            <a:endParaRPr lang="en-US" dirty="0"/>
          </a:p>
        </p:txBody>
      </p:sp>
      <p:sp>
        <p:nvSpPr>
          <p:cNvPr id="4" name="Date Placeholder 3">
            <a:extLst>
              <a:ext uri="{FF2B5EF4-FFF2-40B4-BE49-F238E27FC236}">
                <a16:creationId xmlns:a16="http://schemas.microsoft.com/office/drawing/2014/main" id="{F3C7CAF2-5875-4790-8762-15A8CDD16E08}"/>
              </a:ext>
            </a:extLst>
          </p:cNvPr>
          <p:cNvSpPr>
            <a:spLocks noGrp="1"/>
          </p:cNvSpPr>
          <p:nvPr>
            <p:ph type="dt" sz="half" idx="43"/>
          </p:nvPr>
        </p:nvSpPr>
        <p:spPr/>
        <p:txBody>
          <a:bodyPr/>
          <a:lstStyle/>
          <a:p>
            <a:r>
              <a:rPr lang="en-US"/>
              <a:t>[Date]</a:t>
            </a:r>
            <a:endParaRPr lang="en-US" dirty="0"/>
          </a:p>
        </p:txBody>
      </p:sp>
    </p:spTree>
    <p:extLst>
      <p:ext uri="{BB962C8B-B14F-4D97-AF65-F5344CB8AC3E}">
        <p14:creationId xmlns:p14="http://schemas.microsoft.com/office/powerpoint/2010/main" val="2969817009"/>
      </p:ext>
    </p:extLst>
  </p:cSld>
  <p:clrMapOvr>
    <a:overrideClrMapping bg1="lt1" tx1="dk1" bg2="lt2" tx2="dk2" accent1="accent1" accent2="accent2" accent3="accent3" accent4="accent4" accent5="accent5" accent6="accent6" hlink="hlink" folHlink="folHlink"/>
  </p:clrMapOvr>
  <p:transition>
    <p:fade/>
  </p:transition>
</p:sldLayout>
</file>

<file path=ppt/slideLayouts/slideLayout6.xml><?xml version="1.0" encoding="utf-8"?>
<p:sldLayout xmlns:a="http://schemas.openxmlformats.org/drawingml/2006/main" xmlns:r="http://schemas.openxmlformats.org/officeDocument/2006/relationships" xmlns:p="http://schemas.openxmlformats.org/presentationml/2006/main" preserve="1" userDrawn="1">
  <p:cSld name="1_Dark - Quote with Picture">
    <p:bg>
      <p:bgRef idx="1001">
        <a:schemeClr val="bg2"/>
      </p:bgRef>
    </p:bg>
    <p:spTree>
      <p:nvGrpSpPr>
        <p:cNvPr id="1" name=""/>
        <p:cNvGrpSpPr/>
        <p:nvPr/>
      </p:nvGrpSpPr>
      <p:grpSpPr>
        <a:xfrm>
          <a:off x="0" y="0"/>
          <a:ext cx="0" cy="0"/>
          <a:chOff x="0" y="0"/>
          <a:chExt cx="0" cy="0"/>
        </a:xfrm>
      </p:grpSpPr>
      <p:pic>
        <p:nvPicPr>
          <p:cNvPr id="4" name="Picture 3">
            <a:extLst>
              <a:ext uri="{FF2B5EF4-FFF2-40B4-BE49-F238E27FC236}">
                <a16:creationId xmlns:a16="http://schemas.microsoft.com/office/drawing/2014/main" id="{C190047F-B309-3490-2C2F-351775B3BA75}"/>
              </a:ext>
            </a:extLst>
          </p:cNvPr>
          <p:cNvPicPr>
            <a:picLocks noChangeAspect="1"/>
          </p:cNvPicPr>
          <p:nvPr userDrawn="1"/>
        </p:nvPicPr>
        <p:blipFill>
          <a:blip r:embed="rId2">
            <a:extLst>
              <a:ext uri="{28A0092B-C50C-407E-A947-70E740481C1C}">
                <a14:useLocalDpi xmlns:a14="http://schemas.microsoft.com/office/drawing/2010/main"/>
              </a:ext>
            </a:extLst>
          </a:blip>
          <a:stretch>
            <a:fillRect/>
          </a:stretch>
        </p:blipFill>
        <p:spPr>
          <a:xfrm>
            <a:off x="0" y="0"/>
            <a:ext cx="12192000" cy="6858000"/>
          </a:xfrm>
          <a:prstGeom prst="rect">
            <a:avLst/>
          </a:prstGeom>
        </p:spPr>
      </p:pic>
      <p:sp>
        <p:nvSpPr>
          <p:cNvPr id="12" name="Quote">
            <a:extLst>
              <a:ext uri="{FF2B5EF4-FFF2-40B4-BE49-F238E27FC236}">
                <a16:creationId xmlns:a16="http://schemas.microsoft.com/office/drawing/2014/main" id="{B3A79ECA-28E8-A857-97F4-082EF2B1CAB8}"/>
              </a:ext>
            </a:extLst>
          </p:cNvPr>
          <p:cNvSpPr>
            <a:spLocks noGrp="1"/>
          </p:cNvSpPr>
          <p:nvPr>
            <p:ph type="title" hasCustomPrompt="1"/>
          </p:nvPr>
        </p:nvSpPr>
        <p:spPr>
          <a:xfrm>
            <a:off x="5677787" y="2896192"/>
            <a:ext cx="6020298" cy="1384995"/>
          </a:xfrm>
          <a:noFill/>
        </p:spPr>
        <p:txBody>
          <a:bodyPr vert="horz" wrap="square" lIns="0" tIns="0" rIns="0" bIns="0" rtlCol="0" anchor="b" anchorCtr="0">
            <a:spAutoFit/>
          </a:bodyPr>
          <a:lstStyle>
            <a:lvl1pPr marL="179388" indent="-179388">
              <a:lnSpc>
                <a:spcPct val="100000"/>
              </a:lnSpc>
              <a:tabLst/>
              <a:defRPr lang="en-US" sz="3000" b="0" i="0" dirty="0">
                <a:latin typeface="+mj-lt"/>
                <a:cs typeface="Oracle Sans Tab" panose="020B0503020204020204" pitchFamily="34" charset="0"/>
              </a:defRPr>
            </a:lvl1pPr>
          </a:lstStyle>
          <a:p>
            <a:pPr lvl="0"/>
            <a:r>
              <a:rPr lang="en-US" dirty="0"/>
              <a:t>“Click to type customer or</a:t>
            </a:r>
            <a:br>
              <a:rPr lang="en-US" dirty="0"/>
            </a:br>
            <a:r>
              <a:rPr lang="en-US" dirty="0"/>
              <a:t>partner quote surrounded</a:t>
            </a:r>
            <a:br>
              <a:rPr lang="en-US" dirty="0"/>
            </a:br>
            <a:r>
              <a:rPr lang="en-US" dirty="0"/>
              <a:t>by quotation marks.”</a:t>
            </a:r>
          </a:p>
        </p:txBody>
      </p:sp>
      <p:sp>
        <p:nvSpPr>
          <p:cNvPr id="13" name="Text Field">
            <a:extLst>
              <a:ext uri="{FF2B5EF4-FFF2-40B4-BE49-F238E27FC236}">
                <a16:creationId xmlns:a16="http://schemas.microsoft.com/office/drawing/2014/main" id="{04A571F4-71E4-264A-BBD5-0475995E681B}"/>
              </a:ext>
            </a:extLst>
          </p:cNvPr>
          <p:cNvSpPr>
            <a:spLocks noGrp="1"/>
          </p:cNvSpPr>
          <p:nvPr>
            <p:ph type="body" sz="quarter" idx="37" hasCustomPrompt="1"/>
          </p:nvPr>
        </p:nvSpPr>
        <p:spPr>
          <a:xfrm>
            <a:off x="5828788" y="4911127"/>
            <a:ext cx="5864400" cy="266291"/>
          </a:xfrm>
          <a:prstGeom prst="rect">
            <a:avLst/>
          </a:prstGeom>
        </p:spPr>
        <p:txBody>
          <a:bodyPr>
            <a:noAutofit/>
          </a:bodyPr>
          <a:lstStyle>
            <a:lvl1pPr>
              <a:defRPr b="1"/>
            </a:lvl1pPr>
          </a:lstStyle>
          <a:p>
            <a:pPr lvl="0"/>
            <a:r>
              <a:rPr lang="en-US" dirty="0"/>
              <a:t>Name of person quoted</a:t>
            </a:r>
          </a:p>
        </p:txBody>
      </p:sp>
      <p:sp>
        <p:nvSpPr>
          <p:cNvPr id="11" name="Text Field 2">
            <a:extLst>
              <a:ext uri="{FF2B5EF4-FFF2-40B4-BE49-F238E27FC236}">
                <a16:creationId xmlns:a16="http://schemas.microsoft.com/office/drawing/2014/main" id="{CBFB97F9-F988-C34C-8B6D-BB4A4D881736}"/>
              </a:ext>
            </a:extLst>
          </p:cNvPr>
          <p:cNvSpPr>
            <a:spLocks noGrp="1"/>
          </p:cNvSpPr>
          <p:nvPr>
            <p:ph type="body" sz="quarter" idx="36" hasCustomPrompt="1"/>
          </p:nvPr>
        </p:nvSpPr>
        <p:spPr>
          <a:xfrm>
            <a:off x="5828788" y="5248720"/>
            <a:ext cx="5864400" cy="786385"/>
          </a:xfrm>
          <a:prstGeom prst="rect">
            <a:avLst/>
          </a:prstGeom>
        </p:spPr>
        <p:txBody>
          <a:bodyPr>
            <a:noAutofit/>
          </a:bodyPr>
          <a:lstStyle>
            <a:lvl1pPr>
              <a:defRPr/>
            </a:lvl1pPr>
          </a:lstStyle>
          <a:p>
            <a:pPr lvl="0"/>
            <a:r>
              <a:rPr lang="en-US" dirty="0"/>
              <a:t>Additional information if needed</a:t>
            </a:r>
          </a:p>
        </p:txBody>
      </p:sp>
      <p:sp>
        <p:nvSpPr>
          <p:cNvPr id="2" name="Content Placeholder 2">
            <a:extLst>
              <a:ext uri="{FF2B5EF4-FFF2-40B4-BE49-F238E27FC236}">
                <a16:creationId xmlns:a16="http://schemas.microsoft.com/office/drawing/2014/main" id="{B89773B8-8237-C7B1-9DF8-93B5D5BF7DEE}"/>
              </a:ext>
            </a:extLst>
          </p:cNvPr>
          <p:cNvSpPr>
            <a:spLocks noGrp="1" noChangeAspect="1"/>
          </p:cNvSpPr>
          <p:nvPr>
            <p:ph sz="quarter" idx="48" hasCustomPrompt="1"/>
          </p:nvPr>
        </p:nvSpPr>
        <p:spPr>
          <a:xfrm>
            <a:off x="5828788" y="1203405"/>
            <a:ext cx="2447584" cy="673743"/>
          </a:xfrm>
        </p:spPr>
        <p:txBody>
          <a:bodyPr/>
          <a:lstStyle>
            <a:lvl5pPr marL="731520" indent="0">
              <a:buNone/>
              <a:defRPr/>
            </a:lvl5pPr>
          </a:lstStyle>
          <a:p>
            <a:pPr lvl="0"/>
            <a:r>
              <a:rPr lang="en-US" dirty="0"/>
              <a:t>Click to add logo</a:t>
            </a:r>
          </a:p>
        </p:txBody>
      </p:sp>
      <p:sp>
        <p:nvSpPr>
          <p:cNvPr id="5" name="Picture Placeholder 5">
            <a:extLst>
              <a:ext uri="{FF2B5EF4-FFF2-40B4-BE49-F238E27FC236}">
                <a16:creationId xmlns:a16="http://schemas.microsoft.com/office/drawing/2014/main" id="{1F10E851-3567-F699-4B5F-02ABBB3355AC}"/>
              </a:ext>
            </a:extLst>
          </p:cNvPr>
          <p:cNvSpPr>
            <a:spLocks noGrp="1"/>
          </p:cNvSpPr>
          <p:nvPr>
            <p:ph type="pic" sz="quarter" idx="47"/>
          </p:nvPr>
        </p:nvSpPr>
        <p:spPr>
          <a:xfrm>
            <a:off x="0" y="0"/>
            <a:ext cx="4937092" cy="6292035"/>
          </a:xfrm>
          <a:custGeom>
            <a:avLst/>
            <a:gdLst>
              <a:gd name="connsiteX0" fmla="*/ 0 w 5087890"/>
              <a:gd name="connsiteY0" fmla="*/ 0 h 6372666"/>
              <a:gd name="connsiteX1" fmla="*/ 3962495 w 5087890"/>
              <a:gd name="connsiteY1" fmla="*/ 0 h 6372666"/>
              <a:gd name="connsiteX2" fmla="*/ 3996914 w 5087890"/>
              <a:gd name="connsiteY2" fmla="*/ 31198 h 6372666"/>
              <a:gd name="connsiteX3" fmla="*/ 5087890 w 5087890"/>
              <a:gd name="connsiteY3" fmla="*/ 2657920 h 6372666"/>
              <a:gd name="connsiteX4" fmla="*/ 1363066 w 5087890"/>
              <a:gd name="connsiteY4" fmla="*/ 6372666 h 6372666"/>
              <a:gd name="connsiteX5" fmla="*/ 82347 w 5087890"/>
              <a:gd name="connsiteY5" fmla="*/ 6147256 h 6372666"/>
              <a:gd name="connsiteX6" fmla="*/ 0 w 5087890"/>
              <a:gd name="connsiteY6" fmla="*/ 6114876 h 6372666"/>
              <a:gd name="connsiteX0" fmla="*/ 0 w 5249971"/>
              <a:gd name="connsiteY0" fmla="*/ 0 h 6372666"/>
              <a:gd name="connsiteX1" fmla="*/ 3962495 w 5249971"/>
              <a:gd name="connsiteY1" fmla="*/ 0 h 6372666"/>
              <a:gd name="connsiteX2" fmla="*/ 4226946 w 5249971"/>
              <a:gd name="connsiteY2" fmla="*/ 231614 h 6372666"/>
              <a:gd name="connsiteX3" fmla="*/ 5087890 w 5249971"/>
              <a:gd name="connsiteY3" fmla="*/ 2657920 h 6372666"/>
              <a:gd name="connsiteX4" fmla="*/ 1363066 w 5249971"/>
              <a:gd name="connsiteY4" fmla="*/ 6372666 h 6372666"/>
              <a:gd name="connsiteX5" fmla="*/ 82347 w 5249971"/>
              <a:gd name="connsiteY5" fmla="*/ 6147256 h 6372666"/>
              <a:gd name="connsiteX6" fmla="*/ 0 w 5249971"/>
              <a:gd name="connsiteY6" fmla="*/ 6114876 h 6372666"/>
              <a:gd name="connsiteX7" fmla="*/ 0 w 5249971"/>
              <a:gd name="connsiteY7" fmla="*/ 0 h 6372666"/>
              <a:gd name="connsiteX0" fmla="*/ 0 w 5247320"/>
              <a:gd name="connsiteY0" fmla="*/ 0 h 6372666"/>
              <a:gd name="connsiteX1" fmla="*/ 3962495 w 5247320"/>
              <a:gd name="connsiteY1" fmla="*/ 0 h 6372666"/>
              <a:gd name="connsiteX2" fmla="*/ 4226946 w 5247320"/>
              <a:gd name="connsiteY2" fmla="*/ 231614 h 6372666"/>
              <a:gd name="connsiteX3" fmla="*/ 5087890 w 5247320"/>
              <a:gd name="connsiteY3" fmla="*/ 2657920 h 6372666"/>
              <a:gd name="connsiteX4" fmla="*/ 1363066 w 5247320"/>
              <a:gd name="connsiteY4" fmla="*/ 6372666 h 6372666"/>
              <a:gd name="connsiteX5" fmla="*/ 82347 w 5247320"/>
              <a:gd name="connsiteY5" fmla="*/ 6147256 h 6372666"/>
              <a:gd name="connsiteX6" fmla="*/ 0 w 5247320"/>
              <a:gd name="connsiteY6" fmla="*/ 6114876 h 6372666"/>
              <a:gd name="connsiteX7" fmla="*/ 0 w 5247320"/>
              <a:gd name="connsiteY7" fmla="*/ 0 h 6372666"/>
              <a:gd name="connsiteX0" fmla="*/ 0 w 5247320"/>
              <a:gd name="connsiteY0" fmla="*/ 0 h 6372666"/>
              <a:gd name="connsiteX1" fmla="*/ 4516662 w 5247320"/>
              <a:gd name="connsiteY1" fmla="*/ 10548 h 6372666"/>
              <a:gd name="connsiteX2" fmla="*/ 4226946 w 5247320"/>
              <a:gd name="connsiteY2" fmla="*/ 231614 h 6372666"/>
              <a:gd name="connsiteX3" fmla="*/ 5087890 w 5247320"/>
              <a:gd name="connsiteY3" fmla="*/ 2657920 h 6372666"/>
              <a:gd name="connsiteX4" fmla="*/ 1363066 w 5247320"/>
              <a:gd name="connsiteY4" fmla="*/ 6372666 h 6372666"/>
              <a:gd name="connsiteX5" fmla="*/ 82347 w 5247320"/>
              <a:gd name="connsiteY5" fmla="*/ 6147256 h 6372666"/>
              <a:gd name="connsiteX6" fmla="*/ 0 w 5247320"/>
              <a:gd name="connsiteY6" fmla="*/ 6114876 h 6372666"/>
              <a:gd name="connsiteX7" fmla="*/ 0 w 5247320"/>
              <a:gd name="connsiteY7" fmla="*/ 0 h 6372666"/>
              <a:gd name="connsiteX0" fmla="*/ 0 w 5365577"/>
              <a:gd name="connsiteY0" fmla="*/ 0 h 6372666"/>
              <a:gd name="connsiteX1" fmla="*/ 4516662 w 5365577"/>
              <a:gd name="connsiteY1" fmla="*/ 10548 h 6372666"/>
              <a:gd name="connsiteX2" fmla="*/ 4655641 w 5365577"/>
              <a:gd name="connsiteY2" fmla="*/ 526964 h 6372666"/>
              <a:gd name="connsiteX3" fmla="*/ 5087890 w 5365577"/>
              <a:gd name="connsiteY3" fmla="*/ 2657920 h 6372666"/>
              <a:gd name="connsiteX4" fmla="*/ 1363066 w 5365577"/>
              <a:gd name="connsiteY4" fmla="*/ 6372666 h 6372666"/>
              <a:gd name="connsiteX5" fmla="*/ 82347 w 5365577"/>
              <a:gd name="connsiteY5" fmla="*/ 6147256 h 6372666"/>
              <a:gd name="connsiteX6" fmla="*/ 0 w 5365577"/>
              <a:gd name="connsiteY6" fmla="*/ 6114876 h 6372666"/>
              <a:gd name="connsiteX7" fmla="*/ 0 w 5365577"/>
              <a:gd name="connsiteY7" fmla="*/ 0 h 6372666"/>
              <a:gd name="connsiteX0" fmla="*/ 0 w 5288223"/>
              <a:gd name="connsiteY0" fmla="*/ 0 h 6372666"/>
              <a:gd name="connsiteX1" fmla="*/ 4516662 w 5288223"/>
              <a:gd name="connsiteY1" fmla="*/ 10548 h 6372666"/>
              <a:gd name="connsiteX2" fmla="*/ 4655641 w 5288223"/>
              <a:gd name="connsiteY2" fmla="*/ 526964 h 6372666"/>
              <a:gd name="connsiteX3" fmla="*/ 5087890 w 5288223"/>
              <a:gd name="connsiteY3" fmla="*/ 2657920 h 6372666"/>
              <a:gd name="connsiteX4" fmla="*/ 1363066 w 5288223"/>
              <a:gd name="connsiteY4" fmla="*/ 6372666 h 6372666"/>
              <a:gd name="connsiteX5" fmla="*/ 82347 w 5288223"/>
              <a:gd name="connsiteY5" fmla="*/ 6147256 h 6372666"/>
              <a:gd name="connsiteX6" fmla="*/ 0 w 5288223"/>
              <a:gd name="connsiteY6" fmla="*/ 6114876 h 6372666"/>
              <a:gd name="connsiteX7" fmla="*/ 0 w 5288223"/>
              <a:gd name="connsiteY7" fmla="*/ 0 h 6372666"/>
              <a:gd name="connsiteX0" fmla="*/ 0 w 5288223"/>
              <a:gd name="connsiteY0" fmla="*/ 0 h 6372666"/>
              <a:gd name="connsiteX1" fmla="*/ 4725781 w 5288223"/>
              <a:gd name="connsiteY1" fmla="*/ 21096 h 6372666"/>
              <a:gd name="connsiteX2" fmla="*/ 4655641 w 5288223"/>
              <a:gd name="connsiteY2" fmla="*/ 526964 h 6372666"/>
              <a:gd name="connsiteX3" fmla="*/ 5087890 w 5288223"/>
              <a:gd name="connsiteY3" fmla="*/ 2657920 h 6372666"/>
              <a:gd name="connsiteX4" fmla="*/ 1363066 w 5288223"/>
              <a:gd name="connsiteY4" fmla="*/ 6372666 h 6372666"/>
              <a:gd name="connsiteX5" fmla="*/ 82347 w 5288223"/>
              <a:gd name="connsiteY5" fmla="*/ 6147256 h 6372666"/>
              <a:gd name="connsiteX6" fmla="*/ 0 w 5288223"/>
              <a:gd name="connsiteY6" fmla="*/ 6114876 h 6372666"/>
              <a:gd name="connsiteX7" fmla="*/ 0 w 5288223"/>
              <a:gd name="connsiteY7" fmla="*/ 0 h 6372666"/>
              <a:gd name="connsiteX0" fmla="*/ 0 w 5382393"/>
              <a:gd name="connsiteY0" fmla="*/ 0 h 6372666"/>
              <a:gd name="connsiteX1" fmla="*/ 4725781 w 5382393"/>
              <a:gd name="connsiteY1" fmla="*/ 21096 h 6372666"/>
              <a:gd name="connsiteX2" fmla="*/ 4969320 w 5382393"/>
              <a:gd name="connsiteY2" fmla="*/ 1170404 h 6372666"/>
              <a:gd name="connsiteX3" fmla="*/ 5087890 w 5382393"/>
              <a:gd name="connsiteY3" fmla="*/ 2657920 h 6372666"/>
              <a:gd name="connsiteX4" fmla="*/ 1363066 w 5382393"/>
              <a:gd name="connsiteY4" fmla="*/ 6372666 h 6372666"/>
              <a:gd name="connsiteX5" fmla="*/ 82347 w 5382393"/>
              <a:gd name="connsiteY5" fmla="*/ 6147256 h 6372666"/>
              <a:gd name="connsiteX6" fmla="*/ 0 w 5382393"/>
              <a:gd name="connsiteY6" fmla="*/ 6114876 h 6372666"/>
              <a:gd name="connsiteX7" fmla="*/ 0 w 5382393"/>
              <a:gd name="connsiteY7" fmla="*/ 0 h 6372666"/>
              <a:gd name="connsiteX0" fmla="*/ 0 w 5095613"/>
              <a:gd name="connsiteY0" fmla="*/ 0 h 6372666"/>
              <a:gd name="connsiteX1" fmla="*/ 4725781 w 5095613"/>
              <a:gd name="connsiteY1" fmla="*/ 21096 h 6372666"/>
              <a:gd name="connsiteX2" fmla="*/ 4969320 w 5095613"/>
              <a:gd name="connsiteY2" fmla="*/ 1170404 h 6372666"/>
              <a:gd name="connsiteX3" fmla="*/ 4502357 w 5095613"/>
              <a:gd name="connsiteY3" fmla="*/ 4598790 h 6372666"/>
              <a:gd name="connsiteX4" fmla="*/ 1363066 w 5095613"/>
              <a:gd name="connsiteY4" fmla="*/ 6372666 h 6372666"/>
              <a:gd name="connsiteX5" fmla="*/ 82347 w 5095613"/>
              <a:gd name="connsiteY5" fmla="*/ 6147256 h 6372666"/>
              <a:gd name="connsiteX6" fmla="*/ 0 w 5095613"/>
              <a:gd name="connsiteY6" fmla="*/ 6114876 h 6372666"/>
              <a:gd name="connsiteX7" fmla="*/ 0 w 5095613"/>
              <a:gd name="connsiteY7" fmla="*/ 0 h 6372666"/>
              <a:gd name="connsiteX0" fmla="*/ 0 w 5016403"/>
              <a:gd name="connsiteY0" fmla="*/ 0 h 6372666"/>
              <a:gd name="connsiteX1" fmla="*/ 4725781 w 5016403"/>
              <a:gd name="connsiteY1" fmla="*/ 21096 h 6372666"/>
              <a:gd name="connsiteX2" fmla="*/ 4864760 w 5016403"/>
              <a:gd name="connsiteY2" fmla="*/ 474223 h 6372666"/>
              <a:gd name="connsiteX3" fmla="*/ 4502357 w 5016403"/>
              <a:gd name="connsiteY3" fmla="*/ 4598790 h 6372666"/>
              <a:gd name="connsiteX4" fmla="*/ 1363066 w 5016403"/>
              <a:gd name="connsiteY4" fmla="*/ 6372666 h 6372666"/>
              <a:gd name="connsiteX5" fmla="*/ 82347 w 5016403"/>
              <a:gd name="connsiteY5" fmla="*/ 6147256 h 6372666"/>
              <a:gd name="connsiteX6" fmla="*/ 0 w 5016403"/>
              <a:gd name="connsiteY6" fmla="*/ 6114876 h 6372666"/>
              <a:gd name="connsiteX7" fmla="*/ 0 w 5016403"/>
              <a:gd name="connsiteY7" fmla="*/ 0 h 6372666"/>
              <a:gd name="connsiteX0" fmla="*/ 0 w 5122449"/>
              <a:gd name="connsiteY0" fmla="*/ 0 h 6372666"/>
              <a:gd name="connsiteX1" fmla="*/ 4725781 w 5122449"/>
              <a:gd name="connsiteY1" fmla="*/ 21096 h 6372666"/>
              <a:gd name="connsiteX2" fmla="*/ 4864760 w 5122449"/>
              <a:gd name="connsiteY2" fmla="*/ 474223 h 6372666"/>
              <a:gd name="connsiteX3" fmla="*/ 4502357 w 5122449"/>
              <a:gd name="connsiteY3" fmla="*/ 4598790 h 6372666"/>
              <a:gd name="connsiteX4" fmla="*/ 1363066 w 5122449"/>
              <a:gd name="connsiteY4" fmla="*/ 6372666 h 6372666"/>
              <a:gd name="connsiteX5" fmla="*/ 82347 w 5122449"/>
              <a:gd name="connsiteY5" fmla="*/ 6147256 h 6372666"/>
              <a:gd name="connsiteX6" fmla="*/ 0 w 5122449"/>
              <a:gd name="connsiteY6" fmla="*/ 6114876 h 6372666"/>
              <a:gd name="connsiteX7" fmla="*/ 0 w 5122449"/>
              <a:gd name="connsiteY7" fmla="*/ 0 h 6372666"/>
              <a:gd name="connsiteX0" fmla="*/ 0 w 5110499"/>
              <a:gd name="connsiteY0" fmla="*/ 0 h 6372666"/>
              <a:gd name="connsiteX1" fmla="*/ 4725781 w 5110499"/>
              <a:gd name="connsiteY1" fmla="*/ 21096 h 6372666"/>
              <a:gd name="connsiteX2" fmla="*/ 4864760 w 5110499"/>
              <a:gd name="connsiteY2" fmla="*/ 474223 h 6372666"/>
              <a:gd name="connsiteX3" fmla="*/ 4460534 w 5110499"/>
              <a:gd name="connsiteY3" fmla="*/ 4704273 h 6372666"/>
              <a:gd name="connsiteX4" fmla="*/ 1363066 w 5110499"/>
              <a:gd name="connsiteY4" fmla="*/ 6372666 h 6372666"/>
              <a:gd name="connsiteX5" fmla="*/ 82347 w 5110499"/>
              <a:gd name="connsiteY5" fmla="*/ 6147256 h 6372666"/>
              <a:gd name="connsiteX6" fmla="*/ 0 w 5110499"/>
              <a:gd name="connsiteY6" fmla="*/ 6114876 h 6372666"/>
              <a:gd name="connsiteX7" fmla="*/ 0 w 5110499"/>
              <a:gd name="connsiteY7" fmla="*/ 0 h 6372666"/>
              <a:gd name="connsiteX0" fmla="*/ 0 w 5110499"/>
              <a:gd name="connsiteY0" fmla="*/ 0 h 6372666"/>
              <a:gd name="connsiteX1" fmla="*/ 4725781 w 5110499"/>
              <a:gd name="connsiteY1" fmla="*/ 21096 h 6372666"/>
              <a:gd name="connsiteX2" fmla="*/ 4864760 w 5110499"/>
              <a:gd name="connsiteY2" fmla="*/ 474223 h 6372666"/>
              <a:gd name="connsiteX3" fmla="*/ 4460534 w 5110499"/>
              <a:gd name="connsiteY3" fmla="*/ 4704273 h 6372666"/>
              <a:gd name="connsiteX4" fmla="*/ 1363066 w 5110499"/>
              <a:gd name="connsiteY4" fmla="*/ 6372666 h 6372666"/>
              <a:gd name="connsiteX5" fmla="*/ 82347 w 5110499"/>
              <a:gd name="connsiteY5" fmla="*/ 6147256 h 6372666"/>
              <a:gd name="connsiteX6" fmla="*/ 0 w 5110499"/>
              <a:gd name="connsiteY6" fmla="*/ 6114876 h 6372666"/>
              <a:gd name="connsiteX7" fmla="*/ 0 w 5110499"/>
              <a:gd name="connsiteY7" fmla="*/ 0 h 6372666"/>
              <a:gd name="connsiteX0" fmla="*/ 0 w 5118394"/>
              <a:gd name="connsiteY0" fmla="*/ 0 h 6509793"/>
              <a:gd name="connsiteX1" fmla="*/ 4725781 w 5118394"/>
              <a:gd name="connsiteY1" fmla="*/ 21096 h 6509793"/>
              <a:gd name="connsiteX2" fmla="*/ 4864760 w 5118394"/>
              <a:gd name="connsiteY2" fmla="*/ 474223 h 6509793"/>
              <a:gd name="connsiteX3" fmla="*/ 4460534 w 5118394"/>
              <a:gd name="connsiteY3" fmla="*/ 4704273 h 6509793"/>
              <a:gd name="connsiteX4" fmla="*/ 1164403 w 5118394"/>
              <a:gd name="connsiteY4" fmla="*/ 6509793 h 6509793"/>
              <a:gd name="connsiteX5" fmla="*/ 82347 w 5118394"/>
              <a:gd name="connsiteY5" fmla="*/ 6147256 h 6509793"/>
              <a:gd name="connsiteX6" fmla="*/ 0 w 5118394"/>
              <a:gd name="connsiteY6" fmla="*/ 6114876 h 6509793"/>
              <a:gd name="connsiteX7" fmla="*/ 0 w 5118394"/>
              <a:gd name="connsiteY7" fmla="*/ 0 h 6509793"/>
              <a:gd name="connsiteX0" fmla="*/ 0 w 5162448"/>
              <a:gd name="connsiteY0" fmla="*/ 0 h 6509793"/>
              <a:gd name="connsiteX1" fmla="*/ 4725781 w 5162448"/>
              <a:gd name="connsiteY1" fmla="*/ 21096 h 6509793"/>
              <a:gd name="connsiteX2" fmla="*/ 4864760 w 5162448"/>
              <a:gd name="connsiteY2" fmla="*/ 474223 h 6509793"/>
              <a:gd name="connsiteX3" fmla="*/ 4596462 w 5162448"/>
              <a:gd name="connsiteY3" fmla="*/ 4535502 h 6509793"/>
              <a:gd name="connsiteX4" fmla="*/ 1164403 w 5162448"/>
              <a:gd name="connsiteY4" fmla="*/ 6509793 h 6509793"/>
              <a:gd name="connsiteX5" fmla="*/ 82347 w 5162448"/>
              <a:gd name="connsiteY5" fmla="*/ 6147256 h 6509793"/>
              <a:gd name="connsiteX6" fmla="*/ 0 w 5162448"/>
              <a:gd name="connsiteY6" fmla="*/ 6114876 h 6509793"/>
              <a:gd name="connsiteX7" fmla="*/ 0 w 5162448"/>
              <a:gd name="connsiteY7" fmla="*/ 0 h 6509793"/>
              <a:gd name="connsiteX0" fmla="*/ 0 w 5162448"/>
              <a:gd name="connsiteY0" fmla="*/ 0 h 6509793"/>
              <a:gd name="connsiteX1" fmla="*/ 4725781 w 5162448"/>
              <a:gd name="connsiteY1" fmla="*/ 21096 h 6509793"/>
              <a:gd name="connsiteX2" fmla="*/ 4864760 w 5162448"/>
              <a:gd name="connsiteY2" fmla="*/ 474223 h 6509793"/>
              <a:gd name="connsiteX3" fmla="*/ 4596462 w 5162448"/>
              <a:gd name="connsiteY3" fmla="*/ 4535502 h 6509793"/>
              <a:gd name="connsiteX4" fmla="*/ 1164403 w 5162448"/>
              <a:gd name="connsiteY4" fmla="*/ 6509793 h 6509793"/>
              <a:gd name="connsiteX5" fmla="*/ 385570 w 5162448"/>
              <a:gd name="connsiteY5" fmla="*/ 6305480 h 6509793"/>
              <a:gd name="connsiteX6" fmla="*/ 0 w 5162448"/>
              <a:gd name="connsiteY6" fmla="*/ 6114876 h 6509793"/>
              <a:gd name="connsiteX7" fmla="*/ 0 w 5162448"/>
              <a:gd name="connsiteY7" fmla="*/ 0 h 6509793"/>
              <a:gd name="connsiteX0" fmla="*/ 0 w 5162448"/>
              <a:gd name="connsiteY0" fmla="*/ 0 h 6509793"/>
              <a:gd name="connsiteX1" fmla="*/ 4725781 w 5162448"/>
              <a:gd name="connsiteY1" fmla="*/ 21096 h 6509793"/>
              <a:gd name="connsiteX2" fmla="*/ 4864760 w 5162448"/>
              <a:gd name="connsiteY2" fmla="*/ 474223 h 6509793"/>
              <a:gd name="connsiteX3" fmla="*/ 4596462 w 5162448"/>
              <a:gd name="connsiteY3" fmla="*/ 4535502 h 6509793"/>
              <a:gd name="connsiteX4" fmla="*/ 1164403 w 5162448"/>
              <a:gd name="connsiteY4" fmla="*/ 6509793 h 6509793"/>
              <a:gd name="connsiteX5" fmla="*/ 385570 w 5162448"/>
              <a:gd name="connsiteY5" fmla="*/ 6305480 h 6509793"/>
              <a:gd name="connsiteX6" fmla="*/ 0 w 5162448"/>
              <a:gd name="connsiteY6" fmla="*/ 6114876 h 6509793"/>
              <a:gd name="connsiteX7" fmla="*/ 0 w 5162448"/>
              <a:gd name="connsiteY7" fmla="*/ 0 h 6509793"/>
              <a:gd name="connsiteX0" fmla="*/ 0 w 5127267"/>
              <a:gd name="connsiteY0" fmla="*/ 0 h 6509793"/>
              <a:gd name="connsiteX1" fmla="*/ 4725781 w 5127267"/>
              <a:gd name="connsiteY1" fmla="*/ 21096 h 6509793"/>
              <a:gd name="connsiteX2" fmla="*/ 4812481 w 5127267"/>
              <a:gd name="connsiteY2" fmla="*/ 526964 h 6509793"/>
              <a:gd name="connsiteX3" fmla="*/ 4596462 w 5127267"/>
              <a:gd name="connsiteY3" fmla="*/ 4535502 h 6509793"/>
              <a:gd name="connsiteX4" fmla="*/ 1164403 w 5127267"/>
              <a:gd name="connsiteY4" fmla="*/ 6509793 h 6509793"/>
              <a:gd name="connsiteX5" fmla="*/ 385570 w 5127267"/>
              <a:gd name="connsiteY5" fmla="*/ 6305480 h 6509793"/>
              <a:gd name="connsiteX6" fmla="*/ 0 w 5127267"/>
              <a:gd name="connsiteY6" fmla="*/ 6114876 h 6509793"/>
              <a:gd name="connsiteX7" fmla="*/ 0 w 5127267"/>
              <a:gd name="connsiteY7" fmla="*/ 0 h 6509793"/>
              <a:gd name="connsiteX0" fmla="*/ 0 w 5041484"/>
              <a:gd name="connsiteY0" fmla="*/ 0 h 6509793"/>
              <a:gd name="connsiteX1" fmla="*/ 4725781 w 5041484"/>
              <a:gd name="connsiteY1" fmla="*/ 21096 h 6509793"/>
              <a:gd name="connsiteX2" fmla="*/ 4812481 w 5041484"/>
              <a:gd name="connsiteY2" fmla="*/ 526964 h 6509793"/>
              <a:gd name="connsiteX3" fmla="*/ 4596462 w 5041484"/>
              <a:gd name="connsiteY3" fmla="*/ 4535502 h 6509793"/>
              <a:gd name="connsiteX4" fmla="*/ 1164403 w 5041484"/>
              <a:gd name="connsiteY4" fmla="*/ 6509793 h 6509793"/>
              <a:gd name="connsiteX5" fmla="*/ 385570 w 5041484"/>
              <a:gd name="connsiteY5" fmla="*/ 6305480 h 6509793"/>
              <a:gd name="connsiteX6" fmla="*/ 0 w 5041484"/>
              <a:gd name="connsiteY6" fmla="*/ 6114876 h 6509793"/>
              <a:gd name="connsiteX7" fmla="*/ 0 w 5041484"/>
              <a:gd name="connsiteY7" fmla="*/ 0 h 6509793"/>
              <a:gd name="connsiteX0" fmla="*/ 0 w 5140479"/>
              <a:gd name="connsiteY0" fmla="*/ 0 h 6509793"/>
              <a:gd name="connsiteX1" fmla="*/ 4725781 w 5140479"/>
              <a:gd name="connsiteY1" fmla="*/ 21096 h 6509793"/>
              <a:gd name="connsiteX2" fmla="*/ 4812481 w 5140479"/>
              <a:gd name="connsiteY2" fmla="*/ 526964 h 6509793"/>
              <a:gd name="connsiteX3" fmla="*/ 4596462 w 5140479"/>
              <a:gd name="connsiteY3" fmla="*/ 4535502 h 6509793"/>
              <a:gd name="connsiteX4" fmla="*/ 1164403 w 5140479"/>
              <a:gd name="connsiteY4" fmla="*/ 6509793 h 6509793"/>
              <a:gd name="connsiteX5" fmla="*/ 385570 w 5140479"/>
              <a:gd name="connsiteY5" fmla="*/ 6305480 h 6509793"/>
              <a:gd name="connsiteX6" fmla="*/ 0 w 5140479"/>
              <a:gd name="connsiteY6" fmla="*/ 6114876 h 6509793"/>
              <a:gd name="connsiteX7" fmla="*/ 0 w 5140479"/>
              <a:gd name="connsiteY7" fmla="*/ 0 h 6509793"/>
              <a:gd name="connsiteX0" fmla="*/ 0 w 5190465"/>
              <a:gd name="connsiteY0" fmla="*/ 0 h 6509793"/>
              <a:gd name="connsiteX1" fmla="*/ 4725781 w 5190465"/>
              <a:gd name="connsiteY1" fmla="*/ 21096 h 6509793"/>
              <a:gd name="connsiteX2" fmla="*/ 4885673 w 5190465"/>
              <a:gd name="connsiteY2" fmla="*/ 358192 h 6509793"/>
              <a:gd name="connsiteX3" fmla="*/ 4596462 w 5190465"/>
              <a:gd name="connsiteY3" fmla="*/ 4535502 h 6509793"/>
              <a:gd name="connsiteX4" fmla="*/ 1164403 w 5190465"/>
              <a:gd name="connsiteY4" fmla="*/ 6509793 h 6509793"/>
              <a:gd name="connsiteX5" fmla="*/ 385570 w 5190465"/>
              <a:gd name="connsiteY5" fmla="*/ 6305480 h 6509793"/>
              <a:gd name="connsiteX6" fmla="*/ 0 w 5190465"/>
              <a:gd name="connsiteY6" fmla="*/ 6114876 h 6509793"/>
              <a:gd name="connsiteX7" fmla="*/ 0 w 5190465"/>
              <a:gd name="connsiteY7" fmla="*/ 0 h 6509793"/>
              <a:gd name="connsiteX0" fmla="*/ 0 w 5158865"/>
              <a:gd name="connsiteY0" fmla="*/ 0 h 6509793"/>
              <a:gd name="connsiteX1" fmla="*/ 4725781 w 5158865"/>
              <a:gd name="connsiteY1" fmla="*/ 21096 h 6509793"/>
              <a:gd name="connsiteX2" fmla="*/ 4885673 w 5158865"/>
              <a:gd name="connsiteY2" fmla="*/ 358192 h 6509793"/>
              <a:gd name="connsiteX3" fmla="*/ 4596462 w 5158865"/>
              <a:gd name="connsiteY3" fmla="*/ 4535502 h 6509793"/>
              <a:gd name="connsiteX4" fmla="*/ 1164403 w 5158865"/>
              <a:gd name="connsiteY4" fmla="*/ 6509793 h 6509793"/>
              <a:gd name="connsiteX5" fmla="*/ 385570 w 5158865"/>
              <a:gd name="connsiteY5" fmla="*/ 6305480 h 6509793"/>
              <a:gd name="connsiteX6" fmla="*/ 0 w 5158865"/>
              <a:gd name="connsiteY6" fmla="*/ 6114876 h 6509793"/>
              <a:gd name="connsiteX7" fmla="*/ 0 w 5158865"/>
              <a:gd name="connsiteY7" fmla="*/ 0 h 6509793"/>
              <a:gd name="connsiteX0" fmla="*/ 0 w 5272866"/>
              <a:gd name="connsiteY0" fmla="*/ 0 h 6509793"/>
              <a:gd name="connsiteX1" fmla="*/ 4725781 w 5272866"/>
              <a:gd name="connsiteY1" fmla="*/ 21096 h 6509793"/>
              <a:gd name="connsiteX2" fmla="*/ 5042512 w 5272866"/>
              <a:gd name="connsiteY2" fmla="*/ 1476302 h 6509793"/>
              <a:gd name="connsiteX3" fmla="*/ 4596462 w 5272866"/>
              <a:gd name="connsiteY3" fmla="*/ 4535502 h 6509793"/>
              <a:gd name="connsiteX4" fmla="*/ 1164403 w 5272866"/>
              <a:gd name="connsiteY4" fmla="*/ 6509793 h 6509793"/>
              <a:gd name="connsiteX5" fmla="*/ 385570 w 5272866"/>
              <a:gd name="connsiteY5" fmla="*/ 6305480 h 6509793"/>
              <a:gd name="connsiteX6" fmla="*/ 0 w 5272866"/>
              <a:gd name="connsiteY6" fmla="*/ 6114876 h 6509793"/>
              <a:gd name="connsiteX7" fmla="*/ 0 w 5272866"/>
              <a:gd name="connsiteY7" fmla="*/ 0 h 6509793"/>
              <a:gd name="connsiteX0" fmla="*/ 0 w 5183390"/>
              <a:gd name="connsiteY0" fmla="*/ 0 h 6509793"/>
              <a:gd name="connsiteX1" fmla="*/ 4725781 w 5183390"/>
              <a:gd name="connsiteY1" fmla="*/ 21096 h 6509793"/>
              <a:gd name="connsiteX2" fmla="*/ 5042512 w 5183390"/>
              <a:gd name="connsiteY2" fmla="*/ 1476302 h 6509793"/>
              <a:gd name="connsiteX3" fmla="*/ 4115488 w 5183390"/>
              <a:gd name="connsiteY3" fmla="*/ 5210588 h 6509793"/>
              <a:gd name="connsiteX4" fmla="*/ 1164403 w 5183390"/>
              <a:gd name="connsiteY4" fmla="*/ 6509793 h 6509793"/>
              <a:gd name="connsiteX5" fmla="*/ 385570 w 5183390"/>
              <a:gd name="connsiteY5" fmla="*/ 6305480 h 6509793"/>
              <a:gd name="connsiteX6" fmla="*/ 0 w 5183390"/>
              <a:gd name="connsiteY6" fmla="*/ 6114876 h 6509793"/>
              <a:gd name="connsiteX7" fmla="*/ 0 w 5183390"/>
              <a:gd name="connsiteY7" fmla="*/ 0 h 6509793"/>
              <a:gd name="connsiteX0" fmla="*/ 0 w 5172636"/>
              <a:gd name="connsiteY0" fmla="*/ 0 h 6509793"/>
              <a:gd name="connsiteX1" fmla="*/ 4725781 w 5172636"/>
              <a:gd name="connsiteY1" fmla="*/ 21096 h 6509793"/>
              <a:gd name="connsiteX2" fmla="*/ 5042512 w 5172636"/>
              <a:gd name="connsiteY2" fmla="*/ 1476302 h 6509793"/>
              <a:gd name="connsiteX3" fmla="*/ 4115488 w 5172636"/>
              <a:gd name="connsiteY3" fmla="*/ 5210588 h 6509793"/>
              <a:gd name="connsiteX4" fmla="*/ 1164403 w 5172636"/>
              <a:gd name="connsiteY4" fmla="*/ 6509793 h 6509793"/>
              <a:gd name="connsiteX5" fmla="*/ 385570 w 5172636"/>
              <a:gd name="connsiteY5" fmla="*/ 6305480 h 6509793"/>
              <a:gd name="connsiteX6" fmla="*/ 0 w 5172636"/>
              <a:gd name="connsiteY6" fmla="*/ 6114876 h 6509793"/>
              <a:gd name="connsiteX7" fmla="*/ 0 w 5172636"/>
              <a:gd name="connsiteY7" fmla="*/ 0 h 6509793"/>
              <a:gd name="connsiteX0" fmla="*/ 0 w 5097074"/>
              <a:gd name="connsiteY0" fmla="*/ 0 h 6509793"/>
              <a:gd name="connsiteX1" fmla="*/ 4725781 w 5097074"/>
              <a:gd name="connsiteY1" fmla="*/ 21096 h 6509793"/>
              <a:gd name="connsiteX2" fmla="*/ 5042512 w 5097074"/>
              <a:gd name="connsiteY2" fmla="*/ 1476302 h 6509793"/>
              <a:gd name="connsiteX3" fmla="*/ 4115488 w 5097074"/>
              <a:gd name="connsiteY3" fmla="*/ 5210588 h 6509793"/>
              <a:gd name="connsiteX4" fmla="*/ 1164403 w 5097074"/>
              <a:gd name="connsiteY4" fmla="*/ 6509793 h 6509793"/>
              <a:gd name="connsiteX5" fmla="*/ 385570 w 5097074"/>
              <a:gd name="connsiteY5" fmla="*/ 6305480 h 6509793"/>
              <a:gd name="connsiteX6" fmla="*/ 0 w 5097074"/>
              <a:gd name="connsiteY6" fmla="*/ 6114876 h 6509793"/>
              <a:gd name="connsiteX7" fmla="*/ 0 w 5097074"/>
              <a:gd name="connsiteY7" fmla="*/ 0 h 6509793"/>
              <a:gd name="connsiteX0" fmla="*/ 0 w 5106559"/>
              <a:gd name="connsiteY0" fmla="*/ 0 h 6509793"/>
              <a:gd name="connsiteX1" fmla="*/ 4725781 w 5106559"/>
              <a:gd name="connsiteY1" fmla="*/ 21096 h 6509793"/>
              <a:gd name="connsiteX2" fmla="*/ 5042512 w 5106559"/>
              <a:gd name="connsiteY2" fmla="*/ 1476302 h 6509793"/>
              <a:gd name="connsiteX3" fmla="*/ 4115488 w 5106559"/>
              <a:gd name="connsiteY3" fmla="*/ 5210588 h 6509793"/>
              <a:gd name="connsiteX4" fmla="*/ 1164403 w 5106559"/>
              <a:gd name="connsiteY4" fmla="*/ 6509793 h 6509793"/>
              <a:gd name="connsiteX5" fmla="*/ 385570 w 5106559"/>
              <a:gd name="connsiteY5" fmla="*/ 6305480 h 6509793"/>
              <a:gd name="connsiteX6" fmla="*/ 0 w 5106559"/>
              <a:gd name="connsiteY6" fmla="*/ 6114876 h 6509793"/>
              <a:gd name="connsiteX7" fmla="*/ 0 w 5106559"/>
              <a:gd name="connsiteY7" fmla="*/ 0 h 6509793"/>
              <a:gd name="connsiteX0" fmla="*/ 0 w 5108361"/>
              <a:gd name="connsiteY0" fmla="*/ 0 h 6509793"/>
              <a:gd name="connsiteX1" fmla="*/ 4725781 w 5108361"/>
              <a:gd name="connsiteY1" fmla="*/ 21096 h 6509793"/>
              <a:gd name="connsiteX2" fmla="*/ 5042512 w 5108361"/>
              <a:gd name="connsiteY2" fmla="*/ 1476302 h 6509793"/>
              <a:gd name="connsiteX3" fmla="*/ 4136401 w 5108361"/>
              <a:gd name="connsiteY3" fmla="*/ 5337167 h 6509793"/>
              <a:gd name="connsiteX4" fmla="*/ 1164403 w 5108361"/>
              <a:gd name="connsiteY4" fmla="*/ 6509793 h 6509793"/>
              <a:gd name="connsiteX5" fmla="*/ 385570 w 5108361"/>
              <a:gd name="connsiteY5" fmla="*/ 6305480 h 6509793"/>
              <a:gd name="connsiteX6" fmla="*/ 0 w 5108361"/>
              <a:gd name="connsiteY6" fmla="*/ 6114876 h 6509793"/>
              <a:gd name="connsiteX7" fmla="*/ 0 w 5108361"/>
              <a:gd name="connsiteY7" fmla="*/ 0 h 6509793"/>
              <a:gd name="connsiteX0" fmla="*/ 0 w 5108361"/>
              <a:gd name="connsiteY0" fmla="*/ 0 h 6523289"/>
              <a:gd name="connsiteX1" fmla="*/ 4725781 w 5108361"/>
              <a:gd name="connsiteY1" fmla="*/ 21096 h 6523289"/>
              <a:gd name="connsiteX2" fmla="*/ 5042512 w 5108361"/>
              <a:gd name="connsiteY2" fmla="*/ 1476302 h 6523289"/>
              <a:gd name="connsiteX3" fmla="*/ 4136401 w 5108361"/>
              <a:gd name="connsiteY3" fmla="*/ 5337167 h 6523289"/>
              <a:gd name="connsiteX4" fmla="*/ 1164403 w 5108361"/>
              <a:gd name="connsiteY4" fmla="*/ 6509793 h 6523289"/>
              <a:gd name="connsiteX5" fmla="*/ 385570 w 5108361"/>
              <a:gd name="connsiteY5" fmla="*/ 6305480 h 6523289"/>
              <a:gd name="connsiteX6" fmla="*/ 0 w 5108361"/>
              <a:gd name="connsiteY6" fmla="*/ 6114876 h 6523289"/>
              <a:gd name="connsiteX7" fmla="*/ 0 w 5108361"/>
              <a:gd name="connsiteY7" fmla="*/ 0 h 6523289"/>
              <a:gd name="connsiteX0" fmla="*/ 0 w 5085677"/>
              <a:gd name="connsiteY0" fmla="*/ 0 h 6522930"/>
              <a:gd name="connsiteX1" fmla="*/ 4725781 w 5085677"/>
              <a:gd name="connsiteY1" fmla="*/ 21096 h 6522930"/>
              <a:gd name="connsiteX2" fmla="*/ 5042512 w 5085677"/>
              <a:gd name="connsiteY2" fmla="*/ 1476302 h 6522930"/>
              <a:gd name="connsiteX3" fmla="*/ 4136401 w 5085677"/>
              <a:gd name="connsiteY3" fmla="*/ 5337167 h 6522930"/>
              <a:gd name="connsiteX4" fmla="*/ 1164403 w 5085677"/>
              <a:gd name="connsiteY4" fmla="*/ 6509793 h 6522930"/>
              <a:gd name="connsiteX5" fmla="*/ 385570 w 5085677"/>
              <a:gd name="connsiteY5" fmla="*/ 6305480 h 6522930"/>
              <a:gd name="connsiteX6" fmla="*/ 0 w 5085677"/>
              <a:gd name="connsiteY6" fmla="*/ 6114876 h 6522930"/>
              <a:gd name="connsiteX7" fmla="*/ 0 w 5085677"/>
              <a:gd name="connsiteY7" fmla="*/ 0 h 6522930"/>
              <a:gd name="connsiteX0" fmla="*/ 0 w 5018753"/>
              <a:gd name="connsiteY0" fmla="*/ 0 h 6531040"/>
              <a:gd name="connsiteX1" fmla="*/ 4725781 w 5018753"/>
              <a:gd name="connsiteY1" fmla="*/ 21096 h 6531040"/>
              <a:gd name="connsiteX2" fmla="*/ 4948408 w 5018753"/>
              <a:gd name="connsiteY2" fmla="*/ 906699 h 6531040"/>
              <a:gd name="connsiteX3" fmla="*/ 4136401 w 5018753"/>
              <a:gd name="connsiteY3" fmla="*/ 5337167 h 6531040"/>
              <a:gd name="connsiteX4" fmla="*/ 1164403 w 5018753"/>
              <a:gd name="connsiteY4" fmla="*/ 6509793 h 6531040"/>
              <a:gd name="connsiteX5" fmla="*/ 385570 w 5018753"/>
              <a:gd name="connsiteY5" fmla="*/ 6305480 h 6531040"/>
              <a:gd name="connsiteX6" fmla="*/ 0 w 5018753"/>
              <a:gd name="connsiteY6" fmla="*/ 6114876 h 6531040"/>
              <a:gd name="connsiteX7" fmla="*/ 0 w 5018753"/>
              <a:gd name="connsiteY7" fmla="*/ 0 h 6531040"/>
              <a:gd name="connsiteX0" fmla="*/ 0 w 5080914"/>
              <a:gd name="connsiteY0" fmla="*/ 0 h 6531040"/>
              <a:gd name="connsiteX1" fmla="*/ 4725781 w 5080914"/>
              <a:gd name="connsiteY1" fmla="*/ 21096 h 6531040"/>
              <a:gd name="connsiteX2" fmla="*/ 4948408 w 5080914"/>
              <a:gd name="connsiteY2" fmla="*/ 906699 h 6531040"/>
              <a:gd name="connsiteX3" fmla="*/ 4136401 w 5080914"/>
              <a:gd name="connsiteY3" fmla="*/ 5337167 h 6531040"/>
              <a:gd name="connsiteX4" fmla="*/ 1164403 w 5080914"/>
              <a:gd name="connsiteY4" fmla="*/ 6509793 h 6531040"/>
              <a:gd name="connsiteX5" fmla="*/ 385570 w 5080914"/>
              <a:gd name="connsiteY5" fmla="*/ 6305480 h 6531040"/>
              <a:gd name="connsiteX6" fmla="*/ 0 w 5080914"/>
              <a:gd name="connsiteY6" fmla="*/ 6114876 h 6531040"/>
              <a:gd name="connsiteX7" fmla="*/ 0 w 5080914"/>
              <a:gd name="connsiteY7" fmla="*/ 0 h 6531040"/>
              <a:gd name="connsiteX0" fmla="*/ 0 w 5080914"/>
              <a:gd name="connsiteY0" fmla="*/ 0 h 6531040"/>
              <a:gd name="connsiteX1" fmla="*/ 4699929 w 5080914"/>
              <a:gd name="connsiteY1" fmla="*/ 5447 h 6531040"/>
              <a:gd name="connsiteX2" fmla="*/ 4948408 w 5080914"/>
              <a:gd name="connsiteY2" fmla="*/ 906699 h 6531040"/>
              <a:gd name="connsiteX3" fmla="*/ 4136401 w 5080914"/>
              <a:gd name="connsiteY3" fmla="*/ 5337167 h 6531040"/>
              <a:gd name="connsiteX4" fmla="*/ 1164403 w 5080914"/>
              <a:gd name="connsiteY4" fmla="*/ 6509793 h 6531040"/>
              <a:gd name="connsiteX5" fmla="*/ 385570 w 5080914"/>
              <a:gd name="connsiteY5" fmla="*/ 6305480 h 6531040"/>
              <a:gd name="connsiteX6" fmla="*/ 0 w 5080914"/>
              <a:gd name="connsiteY6" fmla="*/ 6114876 h 6531040"/>
              <a:gd name="connsiteX7" fmla="*/ 0 w 5080914"/>
              <a:gd name="connsiteY7" fmla="*/ 0 h 6531040"/>
              <a:gd name="connsiteX0" fmla="*/ 0 w 5080914"/>
              <a:gd name="connsiteY0" fmla="*/ 1407 h 6532447"/>
              <a:gd name="connsiteX1" fmla="*/ 4696533 w 5080914"/>
              <a:gd name="connsiteY1" fmla="*/ 0 h 6532447"/>
              <a:gd name="connsiteX2" fmla="*/ 4948408 w 5080914"/>
              <a:gd name="connsiteY2" fmla="*/ 908106 h 6532447"/>
              <a:gd name="connsiteX3" fmla="*/ 4136401 w 5080914"/>
              <a:gd name="connsiteY3" fmla="*/ 5338574 h 6532447"/>
              <a:gd name="connsiteX4" fmla="*/ 1164403 w 5080914"/>
              <a:gd name="connsiteY4" fmla="*/ 6511200 h 6532447"/>
              <a:gd name="connsiteX5" fmla="*/ 385570 w 5080914"/>
              <a:gd name="connsiteY5" fmla="*/ 6306887 h 6532447"/>
              <a:gd name="connsiteX6" fmla="*/ 0 w 5080914"/>
              <a:gd name="connsiteY6" fmla="*/ 6116283 h 6532447"/>
              <a:gd name="connsiteX7" fmla="*/ 0 w 5080914"/>
              <a:gd name="connsiteY7" fmla="*/ 1407 h 6532447"/>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Lst>
            <a:rect l="l" t="t" r="r" b="b"/>
            <a:pathLst>
              <a:path w="5080914" h="6532447">
                <a:moveTo>
                  <a:pt x="0" y="1407"/>
                </a:moveTo>
                <a:lnTo>
                  <a:pt x="4696533" y="0"/>
                </a:lnTo>
                <a:cubicBezTo>
                  <a:pt x="4708006" y="10399"/>
                  <a:pt x="4936935" y="897707"/>
                  <a:pt x="4948408" y="908106"/>
                </a:cubicBezTo>
                <a:cubicBezTo>
                  <a:pt x="5350615" y="2656261"/>
                  <a:pt x="4767068" y="4404725"/>
                  <a:pt x="4136401" y="5338574"/>
                </a:cubicBezTo>
                <a:cubicBezTo>
                  <a:pt x="3505734" y="6272423"/>
                  <a:pt x="2343265" y="6627230"/>
                  <a:pt x="1164403" y="6511200"/>
                </a:cubicBezTo>
                <a:cubicBezTo>
                  <a:pt x="714399" y="6511200"/>
                  <a:pt x="418960" y="6305039"/>
                  <a:pt x="385570" y="6306887"/>
                </a:cubicBezTo>
                <a:lnTo>
                  <a:pt x="0" y="6116283"/>
                </a:lnTo>
                <a:lnTo>
                  <a:pt x="0" y="1407"/>
                </a:lnTo>
                <a:close/>
              </a:path>
            </a:pathLst>
          </a:custGeom>
          <a:noFill/>
        </p:spPr>
        <p:txBody>
          <a:bodyPr wrap="square">
            <a:noAutofit/>
          </a:bodyPr>
          <a:lstStyle/>
          <a:p>
            <a:r>
              <a:rPr lang="en-US"/>
              <a:t>Click icon to add picture</a:t>
            </a:r>
            <a:endParaRPr lang="en-US" dirty="0"/>
          </a:p>
        </p:txBody>
      </p:sp>
      <p:cxnSp>
        <p:nvCxnSpPr>
          <p:cNvPr id="3" name="Accent Mark">
            <a:extLst>
              <a:ext uri="{FF2B5EF4-FFF2-40B4-BE49-F238E27FC236}">
                <a16:creationId xmlns:a16="http://schemas.microsoft.com/office/drawing/2014/main" id="{B38CE8B5-32E6-7959-CF2D-AA5060C860AE}"/>
              </a:ext>
              <a:ext uri="{C183D7F6-B498-43B3-948B-1728B52AA6E4}">
                <adec:decorative xmlns:adec="http://schemas.microsoft.com/office/drawing/2017/decorative" val="1"/>
              </a:ext>
            </a:extLst>
          </p:cNvPr>
          <p:cNvCxnSpPr>
            <a:cxnSpLocks/>
          </p:cNvCxnSpPr>
          <p:nvPr userDrawn="1"/>
        </p:nvCxnSpPr>
        <p:spPr>
          <a:xfrm flipH="1">
            <a:off x="5823871" y="4656875"/>
            <a:ext cx="374904" cy="0"/>
          </a:xfrm>
          <a:prstGeom prst="line">
            <a:avLst/>
          </a:prstGeom>
          <a:ln w="38100" cap="flat">
            <a:solidFill>
              <a:srgbClr val="F0CC71"/>
            </a:solidFill>
            <a:prstDash val="solid"/>
          </a:ln>
        </p:spPr>
        <p:style>
          <a:lnRef idx="1">
            <a:schemeClr val="accent1"/>
          </a:lnRef>
          <a:fillRef idx="0">
            <a:schemeClr val="accent1"/>
          </a:fillRef>
          <a:effectRef idx="0">
            <a:schemeClr val="accent1"/>
          </a:effectRef>
          <a:fontRef idx="minor">
            <a:schemeClr val="tx1"/>
          </a:fontRef>
        </p:style>
      </p:cxnSp>
      <p:sp>
        <p:nvSpPr>
          <p:cNvPr id="8" name="Slide Number Placeholder 7">
            <a:extLst>
              <a:ext uri="{FF2B5EF4-FFF2-40B4-BE49-F238E27FC236}">
                <a16:creationId xmlns:a16="http://schemas.microsoft.com/office/drawing/2014/main" id="{21257FF2-E055-B5F9-4582-79A01E21822B}"/>
              </a:ext>
            </a:extLst>
          </p:cNvPr>
          <p:cNvSpPr>
            <a:spLocks noGrp="1"/>
          </p:cNvSpPr>
          <p:nvPr>
            <p:ph type="sldNum" sz="quarter" idx="17"/>
          </p:nvPr>
        </p:nvSpPr>
        <p:spPr>
          <a:xfrm>
            <a:off x="762000" y="6423660"/>
            <a:ext cx="365760" cy="365760"/>
          </a:xfrm>
        </p:spPr>
        <p:txBody>
          <a:bodyPr/>
          <a:lstStyle>
            <a:lvl1pPr>
              <a:defRPr>
                <a:solidFill>
                  <a:srgbClr val="AEA8A2"/>
                </a:solidFill>
              </a:defRPr>
            </a:lvl1pPr>
          </a:lstStyle>
          <a:p>
            <a:fld id="{345D60D9-5372-5F40-9443-0F9AE5BDC3C8}" type="slidenum">
              <a:rPr lang="en-US" smtClean="0"/>
              <a:pPr/>
              <a:t>‹#›</a:t>
            </a:fld>
            <a:endParaRPr lang="en-US" dirty="0"/>
          </a:p>
        </p:txBody>
      </p:sp>
      <p:sp>
        <p:nvSpPr>
          <p:cNvPr id="9" name="Footer Placeholder 6">
            <a:extLst>
              <a:ext uri="{FF2B5EF4-FFF2-40B4-BE49-F238E27FC236}">
                <a16:creationId xmlns:a16="http://schemas.microsoft.com/office/drawing/2014/main" id="{3432B7A5-BCFF-0B37-3621-48E5B163BE99}"/>
              </a:ext>
            </a:extLst>
          </p:cNvPr>
          <p:cNvSpPr>
            <a:spLocks noGrp="1"/>
          </p:cNvSpPr>
          <p:nvPr>
            <p:ph type="ftr" sz="quarter" idx="16"/>
          </p:nvPr>
        </p:nvSpPr>
        <p:spPr>
          <a:xfrm>
            <a:off x="1127759" y="6423978"/>
            <a:ext cx="5745379" cy="365125"/>
          </a:xfrm>
        </p:spPr>
        <p:txBody>
          <a:bodyPr/>
          <a:lstStyle>
            <a:lvl1pPr>
              <a:defRPr>
                <a:solidFill>
                  <a:srgbClr val="AEA8A2"/>
                </a:solidFill>
              </a:defRPr>
            </a:lvl1pPr>
          </a:lstStyle>
          <a:p>
            <a:r>
              <a:rPr lang="en-US"/>
              <a:t>Copyright © 2025, Oracle and/or its affiliates |  Confidential: Internal/Restricted/Highly Restricted</a:t>
            </a:r>
            <a:endParaRPr lang="en-US" dirty="0"/>
          </a:p>
        </p:txBody>
      </p:sp>
      <p:sp>
        <p:nvSpPr>
          <p:cNvPr id="10" name="Date Placeholder 4">
            <a:extLst>
              <a:ext uri="{FF2B5EF4-FFF2-40B4-BE49-F238E27FC236}">
                <a16:creationId xmlns:a16="http://schemas.microsoft.com/office/drawing/2014/main" id="{54EBA6F0-8007-BA20-B49E-4F5863B4E1E3}"/>
              </a:ext>
            </a:extLst>
          </p:cNvPr>
          <p:cNvSpPr>
            <a:spLocks noGrp="1"/>
          </p:cNvSpPr>
          <p:nvPr>
            <p:ph type="dt" sz="half" idx="15"/>
          </p:nvPr>
        </p:nvSpPr>
        <p:spPr>
          <a:xfrm>
            <a:off x="6873138" y="6425604"/>
            <a:ext cx="2743200" cy="363500"/>
          </a:xfrm>
        </p:spPr>
        <p:txBody>
          <a:bodyPr/>
          <a:lstStyle>
            <a:lvl1pPr>
              <a:defRPr>
                <a:solidFill>
                  <a:srgbClr val="AEA8A2"/>
                </a:solidFill>
              </a:defRPr>
            </a:lvl1pPr>
          </a:lstStyle>
          <a:p>
            <a:r>
              <a:rPr lang="en-US"/>
              <a:t>[Date]</a:t>
            </a:r>
            <a:endParaRPr lang="en-US" dirty="0"/>
          </a:p>
        </p:txBody>
      </p:sp>
    </p:spTree>
    <p:extLst>
      <p:ext uri="{BB962C8B-B14F-4D97-AF65-F5344CB8AC3E}">
        <p14:creationId xmlns:p14="http://schemas.microsoft.com/office/powerpoint/2010/main" val="2610492625"/>
      </p:ext>
    </p:extLst>
  </p:cSld>
  <p:clrMapOvr>
    <a:overrideClrMapping bg1="dk1" tx1="lt1" bg2="dk2" tx2="lt2" accent1="accent1" accent2="accent2" accent3="accent3" accent4="accent4" accent5="accent5" accent6="accent6" hlink="hlink" folHlink="folHlink"/>
  </p:clrMapOvr>
  <p:transition>
    <p:fade/>
  </p:transition>
</p:sldLayout>
</file>

<file path=ppt/slideLayouts/slideLayout7.xml><?xml version="1.0" encoding="utf-8"?>
<p:sldLayout xmlns:a="http://schemas.openxmlformats.org/drawingml/2006/main" xmlns:r="http://schemas.openxmlformats.org/officeDocument/2006/relationships" xmlns:p="http://schemas.openxmlformats.org/presentationml/2006/main" preserve="1" userDrawn="1">
  <p:cSld name="Light - Metric">
    <p:bg>
      <p:bgPr>
        <a:blipFill dpi="0" rotWithShape="1">
          <a:blip r:embed="rId2">
            <a:lum/>
          </a:blip>
          <a:srcRect/>
          <a:stretch>
            <a:fillRect/>
          </a:stretch>
        </a:blipFill>
        <a:effectLst/>
      </p:bgPr>
    </p:bg>
    <p:spTree>
      <p:nvGrpSpPr>
        <p:cNvPr id="1" name=""/>
        <p:cNvGrpSpPr/>
        <p:nvPr/>
      </p:nvGrpSpPr>
      <p:grpSpPr>
        <a:xfrm>
          <a:off x="0" y="0"/>
          <a:ext cx="0" cy="0"/>
          <a:chOff x="0" y="0"/>
          <a:chExt cx="0" cy="0"/>
        </a:xfrm>
      </p:grpSpPr>
      <p:sp>
        <p:nvSpPr>
          <p:cNvPr id="5" name="Text Placeholder 4">
            <a:extLst>
              <a:ext uri="{FF2B5EF4-FFF2-40B4-BE49-F238E27FC236}">
                <a16:creationId xmlns:a16="http://schemas.microsoft.com/office/drawing/2014/main" id="{9A83AB0E-EC5F-476F-B6A9-E6F9CE84E95A}"/>
              </a:ext>
            </a:extLst>
          </p:cNvPr>
          <p:cNvSpPr>
            <a:spLocks noGrp="1"/>
          </p:cNvSpPr>
          <p:nvPr>
            <p:ph type="body" sz="quarter" idx="15" hasCustomPrompt="1"/>
          </p:nvPr>
        </p:nvSpPr>
        <p:spPr>
          <a:xfrm>
            <a:off x="723900" y="1600200"/>
            <a:ext cx="5072063" cy="2415700"/>
          </a:xfrm>
        </p:spPr>
        <p:txBody>
          <a:bodyPr anchor="b" anchorCtr="0"/>
          <a:lstStyle>
            <a:lvl1pPr>
              <a:defRPr sz="8000" b="1">
                <a:solidFill>
                  <a:srgbClr val="C74634"/>
                </a:solidFill>
              </a:defRPr>
            </a:lvl1pPr>
          </a:lstStyle>
          <a:p>
            <a:pPr lvl="0"/>
            <a:r>
              <a:rPr lang="en-US" dirty="0"/>
              <a:t>00%</a:t>
            </a:r>
          </a:p>
        </p:txBody>
      </p:sp>
      <p:sp>
        <p:nvSpPr>
          <p:cNvPr id="4" name="Content">
            <a:extLst>
              <a:ext uri="{FF2B5EF4-FFF2-40B4-BE49-F238E27FC236}">
                <a16:creationId xmlns:a16="http://schemas.microsoft.com/office/drawing/2014/main" id="{6FFB33C6-31EA-4D15-AC3F-377D699FA842}"/>
              </a:ext>
            </a:extLst>
          </p:cNvPr>
          <p:cNvSpPr>
            <a:spLocks noGrp="1"/>
          </p:cNvSpPr>
          <p:nvPr>
            <p:ph sz="quarter" idx="14"/>
          </p:nvPr>
        </p:nvSpPr>
        <p:spPr>
          <a:xfrm>
            <a:off x="775225" y="4649788"/>
            <a:ext cx="5072063" cy="1457325"/>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8" name="Slide Number Placeholder 7">
            <a:extLst>
              <a:ext uri="{FF2B5EF4-FFF2-40B4-BE49-F238E27FC236}">
                <a16:creationId xmlns:a16="http://schemas.microsoft.com/office/drawing/2014/main" id="{CBADD7B5-9676-40DE-A88A-5EC3D33A6577}"/>
              </a:ext>
            </a:extLst>
          </p:cNvPr>
          <p:cNvSpPr>
            <a:spLocks noGrp="1"/>
          </p:cNvSpPr>
          <p:nvPr>
            <p:ph type="sldNum" sz="quarter" idx="18"/>
          </p:nvPr>
        </p:nvSpPr>
        <p:spPr/>
        <p:txBody>
          <a:bodyPr/>
          <a:lstStyle/>
          <a:p>
            <a:fld id="{345D60D9-5372-5F40-9443-0F9AE5BDC3C8}" type="slidenum">
              <a:rPr lang="en-US" smtClean="0"/>
              <a:pPr/>
              <a:t>‹#›</a:t>
            </a:fld>
            <a:endParaRPr lang="en-US" dirty="0"/>
          </a:p>
        </p:txBody>
      </p:sp>
      <p:sp>
        <p:nvSpPr>
          <p:cNvPr id="7" name="Footer Placeholder 6">
            <a:extLst>
              <a:ext uri="{FF2B5EF4-FFF2-40B4-BE49-F238E27FC236}">
                <a16:creationId xmlns:a16="http://schemas.microsoft.com/office/drawing/2014/main" id="{89C4B030-1E0B-4CB0-87B4-DF607257368B}"/>
              </a:ext>
            </a:extLst>
          </p:cNvPr>
          <p:cNvSpPr>
            <a:spLocks noGrp="1"/>
          </p:cNvSpPr>
          <p:nvPr>
            <p:ph type="ftr" sz="quarter" idx="17"/>
          </p:nvPr>
        </p:nvSpPr>
        <p:spPr/>
        <p:txBody>
          <a:bodyPr/>
          <a:lstStyle/>
          <a:p>
            <a:r>
              <a:rPr lang="en-US"/>
              <a:t>Copyright © 2025, Oracle and/or its affiliates |  Confidential: Internal/Restricted/Highly Restricted</a:t>
            </a:r>
            <a:endParaRPr lang="en-US" dirty="0"/>
          </a:p>
        </p:txBody>
      </p:sp>
      <p:sp>
        <p:nvSpPr>
          <p:cNvPr id="3" name="Date Placeholder 2">
            <a:extLst>
              <a:ext uri="{FF2B5EF4-FFF2-40B4-BE49-F238E27FC236}">
                <a16:creationId xmlns:a16="http://schemas.microsoft.com/office/drawing/2014/main" id="{14EF74DF-FD68-4CDF-B4CE-342E7A165BCB}"/>
              </a:ext>
            </a:extLst>
          </p:cNvPr>
          <p:cNvSpPr>
            <a:spLocks noGrp="1"/>
          </p:cNvSpPr>
          <p:nvPr>
            <p:ph type="dt" sz="half" idx="16"/>
          </p:nvPr>
        </p:nvSpPr>
        <p:spPr/>
        <p:txBody>
          <a:bodyPr/>
          <a:lstStyle/>
          <a:p>
            <a:r>
              <a:rPr lang="en-US"/>
              <a:t>[Date]</a:t>
            </a:r>
            <a:endParaRPr lang="en-US" dirty="0"/>
          </a:p>
        </p:txBody>
      </p:sp>
      <p:cxnSp>
        <p:nvCxnSpPr>
          <p:cNvPr id="2" name="Accent Mark">
            <a:extLst>
              <a:ext uri="{FF2B5EF4-FFF2-40B4-BE49-F238E27FC236}">
                <a16:creationId xmlns:a16="http://schemas.microsoft.com/office/drawing/2014/main" id="{0226F8D2-6CFD-EF74-AC0F-DABCE62FC7FC}"/>
              </a:ext>
              <a:ext uri="{C183D7F6-B498-43B3-948B-1728B52AA6E4}">
                <adec:decorative xmlns:adec="http://schemas.microsoft.com/office/drawing/2017/decorative" val="1"/>
              </a:ext>
            </a:extLst>
          </p:cNvPr>
          <p:cNvCxnSpPr>
            <a:cxnSpLocks/>
          </p:cNvCxnSpPr>
          <p:nvPr userDrawn="1"/>
        </p:nvCxnSpPr>
        <p:spPr>
          <a:xfrm flipH="1">
            <a:off x="771225" y="4346213"/>
            <a:ext cx="374904" cy="0"/>
          </a:xfrm>
          <a:prstGeom prst="line">
            <a:avLst/>
          </a:prstGeom>
          <a:ln w="38100" cap="flat">
            <a:solidFill>
              <a:srgbClr val="C74634"/>
            </a:solidFill>
            <a:prstDash val="solid"/>
          </a:ln>
        </p:spPr>
        <p:style>
          <a:lnRef idx="1">
            <a:schemeClr val="accent1"/>
          </a:lnRef>
          <a:fillRef idx="0">
            <a:schemeClr val="accent1"/>
          </a:fillRef>
          <a:effectRef idx="0">
            <a:schemeClr val="accent1"/>
          </a:effectRef>
          <a:fontRef idx="minor">
            <a:schemeClr val="tx1"/>
          </a:fontRef>
        </p:style>
      </p:cxnSp>
      <p:sp>
        <p:nvSpPr>
          <p:cNvPr id="6" name="Title 5">
            <a:extLst>
              <a:ext uri="{FF2B5EF4-FFF2-40B4-BE49-F238E27FC236}">
                <a16:creationId xmlns:a16="http://schemas.microsoft.com/office/drawing/2014/main" id="{95E34172-5017-FD5F-8D55-82416D23B65D}"/>
              </a:ext>
            </a:extLst>
          </p:cNvPr>
          <p:cNvSpPr>
            <a:spLocks noGrp="1"/>
          </p:cNvSpPr>
          <p:nvPr>
            <p:ph type="title"/>
          </p:nvPr>
        </p:nvSpPr>
        <p:spPr/>
        <p:txBody>
          <a:bodyPr/>
          <a:lstStyle/>
          <a:p>
            <a:r>
              <a:rPr lang="en-US"/>
              <a:t>Click to edit Master title style</a:t>
            </a:r>
          </a:p>
        </p:txBody>
      </p:sp>
    </p:spTree>
    <p:extLst>
      <p:ext uri="{BB962C8B-B14F-4D97-AF65-F5344CB8AC3E}">
        <p14:creationId xmlns:p14="http://schemas.microsoft.com/office/powerpoint/2010/main" val="242526431"/>
      </p:ext>
    </p:extLst>
  </p:cSld>
  <p:clrMapOvr>
    <a:overrideClrMapping bg1="lt1" tx1="dk1" bg2="lt2" tx2="dk2" accent1="accent1" accent2="accent2" accent3="accent3" accent4="accent4" accent5="accent5" accent6="accent6" hlink="hlink" folHlink="folHlink"/>
  </p:clrMapOvr>
  <p:transition>
    <p:fade/>
  </p:transition>
</p:sldLayout>
</file>

<file path=ppt/slideLayouts/slideLayout8.xml><?xml version="1.0" encoding="utf-8"?>
<p:sldLayout xmlns:a="http://schemas.openxmlformats.org/drawingml/2006/main" xmlns:r="http://schemas.openxmlformats.org/officeDocument/2006/relationships" xmlns:p="http://schemas.openxmlformats.org/presentationml/2006/main" preserve="1" userDrawn="1">
  <p:cSld name="Dark - Metric_Pillar">
    <p:bg>
      <p:bgPr>
        <a:blipFill dpi="0" rotWithShape="1">
          <a:blip r:embed="rId2">
            <a:lum/>
          </a:blip>
          <a:srcRect/>
          <a:stretch>
            <a:fillRect/>
          </a:stretch>
        </a:blipFill>
        <a:effectLst/>
      </p:bgPr>
    </p:bg>
    <p:spTree>
      <p:nvGrpSpPr>
        <p:cNvPr id="1" name=""/>
        <p:cNvGrpSpPr/>
        <p:nvPr/>
      </p:nvGrpSpPr>
      <p:grpSpPr>
        <a:xfrm>
          <a:off x="0" y="0"/>
          <a:ext cx="0" cy="0"/>
          <a:chOff x="0" y="0"/>
          <a:chExt cx="0" cy="0"/>
        </a:xfrm>
      </p:grpSpPr>
      <p:sp>
        <p:nvSpPr>
          <p:cNvPr id="9" name="Text Placeholder 4">
            <a:extLst>
              <a:ext uri="{FF2B5EF4-FFF2-40B4-BE49-F238E27FC236}">
                <a16:creationId xmlns:a16="http://schemas.microsoft.com/office/drawing/2014/main" id="{52A6D6F1-EBC4-4335-819B-433720EB173D}"/>
              </a:ext>
            </a:extLst>
          </p:cNvPr>
          <p:cNvSpPr>
            <a:spLocks noGrp="1"/>
          </p:cNvSpPr>
          <p:nvPr>
            <p:ph type="body" sz="quarter" idx="15" hasCustomPrompt="1"/>
          </p:nvPr>
        </p:nvSpPr>
        <p:spPr>
          <a:xfrm>
            <a:off x="723900" y="1600200"/>
            <a:ext cx="5085287" cy="2415700"/>
          </a:xfrm>
        </p:spPr>
        <p:txBody>
          <a:bodyPr anchor="b" anchorCtr="0"/>
          <a:lstStyle>
            <a:lvl1pPr>
              <a:defRPr sz="8000" b="1">
                <a:solidFill>
                  <a:schemeClr val="tx1"/>
                </a:solidFill>
              </a:defRPr>
            </a:lvl1pPr>
          </a:lstStyle>
          <a:p>
            <a:pPr lvl="0"/>
            <a:r>
              <a:rPr lang="en-US" dirty="0"/>
              <a:t>00%</a:t>
            </a:r>
          </a:p>
        </p:txBody>
      </p:sp>
      <p:sp>
        <p:nvSpPr>
          <p:cNvPr id="4" name="Content">
            <a:extLst>
              <a:ext uri="{FF2B5EF4-FFF2-40B4-BE49-F238E27FC236}">
                <a16:creationId xmlns:a16="http://schemas.microsoft.com/office/drawing/2014/main" id="{6FFB33C6-31EA-4D15-AC3F-377D699FA842}"/>
              </a:ext>
            </a:extLst>
          </p:cNvPr>
          <p:cNvSpPr>
            <a:spLocks noGrp="1"/>
          </p:cNvSpPr>
          <p:nvPr>
            <p:ph sz="quarter" idx="14"/>
          </p:nvPr>
        </p:nvSpPr>
        <p:spPr>
          <a:xfrm>
            <a:off x="775225" y="4649788"/>
            <a:ext cx="5072063" cy="1457325"/>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pic>
        <p:nvPicPr>
          <p:cNvPr id="8" name="OTag">
            <a:extLst>
              <a:ext uri="{FF2B5EF4-FFF2-40B4-BE49-F238E27FC236}">
                <a16:creationId xmlns:a16="http://schemas.microsoft.com/office/drawing/2014/main" id="{ACA200C3-3C73-A496-B531-A76CB8CAAD8C}"/>
              </a:ext>
              <a:ext uri="{C183D7F6-B498-43B3-948B-1728B52AA6E4}">
                <adec:decorative xmlns:adec="http://schemas.microsoft.com/office/drawing/2017/decorative" val="1"/>
              </a:ext>
            </a:extLst>
          </p:cNvPr>
          <p:cNvPicPr>
            <a:picLocks noChangeAspect="1"/>
          </p:cNvPicPr>
          <p:nvPr userDrawn="1"/>
        </p:nvPicPr>
        <p:blipFill>
          <a:blip r:embed="rId3" cstate="email">
            <a:extLst>
              <a:ext uri="{28A0092B-C50C-407E-A947-70E740481C1C}">
                <a14:useLocalDpi xmlns:a14="http://schemas.microsoft.com/office/drawing/2010/main"/>
              </a:ext>
            </a:extLst>
          </a:blip>
          <a:stretch>
            <a:fillRect/>
          </a:stretch>
        </p:blipFill>
        <p:spPr>
          <a:xfrm>
            <a:off x="11405616" y="6464808"/>
            <a:ext cx="393192" cy="393192"/>
          </a:xfrm>
          <a:prstGeom prst="rect">
            <a:avLst/>
          </a:prstGeom>
        </p:spPr>
      </p:pic>
      <p:cxnSp>
        <p:nvCxnSpPr>
          <p:cNvPr id="2" name="Accent Mark">
            <a:extLst>
              <a:ext uri="{FF2B5EF4-FFF2-40B4-BE49-F238E27FC236}">
                <a16:creationId xmlns:a16="http://schemas.microsoft.com/office/drawing/2014/main" id="{564F7CD4-2531-0D42-CC76-295D80C80F76}"/>
              </a:ext>
              <a:ext uri="{C183D7F6-B498-43B3-948B-1728B52AA6E4}">
                <adec:decorative xmlns:adec="http://schemas.microsoft.com/office/drawing/2017/decorative" val="1"/>
              </a:ext>
            </a:extLst>
          </p:cNvPr>
          <p:cNvCxnSpPr>
            <a:cxnSpLocks/>
          </p:cNvCxnSpPr>
          <p:nvPr userDrawn="1"/>
        </p:nvCxnSpPr>
        <p:spPr>
          <a:xfrm flipH="1">
            <a:off x="771225" y="4346213"/>
            <a:ext cx="374904" cy="0"/>
          </a:xfrm>
          <a:prstGeom prst="line">
            <a:avLst/>
          </a:prstGeom>
          <a:ln w="38100" cap="flat">
            <a:solidFill>
              <a:srgbClr val="F0CC71"/>
            </a:solidFill>
            <a:prstDash val="solid"/>
          </a:ln>
        </p:spPr>
        <p:style>
          <a:lnRef idx="1">
            <a:schemeClr val="accent1"/>
          </a:lnRef>
          <a:fillRef idx="0">
            <a:schemeClr val="accent1"/>
          </a:fillRef>
          <a:effectRef idx="0">
            <a:schemeClr val="accent1"/>
          </a:effectRef>
          <a:fontRef idx="minor">
            <a:schemeClr val="tx1"/>
          </a:fontRef>
        </p:style>
      </p:cxnSp>
      <p:sp>
        <p:nvSpPr>
          <p:cNvPr id="6" name="Slide Number Placeholder 7">
            <a:extLst>
              <a:ext uri="{FF2B5EF4-FFF2-40B4-BE49-F238E27FC236}">
                <a16:creationId xmlns:a16="http://schemas.microsoft.com/office/drawing/2014/main" id="{CB737692-EBCE-3DB2-EEE6-98690BCF9269}"/>
              </a:ext>
            </a:extLst>
          </p:cNvPr>
          <p:cNvSpPr>
            <a:spLocks noGrp="1"/>
          </p:cNvSpPr>
          <p:nvPr>
            <p:ph type="sldNum" sz="quarter" idx="17"/>
          </p:nvPr>
        </p:nvSpPr>
        <p:spPr>
          <a:xfrm>
            <a:off x="762000" y="6423660"/>
            <a:ext cx="365760" cy="365760"/>
          </a:xfrm>
        </p:spPr>
        <p:txBody>
          <a:bodyPr/>
          <a:lstStyle>
            <a:lvl1pPr>
              <a:defRPr>
                <a:solidFill>
                  <a:srgbClr val="AEA8A2"/>
                </a:solidFill>
              </a:defRPr>
            </a:lvl1pPr>
          </a:lstStyle>
          <a:p>
            <a:fld id="{345D60D9-5372-5F40-9443-0F9AE5BDC3C8}" type="slidenum">
              <a:rPr lang="en-US" smtClean="0"/>
              <a:pPr/>
              <a:t>‹#›</a:t>
            </a:fld>
            <a:endParaRPr lang="en-US" dirty="0"/>
          </a:p>
        </p:txBody>
      </p:sp>
      <p:sp>
        <p:nvSpPr>
          <p:cNvPr id="10" name="Footer Placeholder 6">
            <a:extLst>
              <a:ext uri="{FF2B5EF4-FFF2-40B4-BE49-F238E27FC236}">
                <a16:creationId xmlns:a16="http://schemas.microsoft.com/office/drawing/2014/main" id="{4F04817E-BD68-D98E-68D4-B156602982EB}"/>
              </a:ext>
            </a:extLst>
          </p:cNvPr>
          <p:cNvSpPr>
            <a:spLocks noGrp="1"/>
          </p:cNvSpPr>
          <p:nvPr>
            <p:ph type="ftr" sz="quarter" idx="16"/>
          </p:nvPr>
        </p:nvSpPr>
        <p:spPr>
          <a:xfrm>
            <a:off x="1127759" y="6423978"/>
            <a:ext cx="5745379" cy="365125"/>
          </a:xfrm>
        </p:spPr>
        <p:txBody>
          <a:bodyPr/>
          <a:lstStyle>
            <a:lvl1pPr>
              <a:defRPr>
                <a:solidFill>
                  <a:srgbClr val="AEA8A2"/>
                </a:solidFill>
              </a:defRPr>
            </a:lvl1pPr>
          </a:lstStyle>
          <a:p>
            <a:r>
              <a:rPr lang="en-US"/>
              <a:t>Copyright © 2025, Oracle and/or its affiliates |  Confidential: Internal/Restricted/Highly Restricted</a:t>
            </a:r>
            <a:endParaRPr lang="en-US" dirty="0"/>
          </a:p>
        </p:txBody>
      </p:sp>
      <p:sp>
        <p:nvSpPr>
          <p:cNvPr id="11" name="Date Placeholder 4">
            <a:extLst>
              <a:ext uri="{FF2B5EF4-FFF2-40B4-BE49-F238E27FC236}">
                <a16:creationId xmlns:a16="http://schemas.microsoft.com/office/drawing/2014/main" id="{D8490AA6-ABB7-8870-D034-F44F2026B242}"/>
              </a:ext>
            </a:extLst>
          </p:cNvPr>
          <p:cNvSpPr>
            <a:spLocks noGrp="1"/>
          </p:cNvSpPr>
          <p:nvPr>
            <p:ph type="dt" sz="half" idx="18"/>
          </p:nvPr>
        </p:nvSpPr>
        <p:spPr>
          <a:xfrm>
            <a:off x="6873138" y="6425604"/>
            <a:ext cx="2743200" cy="363500"/>
          </a:xfrm>
        </p:spPr>
        <p:txBody>
          <a:bodyPr/>
          <a:lstStyle>
            <a:lvl1pPr>
              <a:defRPr>
                <a:solidFill>
                  <a:srgbClr val="AEA8A2"/>
                </a:solidFill>
              </a:defRPr>
            </a:lvl1pPr>
          </a:lstStyle>
          <a:p>
            <a:r>
              <a:rPr lang="en-US"/>
              <a:t>[Date]</a:t>
            </a:r>
            <a:endParaRPr lang="en-US" dirty="0"/>
          </a:p>
        </p:txBody>
      </p:sp>
      <p:sp>
        <p:nvSpPr>
          <p:cNvPr id="3" name="Title 2">
            <a:extLst>
              <a:ext uri="{FF2B5EF4-FFF2-40B4-BE49-F238E27FC236}">
                <a16:creationId xmlns:a16="http://schemas.microsoft.com/office/drawing/2014/main" id="{B099EEEE-62A5-DE0D-FD45-A3C465FD76A0}"/>
              </a:ext>
            </a:extLst>
          </p:cNvPr>
          <p:cNvSpPr>
            <a:spLocks noGrp="1"/>
          </p:cNvSpPr>
          <p:nvPr>
            <p:ph type="title"/>
          </p:nvPr>
        </p:nvSpPr>
        <p:spPr/>
        <p:txBody>
          <a:bodyPr/>
          <a:lstStyle/>
          <a:p>
            <a:r>
              <a:rPr lang="en-US"/>
              <a:t>Click to edit Master title style</a:t>
            </a:r>
          </a:p>
        </p:txBody>
      </p:sp>
    </p:spTree>
    <p:extLst>
      <p:ext uri="{BB962C8B-B14F-4D97-AF65-F5344CB8AC3E}">
        <p14:creationId xmlns:p14="http://schemas.microsoft.com/office/powerpoint/2010/main" val="1937647431"/>
      </p:ext>
    </p:extLst>
  </p:cSld>
  <p:clrMapOvr>
    <a:overrideClrMapping bg1="dk1" tx1="lt1" bg2="dk2" tx2="lt2" accent1="accent1" accent2="accent2" accent3="accent3" accent4="accent4" accent5="accent5" accent6="accent6" hlink="hlink" folHlink="folHlink"/>
  </p:clrMapOvr>
  <p:transition>
    <p:fade/>
  </p:transition>
</p:sldLayout>
</file>

<file path=ppt/slideLayouts/slideLayout9.xml><?xml version="1.0" encoding="utf-8"?>
<p:sldLayout xmlns:a="http://schemas.openxmlformats.org/drawingml/2006/main" xmlns:r="http://schemas.openxmlformats.org/officeDocument/2006/relationships" xmlns:p="http://schemas.openxmlformats.org/presentationml/2006/main" preserve="1" userDrawn="1">
  <p:cSld name="Light - Thank You_Pillar">
    <p:bg>
      <p:bgPr>
        <a:blipFill dpi="0" rotWithShape="1">
          <a:blip r:embed="rId2">
            <a:lum/>
          </a:blip>
          <a:srcRect/>
          <a:stretch>
            <a:fillRect/>
          </a:stretch>
        </a:blipFill>
        <a:effectLst/>
      </p:bgPr>
    </p:bg>
    <p:spTree>
      <p:nvGrpSpPr>
        <p:cNvPr id="1" name=""/>
        <p:cNvGrpSpPr/>
        <p:nvPr/>
      </p:nvGrpSpPr>
      <p:grpSpPr>
        <a:xfrm>
          <a:off x="0" y="0"/>
          <a:ext cx="0" cy="0"/>
          <a:chOff x="0" y="0"/>
          <a:chExt cx="0" cy="0"/>
        </a:xfrm>
      </p:grpSpPr>
      <p:sp>
        <p:nvSpPr>
          <p:cNvPr id="3" name="Thank You">
            <a:extLst>
              <a:ext uri="{FF2B5EF4-FFF2-40B4-BE49-F238E27FC236}">
                <a16:creationId xmlns:a16="http://schemas.microsoft.com/office/drawing/2014/main" id="{701BFB4F-AD1A-4B21-826E-A2F61F5D8AAB}"/>
              </a:ext>
            </a:extLst>
          </p:cNvPr>
          <p:cNvSpPr>
            <a:spLocks noGrp="1"/>
          </p:cNvSpPr>
          <p:nvPr>
            <p:ph type="title" hasCustomPrompt="1"/>
          </p:nvPr>
        </p:nvSpPr>
        <p:spPr>
          <a:xfrm>
            <a:off x="768875" y="3482230"/>
            <a:ext cx="5022325" cy="822960"/>
          </a:xfrm>
          <a:noFill/>
        </p:spPr>
        <p:txBody>
          <a:bodyPr vert="horz" lIns="0" tIns="0" rIns="0" bIns="0" rtlCol="0" anchor="b" anchorCtr="0">
            <a:noAutofit/>
          </a:bodyPr>
          <a:lstStyle>
            <a:lvl1pPr>
              <a:defRPr lang="en-US" sz="3200" b="1" i="0">
                <a:latin typeface="Oracle Sans Tab" panose="020B0503020204020204" pitchFamily="34" charset="0"/>
                <a:cs typeface="Oracle Sans Tab" panose="020B0503020204020204" pitchFamily="34" charset="0"/>
              </a:defRPr>
            </a:lvl1pPr>
          </a:lstStyle>
          <a:p>
            <a:pPr marL="0" marR="0" lvl="0" indent="0" fontAlgn="t">
              <a:lnSpc>
                <a:spcPct val="100000"/>
              </a:lnSpc>
              <a:spcBef>
                <a:spcPts val="0"/>
              </a:spcBef>
              <a:spcAft>
                <a:spcPts val="0"/>
              </a:spcAft>
              <a:buClrTx/>
              <a:buSzTx/>
              <a:buFont typeface="System Font Regular"/>
              <a:tabLst/>
            </a:pPr>
            <a:r>
              <a:rPr lang="en-US" dirty="0"/>
              <a:t>Thank you</a:t>
            </a:r>
          </a:p>
        </p:txBody>
      </p:sp>
      <p:sp>
        <p:nvSpPr>
          <p:cNvPr id="11" name="Text Field">
            <a:extLst>
              <a:ext uri="{FF2B5EF4-FFF2-40B4-BE49-F238E27FC236}">
                <a16:creationId xmlns:a16="http://schemas.microsoft.com/office/drawing/2014/main" id="{F273E805-B8FF-F84B-99E6-4636F8BD3EBF}"/>
              </a:ext>
            </a:extLst>
          </p:cNvPr>
          <p:cNvSpPr>
            <a:spLocks noGrp="1"/>
          </p:cNvSpPr>
          <p:nvPr>
            <p:ph type="body" sz="quarter" idx="37"/>
          </p:nvPr>
        </p:nvSpPr>
        <p:spPr>
          <a:xfrm>
            <a:off x="762000" y="4773585"/>
            <a:ext cx="5029200" cy="266291"/>
          </a:xfrm>
          <a:prstGeom prst="rect">
            <a:avLst/>
          </a:prstGeom>
        </p:spPr>
        <p:txBody>
          <a:bodyPr>
            <a:noAutofit/>
          </a:bodyPr>
          <a:lstStyle>
            <a:lvl1pPr>
              <a:defRPr b="1"/>
            </a:lvl1pPr>
          </a:lstStyle>
          <a:p>
            <a:pPr lvl="0"/>
            <a:r>
              <a:rPr lang="en-US"/>
              <a:t>Click to edit Master text styles</a:t>
            </a:r>
          </a:p>
        </p:txBody>
      </p:sp>
      <p:sp>
        <p:nvSpPr>
          <p:cNvPr id="10" name="Text Field 2">
            <a:extLst>
              <a:ext uri="{FF2B5EF4-FFF2-40B4-BE49-F238E27FC236}">
                <a16:creationId xmlns:a16="http://schemas.microsoft.com/office/drawing/2014/main" id="{283762D0-0D31-A347-AD9E-095398CD17C5}"/>
              </a:ext>
            </a:extLst>
          </p:cNvPr>
          <p:cNvSpPr>
            <a:spLocks noGrp="1"/>
          </p:cNvSpPr>
          <p:nvPr>
            <p:ph type="body" sz="quarter" idx="36"/>
          </p:nvPr>
        </p:nvSpPr>
        <p:spPr>
          <a:xfrm>
            <a:off x="762000" y="5111178"/>
            <a:ext cx="5029200" cy="895181"/>
          </a:xfrm>
          <a:prstGeom prst="rect">
            <a:avLst/>
          </a:prstGeom>
        </p:spPr>
        <p:txBody>
          <a:bodyPr>
            <a:noAutofit/>
          </a:bodyPr>
          <a:lstStyle>
            <a:lvl1pPr>
              <a:defRPr/>
            </a:lvl1pPr>
          </a:lstStyle>
          <a:p>
            <a:pPr lvl="0"/>
            <a:r>
              <a:rPr lang="en-US"/>
              <a:t>Click to edit Master text styles</a:t>
            </a:r>
          </a:p>
        </p:txBody>
      </p:sp>
      <p:sp>
        <p:nvSpPr>
          <p:cNvPr id="6" name="Slide Number Placeholder 5">
            <a:extLst>
              <a:ext uri="{FF2B5EF4-FFF2-40B4-BE49-F238E27FC236}">
                <a16:creationId xmlns:a16="http://schemas.microsoft.com/office/drawing/2014/main" id="{30968FA8-1974-461B-87A5-6D7032FA1C85}"/>
              </a:ext>
            </a:extLst>
          </p:cNvPr>
          <p:cNvSpPr>
            <a:spLocks noGrp="1"/>
          </p:cNvSpPr>
          <p:nvPr>
            <p:ph type="sldNum" sz="quarter" idx="40"/>
          </p:nvPr>
        </p:nvSpPr>
        <p:spPr/>
        <p:txBody>
          <a:bodyPr/>
          <a:lstStyle>
            <a:lvl1pPr>
              <a:defRPr>
                <a:solidFill>
                  <a:srgbClr val="8B8580"/>
                </a:solidFill>
              </a:defRPr>
            </a:lvl1pPr>
          </a:lstStyle>
          <a:p>
            <a:fld id="{345D60D9-5372-5F40-9443-0F9AE5BDC3C8}" type="slidenum">
              <a:rPr lang="en-US" smtClean="0"/>
              <a:pPr/>
              <a:t>‹#›</a:t>
            </a:fld>
            <a:endParaRPr lang="en-US" dirty="0"/>
          </a:p>
        </p:txBody>
      </p:sp>
      <p:sp>
        <p:nvSpPr>
          <p:cNvPr id="5" name="Footer Placeholder 4">
            <a:extLst>
              <a:ext uri="{FF2B5EF4-FFF2-40B4-BE49-F238E27FC236}">
                <a16:creationId xmlns:a16="http://schemas.microsoft.com/office/drawing/2014/main" id="{572AC1E3-E104-4942-8AE8-198E477A85F9}"/>
              </a:ext>
            </a:extLst>
          </p:cNvPr>
          <p:cNvSpPr>
            <a:spLocks noGrp="1"/>
          </p:cNvSpPr>
          <p:nvPr>
            <p:ph type="ftr" sz="quarter" idx="39"/>
          </p:nvPr>
        </p:nvSpPr>
        <p:spPr/>
        <p:txBody>
          <a:bodyPr/>
          <a:lstStyle>
            <a:lvl1pPr>
              <a:defRPr>
                <a:solidFill>
                  <a:srgbClr val="8B8580"/>
                </a:solidFill>
              </a:defRPr>
            </a:lvl1pPr>
          </a:lstStyle>
          <a:p>
            <a:r>
              <a:rPr lang="en-US"/>
              <a:t>Copyright © 2025, Oracle and/or its affiliates |  Confidential: Internal/Restricted/Highly Restricted</a:t>
            </a:r>
            <a:endParaRPr lang="en-US" dirty="0"/>
          </a:p>
        </p:txBody>
      </p:sp>
      <p:sp>
        <p:nvSpPr>
          <p:cNvPr id="4" name="Date Placeholder 3">
            <a:extLst>
              <a:ext uri="{FF2B5EF4-FFF2-40B4-BE49-F238E27FC236}">
                <a16:creationId xmlns:a16="http://schemas.microsoft.com/office/drawing/2014/main" id="{3698BC18-3443-48B2-97E6-989B7098DC52}"/>
              </a:ext>
            </a:extLst>
          </p:cNvPr>
          <p:cNvSpPr>
            <a:spLocks noGrp="1"/>
          </p:cNvSpPr>
          <p:nvPr>
            <p:ph type="dt" sz="half" idx="38"/>
          </p:nvPr>
        </p:nvSpPr>
        <p:spPr/>
        <p:txBody>
          <a:bodyPr/>
          <a:lstStyle>
            <a:lvl1pPr>
              <a:defRPr>
                <a:solidFill>
                  <a:srgbClr val="8B8580"/>
                </a:solidFill>
              </a:defRPr>
            </a:lvl1pPr>
          </a:lstStyle>
          <a:p>
            <a:r>
              <a:rPr lang="en-US"/>
              <a:t>[Date]</a:t>
            </a:r>
            <a:endParaRPr lang="en-US" dirty="0"/>
          </a:p>
        </p:txBody>
      </p:sp>
      <p:cxnSp>
        <p:nvCxnSpPr>
          <p:cNvPr id="2" name="Accent Mark">
            <a:extLst>
              <a:ext uri="{FF2B5EF4-FFF2-40B4-BE49-F238E27FC236}">
                <a16:creationId xmlns:a16="http://schemas.microsoft.com/office/drawing/2014/main" id="{6D1A11F5-E1B3-0422-0889-78B3843373C9}"/>
              </a:ext>
              <a:ext uri="{C183D7F6-B498-43B3-948B-1728B52AA6E4}">
                <adec:decorative xmlns:adec="http://schemas.microsoft.com/office/drawing/2017/decorative" val="1"/>
              </a:ext>
            </a:extLst>
          </p:cNvPr>
          <p:cNvCxnSpPr>
            <a:cxnSpLocks/>
          </p:cNvCxnSpPr>
          <p:nvPr userDrawn="1"/>
        </p:nvCxnSpPr>
        <p:spPr>
          <a:xfrm flipH="1">
            <a:off x="769271" y="4509686"/>
            <a:ext cx="374904" cy="0"/>
          </a:xfrm>
          <a:prstGeom prst="line">
            <a:avLst/>
          </a:prstGeom>
          <a:ln w="38100" cap="flat">
            <a:solidFill>
              <a:srgbClr val="C74634"/>
            </a:solidFill>
            <a:prstDash val="solid"/>
          </a:ln>
        </p:spPr>
        <p:style>
          <a:lnRef idx="1">
            <a:schemeClr val="accent1"/>
          </a:lnRef>
          <a:fillRef idx="0">
            <a:schemeClr val="accent1"/>
          </a:fillRef>
          <a:effectRef idx="0">
            <a:schemeClr val="accent1"/>
          </a:effectRef>
          <a:fontRef idx="minor">
            <a:schemeClr val="tx1"/>
          </a:fontRef>
        </p:style>
      </p:cxnSp>
    </p:spTree>
    <p:extLst>
      <p:ext uri="{BB962C8B-B14F-4D97-AF65-F5344CB8AC3E}">
        <p14:creationId xmlns:p14="http://schemas.microsoft.com/office/powerpoint/2010/main" val="2805707347"/>
      </p:ext>
    </p:extLst>
  </p:cSld>
  <p:clrMapOvr>
    <a:overrideClrMapping bg1="lt1" tx1="dk1" bg2="lt2" tx2="dk2" accent1="accent1" accent2="accent2" accent3="accent3" accent4="accent4" accent5="accent5" accent6="accent6" hlink="hlink" folHlink="folHlink"/>
  </p:clrMapOvr>
  <p:transition>
    <p:fade/>
  </p:transition>
</p:sldLayout>
</file>

<file path=ppt/slideLayouts/slideLayout10.xml><?xml version="1.0" encoding="utf-8"?>
<p:sldLayout xmlns:a="http://schemas.openxmlformats.org/drawingml/2006/main" xmlns:r="http://schemas.openxmlformats.org/officeDocument/2006/relationships" xmlns:p="http://schemas.openxmlformats.org/presentationml/2006/main" preserve="1" userDrawn="1">
  <p:cSld name="Dark - Thank You_Pillar">
    <p:bg>
      <p:bgPr>
        <a:blipFill dpi="0" rotWithShape="1">
          <a:blip r:embed="rId2">
            <a:lum/>
          </a:blip>
          <a:srcRect/>
          <a:stretch>
            <a:fillRect/>
          </a:stretch>
        </a:blipFill>
        <a:effectLst/>
      </p:bgPr>
    </p:bg>
    <p:spTree>
      <p:nvGrpSpPr>
        <p:cNvPr id="1" name=""/>
        <p:cNvGrpSpPr/>
        <p:nvPr/>
      </p:nvGrpSpPr>
      <p:grpSpPr>
        <a:xfrm>
          <a:off x="0" y="0"/>
          <a:ext cx="0" cy="0"/>
          <a:chOff x="0" y="0"/>
          <a:chExt cx="0" cy="0"/>
        </a:xfrm>
      </p:grpSpPr>
      <p:sp>
        <p:nvSpPr>
          <p:cNvPr id="3" name="Thank you">
            <a:extLst>
              <a:ext uri="{FF2B5EF4-FFF2-40B4-BE49-F238E27FC236}">
                <a16:creationId xmlns:a16="http://schemas.microsoft.com/office/drawing/2014/main" id="{1F390879-C7C7-4224-97BB-1C165BFB5AA3}"/>
              </a:ext>
            </a:extLst>
          </p:cNvPr>
          <p:cNvSpPr>
            <a:spLocks noGrp="1"/>
          </p:cNvSpPr>
          <p:nvPr>
            <p:ph type="title" hasCustomPrompt="1"/>
          </p:nvPr>
        </p:nvSpPr>
        <p:spPr>
          <a:xfrm>
            <a:off x="768875" y="3483973"/>
            <a:ext cx="5029200" cy="822960"/>
          </a:xfrm>
          <a:noFill/>
        </p:spPr>
        <p:txBody>
          <a:bodyPr vert="horz" lIns="0" tIns="0" rIns="0" bIns="0" rtlCol="0" anchor="b" anchorCtr="0">
            <a:noAutofit/>
          </a:bodyPr>
          <a:lstStyle>
            <a:lvl1pPr>
              <a:defRPr lang="en-US" sz="3200" b="1" i="0">
                <a:latin typeface="Oracle Sans Tab" panose="020B0503020204020204" pitchFamily="34" charset="0"/>
                <a:cs typeface="Oracle Sans Tab" panose="020B0503020204020204" pitchFamily="34" charset="0"/>
              </a:defRPr>
            </a:lvl1pPr>
          </a:lstStyle>
          <a:p>
            <a:pPr marL="0" marR="0" lvl="0" indent="0" fontAlgn="t">
              <a:lnSpc>
                <a:spcPct val="100000"/>
              </a:lnSpc>
              <a:spcBef>
                <a:spcPts val="0"/>
              </a:spcBef>
              <a:spcAft>
                <a:spcPts val="0"/>
              </a:spcAft>
              <a:buClrTx/>
              <a:buSzTx/>
              <a:buFont typeface="System Font Regular"/>
              <a:tabLst/>
            </a:pPr>
            <a:r>
              <a:rPr lang="en-US" dirty="0"/>
              <a:t>Thank you</a:t>
            </a:r>
          </a:p>
        </p:txBody>
      </p:sp>
      <p:sp>
        <p:nvSpPr>
          <p:cNvPr id="11" name="Text Field">
            <a:extLst>
              <a:ext uri="{FF2B5EF4-FFF2-40B4-BE49-F238E27FC236}">
                <a16:creationId xmlns:a16="http://schemas.microsoft.com/office/drawing/2014/main" id="{F273E805-B8FF-F84B-99E6-4636F8BD3EBF}"/>
              </a:ext>
            </a:extLst>
          </p:cNvPr>
          <p:cNvSpPr>
            <a:spLocks noGrp="1"/>
          </p:cNvSpPr>
          <p:nvPr>
            <p:ph type="body" sz="quarter" idx="37"/>
          </p:nvPr>
        </p:nvSpPr>
        <p:spPr>
          <a:xfrm>
            <a:off x="762000" y="4773585"/>
            <a:ext cx="5029200" cy="266291"/>
          </a:xfrm>
          <a:prstGeom prst="rect">
            <a:avLst/>
          </a:prstGeom>
        </p:spPr>
        <p:txBody>
          <a:bodyPr>
            <a:noAutofit/>
          </a:bodyPr>
          <a:lstStyle>
            <a:lvl1pPr>
              <a:defRPr b="1"/>
            </a:lvl1pPr>
          </a:lstStyle>
          <a:p>
            <a:pPr lvl="0"/>
            <a:r>
              <a:rPr lang="en-US"/>
              <a:t>Click to edit Master text styles</a:t>
            </a:r>
          </a:p>
        </p:txBody>
      </p:sp>
      <p:sp>
        <p:nvSpPr>
          <p:cNvPr id="10" name="Text Field 2">
            <a:extLst>
              <a:ext uri="{FF2B5EF4-FFF2-40B4-BE49-F238E27FC236}">
                <a16:creationId xmlns:a16="http://schemas.microsoft.com/office/drawing/2014/main" id="{283762D0-0D31-A347-AD9E-095398CD17C5}"/>
              </a:ext>
            </a:extLst>
          </p:cNvPr>
          <p:cNvSpPr>
            <a:spLocks noGrp="1"/>
          </p:cNvSpPr>
          <p:nvPr>
            <p:ph type="body" sz="quarter" idx="36"/>
          </p:nvPr>
        </p:nvSpPr>
        <p:spPr>
          <a:xfrm>
            <a:off x="762000" y="5111178"/>
            <a:ext cx="5029200" cy="895181"/>
          </a:xfrm>
          <a:prstGeom prst="rect">
            <a:avLst/>
          </a:prstGeom>
        </p:spPr>
        <p:txBody>
          <a:bodyPr>
            <a:noAutofit/>
          </a:bodyPr>
          <a:lstStyle>
            <a:lvl1pPr>
              <a:defRPr/>
            </a:lvl1pPr>
          </a:lstStyle>
          <a:p>
            <a:pPr lvl="0"/>
            <a:r>
              <a:rPr lang="en-US"/>
              <a:t>Click to edit Master text styles</a:t>
            </a:r>
          </a:p>
        </p:txBody>
      </p:sp>
      <p:cxnSp>
        <p:nvCxnSpPr>
          <p:cNvPr id="2" name="Accent Mark">
            <a:extLst>
              <a:ext uri="{FF2B5EF4-FFF2-40B4-BE49-F238E27FC236}">
                <a16:creationId xmlns:a16="http://schemas.microsoft.com/office/drawing/2014/main" id="{FE05F654-7087-81ED-B9CB-FDB14DD46CCF}"/>
              </a:ext>
              <a:ext uri="{C183D7F6-B498-43B3-948B-1728B52AA6E4}">
                <adec:decorative xmlns:adec="http://schemas.microsoft.com/office/drawing/2017/decorative" val="1"/>
              </a:ext>
            </a:extLst>
          </p:cNvPr>
          <p:cNvCxnSpPr>
            <a:cxnSpLocks/>
          </p:cNvCxnSpPr>
          <p:nvPr userDrawn="1"/>
        </p:nvCxnSpPr>
        <p:spPr>
          <a:xfrm flipH="1">
            <a:off x="769271" y="4509686"/>
            <a:ext cx="374904" cy="0"/>
          </a:xfrm>
          <a:prstGeom prst="line">
            <a:avLst/>
          </a:prstGeom>
          <a:ln w="38100" cap="flat">
            <a:solidFill>
              <a:srgbClr val="F0CC71"/>
            </a:solidFill>
            <a:prstDash val="solid"/>
          </a:ln>
        </p:spPr>
        <p:style>
          <a:lnRef idx="1">
            <a:schemeClr val="accent1"/>
          </a:lnRef>
          <a:fillRef idx="0">
            <a:schemeClr val="accent1"/>
          </a:fillRef>
          <a:effectRef idx="0">
            <a:schemeClr val="accent1"/>
          </a:effectRef>
          <a:fontRef idx="minor">
            <a:schemeClr val="tx1"/>
          </a:fontRef>
        </p:style>
      </p:cxnSp>
      <p:sp>
        <p:nvSpPr>
          <p:cNvPr id="7" name="Slide Number Placeholder 7">
            <a:extLst>
              <a:ext uri="{FF2B5EF4-FFF2-40B4-BE49-F238E27FC236}">
                <a16:creationId xmlns:a16="http://schemas.microsoft.com/office/drawing/2014/main" id="{3B788C17-C414-CA36-3B64-7649C40FEC1B}"/>
              </a:ext>
            </a:extLst>
          </p:cNvPr>
          <p:cNvSpPr>
            <a:spLocks noGrp="1"/>
          </p:cNvSpPr>
          <p:nvPr>
            <p:ph type="sldNum" sz="quarter" idx="17"/>
          </p:nvPr>
        </p:nvSpPr>
        <p:spPr>
          <a:xfrm>
            <a:off x="762000" y="6423660"/>
            <a:ext cx="365760" cy="365760"/>
          </a:xfrm>
        </p:spPr>
        <p:txBody>
          <a:bodyPr/>
          <a:lstStyle>
            <a:lvl1pPr>
              <a:defRPr>
                <a:solidFill>
                  <a:srgbClr val="AEA8A2"/>
                </a:solidFill>
              </a:defRPr>
            </a:lvl1pPr>
          </a:lstStyle>
          <a:p>
            <a:fld id="{345D60D9-5372-5F40-9443-0F9AE5BDC3C8}" type="slidenum">
              <a:rPr lang="en-US" smtClean="0"/>
              <a:pPr/>
              <a:t>‹#›</a:t>
            </a:fld>
            <a:endParaRPr lang="en-US" dirty="0"/>
          </a:p>
        </p:txBody>
      </p:sp>
      <p:sp>
        <p:nvSpPr>
          <p:cNvPr id="8" name="Footer Placeholder 6">
            <a:extLst>
              <a:ext uri="{FF2B5EF4-FFF2-40B4-BE49-F238E27FC236}">
                <a16:creationId xmlns:a16="http://schemas.microsoft.com/office/drawing/2014/main" id="{A9B704DB-5F18-8015-DE52-36EFD1E38677}"/>
              </a:ext>
            </a:extLst>
          </p:cNvPr>
          <p:cNvSpPr>
            <a:spLocks noGrp="1"/>
          </p:cNvSpPr>
          <p:nvPr>
            <p:ph type="ftr" sz="quarter" idx="16"/>
          </p:nvPr>
        </p:nvSpPr>
        <p:spPr>
          <a:xfrm>
            <a:off x="1127759" y="6423978"/>
            <a:ext cx="5745379" cy="365125"/>
          </a:xfrm>
        </p:spPr>
        <p:txBody>
          <a:bodyPr/>
          <a:lstStyle>
            <a:lvl1pPr>
              <a:defRPr>
                <a:solidFill>
                  <a:srgbClr val="AEA8A2"/>
                </a:solidFill>
              </a:defRPr>
            </a:lvl1pPr>
          </a:lstStyle>
          <a:p>
            <a:r>
              <a:rPr lang="en-US"/>
              <a:t>Copyright © 2025, Oracle and/or its affiliates |  Confidential: Internal/Restricted/Highly Restricted</a:t>
            </a:r>
            <a:endParaRPr lang="en-US" dirty="0"/>
          </a:p>
        </p:txBody>
      </p:sp>
      <p:sp>
        <p:nvSpPr>
          <p:cNvPr id="9" name="Date Placeholder 4">
            <a:extLst>
              <a:ext uri="{FF2B5EF4-FFF2-40B4-BE49-F238E27FC236}">
                <a16:creationId xmlns:a16="http://schemas.microsoft.com/office/drawing/2014/main" id="{1FF64650-507E-A1FC-AA47-C160D4E3AF76}"/>
              </a:ext>
            </a:extLst>
          </p:cNvPr>
          <p:cNvSpPr>
            <a:spLocks noGrp="1"/>
          </p:cNvSpPr>
          <p:nvPr>
            <p:ph type="dt" sz="half" idx="15"/>
          </p:nvPr>
        </p:nvSpPr>
        <p:spPr>
          <a:xfrm>
            <a:off x="6873138" y="6425604"/>
            <a:ext cx="2743200" cy="363500"/>
          </a:xfrm>
        </p:spPr>
        <p:txBody>
          <a:bodyPr/>
          <a:lstStyle>
            <a:lvl1pPr>
              <a:defRPr>
                <a:solidFill>
                  <a:srgbClr val="AEA8A2"/>
                </a:solidFill>
              </a:defRPr>
            </a:lvl1pPr>
          </a:lstStyle>
          <a:p>
            <a:r>
              <a:rPr lang="en-US"/>
              <a:t>[Date]</a:t>
            </a:r>
            <a:endParaRPr lang="en-US" dirty="0"/>
          </a:p>
        </p:txBody>
      </p:sp>
    </p:spTree>
    <p:extLst>
      <p:ext uri="{BB962C8B-B14F-4D97-AF65-F5344CB8AC3E}">
        <p14:creationId xmlns:p14="http://schemas.microsoft.com/office/powerpoint/2010/main" val="3567982183"/>
      </p:ext>
    </p:extLst>
  </p:cSld>
  <p:clrMapOvr>
    <a:overrideClrMapping bg1="dk1" tx1="lt1" bg2="dk2" tx2="lt2" accent1="accent1" accent2="accent2" accent3="accent3" accent4="accent4" accent5="accent5" accent6="accent6" hlink="hlink" folHlink="folHlink"/>
  </p:clrMapOvr>
  <p:transition>
    <p:fade/>
  </p:transition>
</p:sldLayout>
</file>

<file path=ppt/slideLayouts/slideLayout11.xml><?xml version="1.0" encoding="utf-8"?>
<p:sldLayout xmlns:a="http://schemas.openxmlformats.org/drawingml/2006/main" xmlns:r="http://schemas.openxmlformats.org/officeDocument/2006/relationships" xmlns:p="http://schemas.openxmlformats.org/presentationml/2006/main" preserve="1" userDrawn="1">
  <p:cSld name="Light - Safe harbor_Pillar">
    <p:bg>
      <p:bgRef idx="1001">
        <a:schemeClr val="bg2"/>
      </p:bgRef>
    </p:bg>
    <p:spTree>
      <p:nvGrpSpPr>
        <p:cNvPr id="1" name=""/>
        <p:cNvGrpSpPr/>
        <p:nvPr/>
      </p:nvGrpSpPr>
      <p:grpSpPr>
        <a:xfrm>
          <a:off x="0" y="0"/>
          <a:ext cx="0" cy="0"/>
          <a:chOff x="0" y="0"/>
          <a:chExt cx="0" cy="0"/>
        </a:xfrm>
      </p:grpSpPr>
      <p:sp>
        <p:nvSpPr>
          <p:cNvPr id="3" name="Title 2">
            <a:extLst>
              <a:ext uri="{FF2B5EF4-FFF2-40B4-BE49-F238E27FC236}">
                <a16:creationId xmlns:a16="http://schemas.microsoft.com/office/drawing/2014/main" id="{51E051E1-71EC-4D3F-847F-0BC7D691C8EC}"/>
              </a:ext>
            </a:extLst>
          </p:cNvPr>
          <p:cNvSpPr>
            <a:spLocks noGrp="1"/>
          </p:cNvSpPr>
          <p:nvPr>
            <p:ph type="title" hasCustomPrompt="1"/>
          </p:nvPr>
        </p:nvSpPr>
        <p:spPr>
          <a:xfrm>
            <a:off x="768875" y="182403"/>
            <a:ext cx="10671048" cy="822960"/>
          </a:xfrm>
        </p:spPr>
        <p:txBody>
          <a:bodyPr/>
          <a:lstStyle>
            <a:lvl1pPr>
              <a:defRPr b="1" i="0">
                <a:latin typeface="Oracle Sans Tab" panose="020B0503020204020204" pitchFamily="34" charset="0"/>
                <a:cs typeface="Oracle Sans Tab" panose="020B0503020204020204" pitchFamily="34" charset="0"/>
              </a:defRPr>
            </a:lvl1pPr>
          </a:lstStyle>
          <a:p>
            <a:r>
              <a:rPr lang="en-US" dirty="0"/>
              <a:t>Safe harbor statement</a:t>
            </a:r>
          </a:p>
        </p:txBody>
      </p:sp>
      <p:sp>
        <p:nvSpPr>
          <p:cNvPr id="2" name="Content">
            <a:extLst>
              <a:ext uri="{FF2B5EF4-FFF2-40B4-BE49-F238E27FC236}">
                <a16:creationId xmlns:a16="http://schemas.microsoft.com/office/drawing/2014/main" id="{45088F5B-04B2-A3C5-A489-584790E29972}"/>
              </a:ext>
            </a:extLst>
          </p:cNvPr>
          <p:cNvSpPr>
            <a:spLocks noGrp="1"/>
          </p:cNvSpPr>
          <p:nvPr>
            <p:ph sz="quarter" idx="14" hasCustomPrompt="1"/>
          </p:nvPr>
        </p:nvSpPr>
        <p:spPr>
          <a:xfrm>
            <a:off x="766762" y="1600199"/>
            <a:ext cx="8594951" cy="4507992"/>
          </a:xfrm>
        </p:spPr>
        <p:txBody>
          <a:bodyPr/>
          <a:lstStyle/>
          <a:p>
            <a:pPr>
              <a:lnSpc>
                <a:spcPts val="2120"/>
              </a:lnSpc>
              <a:spcAft>
                <a:spcPts val="0"/>
              </a:spcAft>
            </a:pPr>
            <a:r>
              <a:rPr lang="en-US" sz="1800" b="0" i="0" dirty="0">
                <a:solidFill>
                  <a:schemeClr val="tx1"/>
                </a:solidFill>
                <a:latin typeface="+mn-lt"/>
                <a:cs typeface="Oracle Sans Light" panose="020B0403020204020204" pitchFamily="34" charset="0"/>
              </a:rPr>
              <a:t>The following is intended to outline our general product direction. It is intended for information purposes only, and may not be incorporated into any contract. It is not a commitment to deliver any material, code, or functionality, and should not be relied upon in making purchasing decisions. The development, release, timing, and pricing of any features or functionality described for Oracle’s products may change and remains at the sole discretion of Oracle Corporation.</a:t>
            </a:r>
          </a:p>
        </p:txBody>
      </p:sp>
      <p:cxnSp>
        <p:nvCxnSpPr>
          <p:cNvPr id="5" name="Accent Mark">
            <a:extLst>
              <a:ext uri="{FF2B5EF4-FFF2-40B4-BE49-F238E27FC236}">
                <a16:creationId xmlns:a16="http://schemas.microsoft.com/office/drawing/2014/main" id="{159478B6-6FE5-711F-6D43-1A5E3FC478D1}"/>
              </a:ext>
              <a:ext uri="{C183D7F6-B498-43B3-948B-1728B52AA6E4}">
                <adec:decorative xmlns:adec="http://schemas.microsoft.com/office/drawing/2017/decorative" val="1"/>
              </a:ext>
            </a:extLst>
          </p:cNvPr>
          <p:cNvCxnSpPr>
            <a:cxnSpLocks/>
          </p:cNvCxnSpPr>
          <p:nvPr userDrawn="1"/>
        </p:nvCxnSpPr>
        <p:spPr>
          <a:xfrm flipH="1">
            <a:off x="769271" y="1298409"/>
            <a:ext cx="374904" cy="0"/>
          </a:xfrm>
          <a:prstGeom prst="line">
            <a:avLst/>
          </a:prstGeom>
          <a:ln w="38100" cap="flat">
            <a:solidFill>
              <a:srgbClr val="C74634"/>
            </a:solidFill>
            <a:prstDash val="solid"/>
          </a:ln>
        </p:spPr>
        <p:style>
          <a:lnRef idx="1">
            <a:schemeClr val="accent1"/>
          </a:lnRef>
          <a:fillRef idx="0">
            <a:schemeClr val="accent1"/>
          </a:fillRef>
          <a:effectRef idx="0">
            <a:schemeClr val="accent1"/>
          </a:effectRef>
          <a:fontRef idx="minor">
            <a:schemeClr val="tx1"/>
          </a:fontRef>
        </p:style>
      </p:cxnSp>
      <p:sp>
        <p:nvSpPr>
          <p:cNvPr id="4" name="Slide Number Placeholder 5">
            <a:extLst>
              <a:ext uri="{FF2B5EF4-FFF2-40B4-BE49-F238E27FC236}">
                <a16:creationId xmlns:a16="http://schemas.microsoft.com/office/drawing/2014/main" id="{BC646B5F-9A04-2345-9C7A-6782C7E49933}"/>
              </a:ext>
            </a:extLst>
          </p:cNvPr>
          <p:cNvSpPr>
            <a:spLocks noGrp="1"/>
          </p:cNvSpPr>
          <p:nvPr>
            <p:ph type="sldNum" sz="quarter" idx="40"/>
          </p:nvPr>
        </p:nvSpPr>
        <p:spPr>
          <a:xfrm>
            <a:off x="762000" y="6423660"/>
            <a:ext cx="365760" cy="365760"/>
          </a:xfrm>
        </p:spPr>
        <p:txBody>
          <a:bodyPr/>
          <a:lstStyle>
            <a:lvl1pPr>
              <a:defRPr>
                <a:solidFill>
                  <a:srgbClr val="8B8580"/>
                </a:solidFill>
              </a:defRPr>
            </a:lvl1pPr>
          </a:lstStyle>
          <a:p>
            <a:fld id="{345D60D9-5372-5F40-9443-0F9AE5BDC3C8}" type="slidenum">
              <a:rPr lang="en-US" smtClean="0"/>
              <a:pPr/>
              <a:t>‹#›</a:t>
            </a:fld>
            <a:endParaRPr lang="en-US" dirty="0"/>
          </a:p>
        </p:txBody>
      </p:sp>
      <p:sp>
        <p:nvSpPr>
          <p:cNvPr id="6" name="Footer Placeholder 4">
            <a:extLst>
              <a:ext uri="{FF2B5EF4-FFF2-40B4-BE49-F238E27FC236}">
                <a16:creationId xmlns:a16="http://schemas.microsoft.com/office/drawing/2014/main" id="{FFEE0BDB-5EA2-52EC-445D-A4A5ED94A7B0}"/>
              </a:ext>
            </a:extLst>
          </p:cNvPr>
          <p:cNvSpPr>
            <a:spLocks noGrp="1"/>
          </p:cNvSpPr>
          <p:nvPr>
            <p:ph type="ftr" sz="quarter" idx="39"/>
          </p:nvPr>
        </p:nvSpPr>
        <p:spPr>
          <a:xfrm>
            <a:off x="1127759" y="6423978"/>
            <a:ext cx="5745379" cy="365125"/>
          </a:xfrm>
        </p:spPr>
        <p:txBody>
          <a:bodyPr/>
          <a:lstStyle>
            <a:lvl1pPr>
              <a:defRPr>
                <a:solidFill>
                  <a:srgbClr val="8B8580"/>
                </a:solidFill>
              </a:defRPr>
            </a:lvl1pPr>
          </a:lstStyle>
          <a:p>
            <a:r>
              <a:rPr lang="en-US"/>
              <a:t>Copyright © 2025, Oracle and/or its affiliates |  Confidential: Internal/Restricted/Highly Restricted</a:t>
            </a:r>
            <a:endParaRPr lang="en-US" dirty="0"/>
          </a:p>
        </p:txBody>
      </p:sp>
      <p:sp>
        <p:nvSpPr>
          <p:cNvPr id="7" name="Date Placeholder 3">
            <a:extLst>
              <a:ext uri="{FF2B5EF4-FFF2-40B4-BE49-F238E27FC236}">
                <a16:creationId xmlns:a16="http://schemas.microsoft.com/office/drawing/2014/main" id="{462F21D1-B67F-E9FA-456D-B3EE99FD6629}"/>
              </a:ext>
            </a:extLst>
          </p:cNvPr>
          <p:cNvSpPr>
            <a:spLocks noGrp="1"/>
          </p:cNvSpPr>
          <p:nvPr>
            <p:ph type="dt" sz="half" idx="38"/>
          </p:nvPr>
        </p:nvSpPr>
        <p:spPr>
          <a:xfrm>
            <a:off x="6873138" y="6425604"/>
            <a:ext cx="2743200" cy="363500"/>
          </a:xfrm>
        </p:spPr>
        <p:txBody>
          <a:bodyPr/>
          <a:lstStyle>
            <a:lvl1pPr>
              <a:defRPr>
                <a:solidFill>
                  <a:srgbClr val="8B8580"/>
                </a:solidFill>
              </a:defRPr>
            </a:lvl1pPr>
          </a:lstStyle>
          <a:p>
            <a:r>
              <a:rPr lang="en-US"/>
              <a:t>[Date]</a:t>
            </a:r>
            <a:endParaRPr lang="en-US" dirty="0"/>
          </a:p>
        </p:txBody>
      </p:sp>
    </p:spTree>
    <p:extLst>
      <p:ext uri="{BB962C8B-B14F-4D97-AF65-F5344CB8AC3E}">
        <p14:creationId xmlns:p14="http://schemas.microsoft.com/office/powerpoint/2010/main" val="40002155"/>
      </p:ext>
    </p:extLst>
  </p:cSld>
  <p:clrMapOvr>
    <a:overrideClrMapping bg1="lt1" tx1="dk1" bg2="lt2" tx2="dk2" accent1="accent1" accent2="accent2" accent3="accent3" accent4="accent4" accent5="accent5" accent6="accent6" hlink="hlink" folHlink="folHlink"/>
  </p:clrMapOvr>
  <p:transition>
    <p:fade/>
  </p:transition>
</p:sldLayout>
</file>

<file path=ppt/slideLayouts/slideLayout12.xml><?xml version="1.0" encoding="utf-8"?>
<p:sldLayout xmlns:a="http://schemas.openxmlformats.org/drawingml/2006/main" xmlns:r="http://schemas.openxmlformats.org/officeDocument/2006/relationships" xmlns:p="http://schemas.openxmlformats.org/presentationml/2006/main" preserve="1" userDrawn="1">
  <p:cSld name="Dark - Safe harbor_Pillar">
    <p:bg>
      <p:bgPr>
        <a:solidFill>
          <a:schemeClr val="bg2"/>
        </a:solidFill>
        <a:effectLst/>
      </p:bgPr>
    </p:bg>
    <p:spTree>
      <p:nvGrpSpPr>
        <p:cNvPr id="1" name=""/>
        <p:cNvGrpSpPr/>
        <p:nvPr/>
      </p:nvGrpSpPr>
      <p:grpSpPr>
        <a:xfrm>
          <a:off x="0" y="0"/>
          <a:ext cx="0" cy="0"/>
          <a:chOff x="0" y="0"/>
          <a:chExt cx="0" cy="0"/>
        </a:xfrm>
      </p:grpSpPr>
      <p:sp>
        <p:nvSpPr>
          <p:cNvPr id="3" name="Title 2">
            <a:extLst>
              <a:ext uri="{FF2B5EF4-FFF2-40B4-BE49-F238E27FC236}">
                <a16:creationId xmlns:a16="http://schemas.microsoft.com/office/drawing/2014/main" id="{51E051E1-71EC-4D3F-847F-0BC7D691C8EC}"/>
              </a:ext>
            </a:extLst>
          </p:cNvPr>
          <p:cNvSpPr>
            <a:spLocks noGrp="1"/>
          </p:cNvSpPr>
          <p:nvPr>
            <p:ph type="title" hasCustomPrompt="1"/>
          </p:nvPr>
        </p:nvSpPr>
        <p:spPr>
          <a:xfrm>
            <a:off x="768875" y="182403"/>
            <a:ext cx="10671048" cy="822960"/>
          </a:xfrm>
        </p:spPr>
        <p:txBody>
          <a:bodyPr/>
          <a:lstStyle>
            <a:lvl1pPr>
              <a:defRPr b="1" i="0">
                <a:latin typeface="Oracle Sans Tab" panose="020B0503020204020204" pitchFamily="34" charset="0"/>
                <a:cs typeface="Oracle Sans Tab" panose="020B0503020204020204" pitchFamily="34" charset="0"/>
              </a:defRPr>
            </a:lvl1pPr>
          </a:lstStyle>
          <a:p>
            <a:r>
              <a:rPr lang="en-US" dirty="0"/>
              <a:t>Safe harbor statement</a:t>
            </a:r>
          </a:p>
        </p:txBody>
      </p:sp>
      <p:sp>
        <p:nvSpPr>
          <p:cNvPr id="2" name="Content">
            <a:extLst>
              <a:ext uri="{FF2B5EF4-FFF2-40B4-BE49-F238E27FC236}">
                <a16:creationId xmlns:a16="http://schemas.microsoft.com/office/drawing/2014/main" id="{B33D263D-6823-539D-7BA9-B737C26B6AE1}"/>
              </a:ext>
            </a:extLst>
          </p:cNvPr>
          <p:cNvSpPr>
            <a:spLocks noGrp="1"/>
          </p:cNvSpPr>
          <p:nvPr>
            <p:ph sz="quarter" idx="14" hasCustomPrompt="1"/>
          </p:nvPr>
        </p:nvSpPr>
        <p:spPr>
          <a:xfrm>
            <a:off x="766762" y="1600199"/>
            <a:ext cx="8594951" cy="4507992"/>
          </a:xfrm>
        </p:spPr>
        <p:txBody>
          <a:bodyPr/>
          <a:lstStyle/>
          <a:p>
            <a:pPr>
              <a:lnSpc>
                <a:spcPts val="2120"/>
              </a:lnSpc>
              <a:spcAft>
                <a:spcPts val="0"/>
              </a:spcAft>
            </a:pPr>
            <a:r>
              <a:rPr lang="en-US" sz="1800" b="0" i="0" dirty="0">
                <a:solidFill>
                  <a:schemeClr val="tx1"/>
                </a:solidFill>
                <a:latin typeface="+mn-lt"/>
                <a:cs typeface="Oracle Sans Light" panose="020B0403020204020204" pitchFamily="34" charset="0"/>
              </a:rPr>
              <a:t>The following is intended to outline our general product direction. It is intended for information purposes only, and may not be incorporated into any contract. It is not a commitment to deliver any material, code, or functionality, and should not be relied upon in making purchasing decisions. The development, release, timing, and pricing of any features or functionality described for Oracle’s products may change and remains at the sole discretion of Oracle Corporation.</a:t>
            </a:r>
          </a:p>
        </p:txBody>
      </p:sp>
      <p:cxnSp>
        <p:nvCxnSpPr>
          <p:cNvPr id="4" name="Accent Mark">
            <a:extLst>
              <a:ext uri="{FF2B5EF4-FFF2-40B4-BE49-F238E27FC236}">
                <a16:creationId xmlns:a16="http://schemas.microsoft.com/office/drawing/2014/main" id="{0ACB5BDC-E08B-13DC-76CC-AF1921F9FDE0}"/>
              </a:ext>
              <a:ext uri="{C183D7F6-B498-43B3-948B-1728B52AA6E4}">
                <adec:decorative xmlns:adec="http://schemas.microsoft.com/office/drawing/2017/decorative" val="1"/>
              </a:ext>
            </a:extLst>
          </p:cNvPr>
          <p:cNvCxnSpPr>
            <a:cxnSpLocks/>
          </p:cNvCxnSpPr>
          <p:nvPr userDrawn="1"/>
        </p:nvCxnSpPr>
        <p:spPr>
          <a:xfrm flipH="1">
            <a:off x="769271" y="1298409"/>
            <a:ext cx="374904" cy="0"/>
          </a:xfrm>
          <a:prstGeom prst="line">
            <a:avLst/>
          </a:prstGeom>
          <a:ln w="38100" cap="flat">
            <a:solidFill>
              <a:srgbClr val="F0CC71"/>
            </a:solidFill>
            <a:prstDash val="solid"/>
          </a:ln>
        </p:spPr>
        <p:style>
          <a:lnRef idx="1">
            <a:schemeClr val="accent1"/>
          </a:lnRef>
          <a:fillRef idx="0">
            <a:schemeClr val="accent1"/>
          </a:fillRef>
          <a:effectRef idx="0">
            <a:schemeClr val="accent1"/>
          </a:effectRef>
          <a:fontRef idx="minor">
            <a:schemeClr val="tx1"/>
          </a:fontRef>
        </p:style>
      </p:cxnSp>
      <p:sp>
        <p:nvSpPr>
          <p:cNvPr id="5" name="Slide Number Placeholder 7">
            <a:extLst>
              <a:ext uri="{FF2B5EF4-FFF2-40B4-BE49-F238E27FC236}">
                <a16:creationId xmlns:a16="http://schemas.microsoft.com/office/drawing/2014/main" id="{BAE1FE92-0B5A-C3C7-4D80-295A1C03DE54}"/>
              </a:ext>
            </a:extLst>
          </p:cNvPr>
          <p:cNvSpPr>
            <a:spLocks noGrp="1"/>
          </p:cNvSpPr>
          <p:nvPr>
            <p:ph type="sldNum" sz="quarter" idx="17"/>
          </p:nvPr>
        </p:nvSpPr>
        <p:spPr>
          <a:xfrm>
            <a:off x="762000" y="6423660"/>
            <a:ext cx="365760" cy="365760"/>
          </a:xfrm>
        </p:spPr>
        <p:txBody>
          <a:bodyPr/>
          <a:lstStyle>
            <a:lvl1pPr>
              <a:defRPr>
                <a:solidFill>
                  <a:srgbClr val="AEA8A2"/>
                </a:solidFill>
              </a:defRPr>
            </a:lvl1pPr>
          </a:lstStyle>
          <a:p>
            <a:fld id="{345D60D9-5372-5F40-9443-0F9AE5BDC3C8}" type="slidenum">
              <a:rPr lang="en-US" smtClean="0"/>
              <a:pPr/>
              <a:t>‹#›</a:t>
            </a:fld>
            <a:endParaRPr lang="en-US" dirty="0"/>
          </a:p>
        </p:txBody>
      </p:sp>
      <p:sp>
        <p:nvSpPr>
          <p:cNvPr id="6" name="Footer Placeholder 6">
            <a:extLst>
              <a:ext uri="{FF2B5EF4-FFF2-40B4-BE49-F238E27FC236}">
                <a16:creationId xmlns:a16="http://schemas.microsoft.com/office/drawing/2014/main" id="{F12714ED-3627-881E-09BA-8AF5C2283036}"/>
              </a:ext>
            </a:extLst>
          </p:cNvPr>
          <p:cNvSpPr>
            <a:spLocks noGrp="1"/>
          </p:cNvSpPr>
          <p:nvPr>
            <p:ph type="ftr" sz="quarter" idx="16"/>
          </p:nvPr>
        </p:nvSpPr>
        <p:spPr>
          <a:xfrm>
            <a:off x="1127759" y="6423978"/>
            <a:ext cx="5745379" cy="365125"/>
          </a:xfrm>
        </p:spPr>
        <p:txBody>
          <a:bodyPr/>
          <a:lstStyle>
            <a:lvl1pPr>
              <a:defRPr>
                <a:solidFill>
                  <a:srgbClr val="AEA8A2"/>
                </a:solidFill>
              </a:defRPr>
            </a:lvl1pPr>
          </a:lstStyle>
          <a:p>
            <a:r>
              <a:rPr lang="en-US"/>
              <a:t>Copyright © 2025, Oracle and/or its affiliates |  Confidential: Internal/Restricted/Highly Restricted</a:t>
            </a:r>
            <a:endParaRPr lang="en-US" dirty="0"/>
          </a:p>
        </p:txBody>
      </p:sp>
      <p:sp>
        <p:nvSpPr>
          <p:cNvPr id="7" name="Date Placeholder 4">
            <a:extLst>
              <a:ext uri="{FF2B5EF4-FFF2-40B4-BE49-F238E27FC236}">
                <a16:creationId xmlns:a16="http://schemas.microsoft.com/office/drawing/2014/main" id="{1E845CA1-2B55-2D69-3680-9CE99F31519C}"/>
              </a:ext>
            </a:extLst>
          </p:cNvPr>
          <p:cNvSpPr>
            <a:spLocks noGrp="1"/>
          </p:cNvSpPr>
          <p:nvPr>
            <p:ph type="dt" sz="half" idx="15"/>
          </p:nvPr>
        </p:nvSpPr>
        <p:spPr>
          <a:xfrm>
            <a:off x="6873138" y="6425604"/>
            <a:ext cx="2743200" cy="363500"/>
          </a:xfrm>
        </p:spPr>
        <p:txBody>
          <a:bodyPr/>
          <a:lstStyle>
            <a:lvl1pPr>
              <a:defRPr>
                <a:solidFill>
                  <a:srgbClr val="AEA8A2"/>
                </a:solidFill>
              </a:defRPr>
            </a:lvl1pPr>
          </a:lstStyle>
          <a:p>
            <a:r>
              <a:rPr lang="en-US"/>
              <a:t>[Date]</a:t>
            </a:r>
            <a:endParaRPr lang="en-US" dirty="0"/>
          </a:p>
        </p:txBody>
      </p:sp>
    </p:spTree>
    <p:extLst>
      <p:ext uri="{BB962C8B-B14F-4D97-AF65-F5344CB8AC3E}">
        <p14:creationId xmlns:p14="http://schemas.microsoft.com/office/powerpoint/2010/main" val="1186287802"/>
      </p:ext>
    </p:extLst>
  </p:cSld>
  <p:clrMapOvr>
    <a:overrideClrMapping bg1="dk1" tx1="lt1" bg2="dk2" tx2="lt2" accent1="accent1" accent2="accent2" accent3="accent3" accent4="accent4" accent5="accent5" accent6="accent6" hlink="hlink" folHlink="folHlink"/>
  </p:clrMapOvr>
  <p:transition>
    <p:fade/>
  </p:transition>
</p:sldLayout>
</file>

<file path=ppt/slideLayouts/slideLayout13.xml><?xml version="1.0" encoding="utf-8"?>
<p:sldLayout xmlns:a="http://schemas.openxmlformats.org/drawingml/2006/main" xmlns:r="http://schemas.openxmlformats.org/officeDocument/2006/relationships" xmlns:p="http://schemas.openxmlformats.org/presentationml/2006/main" preserve="1" userDrawn="1">
  <p:cSld name="Dark - Agenda">
    <p:bg>
      <p:bgPr>
        <a:blipFill dpi="0" rotWithShape="1">
          <a:blip r:embed="rId2">
            <a:lum/>
          </a:blip>
          <a:srcRect/>
          <a:stretch>
            <a:fillRect/>
          </a:stretch>
        </a:blipFill>
        <a:effectLst/>
      </p:bgPr>
    </p:bg>
    <p:spTree>
      <p:nvGrpSpPr>
        <p:cNvPr id="1" name=""/>
        <p:cNvGrpSpPr/>
        <p:nvPr/>
      </p:nvGrpSpPr>
      <p:grpSpPr>
        <a:xfrm>
          <a:off x="0" y="0"/>
          <a:ext cx="0" cy="0"/>
          <a:chOff x="0" y="0"/>
          <a:chExt cx="0" cy="0"/>
        </a:xfrm>
      </p:grpSpPr>
      <p:sp>
        <p:nvSpPr>
          <p:cNvPr id="3" name="Title 2">
            <a:extLst>
              <a:ext uri="{FF2B5EF4-FFF2-40B4-BE49-F238E27FC236}">
                <a16:creationId xmlns:a16="http://schemas.microsoft.com/office/drawing/2014/main" id="{6E5F7DB7-92B5-4EA1-8540-53C2A222376E}"/>
              </a:ext>
            </a:extLst>
          </p:cNvPr>
          <p:cNvSpPr>
            <a:spLocks noGrp="1"/>
          </p:cNvSpPr>
          <p:nvPr>
            <p:ph type="title" hasCustomPrompt="1"/>
          </p:nvPr>
        </p:nvSpPr>
        <p:spPr>
          <a:xfrm>
            <a:off x="768875" y="182403"/>
            <a:ext cx="5383380" cy="822960"/>
          </a:xfrm>
        </p:spPr>
        <p:txBody>
          <a:bodyPr/>
          <a:lstStyle>
            <a:lvl1pPr>
              <a:defRPr b="1" i="0">
                <a:latin typeface="Oracle Sans Tab Semi Bold" panose="020B0503020204020204" pitchFamily="34" charset="0"/>
                <a:cs typeface="Oracle Sans Tab Semi Bold" panose="020B0503020204020204" pitchFamily="34" charset="0"/>
              </a:defRPr>
            </a:lvl1pPr>
          </a:lstStyle>
          <a:p>
            <a:r>
              <a:rPr lang="en-US" dirty="0"/>
              <a:t>Agenda title</a:t>
            </a:r>
          </a:p>
        </p:txBody>
      </p:sp>
      <p:sp>
        <p:nvSpPr>
          <p:cNvPr id="7" name="Content Placeholder 6">
            <a:extLst>
              <a:ext uri="{FF2B5EF4-FFF2-40B4-BE49-F238E27FC236}">
                <a16:creationId xmlns:a16="http://schemas.microsoft.com/office/drawing/2014/main" id="{07A30E9B-4EB7-4882-9E42-67210E9CC0B4}"/>
              </a:ext>
            </a:extLst>
          </p:cNvPr>
          <p:cNvSpPr>
            <a:spLocks noGrp="1"/>
          </p:cNvSpPr>
          <p:nvPr>
            <p:ph sz="quarter" idx="13"/>
          </p:nvPr>
        </p:nvSpPr>
        <p:spPr>
          <a:xfrm>
            <a:off x="799205" y="1278761"/>
            <a:ext cx="5353050" cy="4507992"/>
          </a:xfrm>
        </p:spPr>
        <p:txBody>
          <a:bodyPr anchor="ctr"/>
          <a:lstStyle>
            <a:lvl1pPr algn="ctr">
              <a:defRPr/>
            </a:lvl1pPr>
            <a:lvl2pPr algn="ctr">
              <a:defRPr/>
            </a:lvl2pPr>
            <a:lvl3pPr algn="ctr">
              <a:defRPr/>
            </a:lvl3pPr>
            <a:lvl4pPr algn="ctr">
              <a:defRPr>
                <a:latin typeface="Oracle Sans Tab Light" panose="020B0403020204020204"/>
              </a:defRPr>
            </a:lvl4pPr>
            <a:lvl5pPr algn="ctr">
              <a:defRPr>
                <a:latin typeface="Oracle Sans Tab Light" panose="020B0403020204020204"/>
              </a:defRPr>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2" name="Slide Number Placeholder 7">
            <a:extLst>
              <a:ext uri="{FF2B5EF4-FFF2-40B4-BE49-F238E27FC236}">
                <a16:creationId xmlns:a16="http://schemas.microsoft.com/office/drawing/2014/main" id="{28D9ACAF-6547-62AC-0612-33ACEEA4384B}"/>
              </a:ext>
            </a:extLst>
          </p:cNvPr>
          <p:cNvSpPr>
            <a:spLocks noGrp="1"/>
          </p:cNvSpPr>
          <p:nvPr>
            <p:ph type="sldNum" sz="quarter" idx="17"/>
          </p:nvPr>
        </p:nvSpPr>
        <p:spPr>
          <a:xfrm>
            <a:off x="762000" y="6423660"/>
            <a:ext cx="365760" cy="365760"/>
          </a:xfrm>
        </p:spPr>
        <p:txBody>
          <a:bodyPr/>
          <a:lstStyle>
            <a:lvl1pPr>
              <a:defRPr>
                <a:solidFill>
                  <a:srgbClr val="AEA8A2"/>
                </a:solidFill>
              </a:defRPr>
            </a:lvl1pPr>
          </a:lstStyle>
          <a:p>
            <a:fld id="{345D60D9-5372-5F40-9443-0F9AE5BDC3C8}" type="slidenum">
              <a:rPr lang="en-US" smtClean="0"/>
              <a:pPr/>
              <a:t>‹#›</a:t>
            </a:fld>
            <a:endParaRPr lang="en-US" dirty="0"/>
          </a:p>
        </p:txBody>
      </p:sp>
      <p:sp>
        <p:nvSpPr>
          <p:cNvPr id="5" name="Footer Placeholder 6">
            <a:extLst>
              <a:ext uri="{FF2B5EF4-FFF2-40B4-BE49-F238E27FC236}">
                <a16:creationId xmlns:a16="http://schemas.microsoft.com/office/drawing/2014/main" id="{9C717BFB-739A-8ECB-A222-BA193D79F699}"/>
              </a:ext>
            </a:extLst>
          </p:cNvPr>
          <p:cNvSpPr>
            <a:spLocks noGrp="1"/>
          </p:cNvSpPr>
          <p:nvPr>
            <p:ph type="ftr" sz="quarter" idx="16"/>
          </p:nvPr>
        </p:nvSpPr>
        <p:spPr>
          <a:xfrm>
            <a:off x="1127759" y="6423978"/>
            <a:ext cx="5745379" cy="365125"/>
          </a:xfrm>
        </p:spPr>
        <p:txBody>
          <a:bodyPr/>
          <a:lstStyle>
            <a:lvl1pPr>
              <a:defRPr>
                <a:solidFill>
                  <a:srgbClr val="AEA8A2"/>
                </a:solidFill>
              </a:defRPr>
            </a:lvl1pPr>
          </a:lstStyle>
          <a:p>
            <a:r>
              <a:rPr lang="en-US"/>
              <a:t>Copyright © 2025, Oracle and/or its affiliates |  Confidential: Internal/Restricted/Highly Restricted</a:t>
            </a:r>
            <a:endParaRPr lang="en-US" dirty="0"/>
          </a:p>
        </p:txBody>
      </p:sp>
      <p:sp>
        <p:nvSpPr>
          <p:cNvPr id="8" name="Date Placeholder 4">
            <a:extLst>
              <a:ext uri="{FF2B5EF4-FFF2-40B4-BE49-F238E27FC236}">
                <a16:creationId xmlns:a16="http://schemas.microsoft.com/office/drawing/2014/main" id="{D6AB9331-6119-874E-6BF2-D968C0DB95A7}"/>
              </a:ext>
            </a:extLst>
          </p:cNvPr>
          <p:cNvSpPr>
            <a:spLocks noGrp="1"/>
          </p:cNvSpPr>
          <p:nvPr>
            <p:ph type="dt" sz="half" idx="15"/>
          </p:nvPr>
        </p:nvSpPr>
        <p:spPr>
          <a:xfrm>
            <a:off x="6873138" y="6425604"/>
            <a:ext cx="2743200" cy="363500"/>
          </a:xfrm>
        </p:spPr>
        <p:txBody>
          <a:bodyPr/>
          <a:lstStyle>
            <a:lvl1pPr>
              <a:defRPr>
                <a:solidFill>
                  <a:srgbClr val="AEA8A2"/>
                </a:solidFill>
              </a:defRPr>
            </a:lvl1pPr>
          </a:lstStyle>
          <a:p>
            <a:r>
              <a:rPr lang="en-US"/>
              <a:t>[Date]</a:t>
            </a:r>
            <a:endParaRPr lang="en-US" dirty="0"/>
          </a:p>
        </p:txBody>
      </p:sp>
    </p:spTree>
    <p:extLst>
      <p:ext uri="{BB962C8B-B14F-4D97-AF65-F5344CB8AC3E}">
        <p14:creationId xmlns:p14="http://schemas.microsoft.com/office/powerpoint/2010/main" val="4166842584"/>
      </p:ext>
    </p:extLst>
  </p:cSld>
  <p:clrMapOvr>
    <a:overrideClrMapping bg1="dk1" tx1="lt1" bg2="dk2" tx2="lt2" accent1="accent1" accent2="accent2" accent3="accent3" accent4="accent4" accent5="accent5" accent6="accent6" hlink="hlink" folHlink="folHlink"/>
  </p:clrMapOvr>
  <p:transition>
    <p:fade/>
  </p:transition>
</p:sldLayout>
</file>

<file path=ppt/slideLayouts/slideLayout14.xml><?xml version="1.0" encoding="utf-8"?>
<p:sldLayout xmlns:a="http://schemas.openxmlformats.org/drawingml/2006/main" xmlns:r="http://schemas.openxmlformats.org/officeDocument/2006/relationships" xmlns:p="http://schemas.openxmlformats.org/presentationml/2006/main" preserve="1" userDrawn="1">
  <p:cSld name="Light - Impact Statement">
    <p:bg>
      <p:bgPr>
        <a:blipFill dpi="0" rotWithShape="1">
          <a:blip r:embed="rId2">
            <a:lum/>
          </a:blip>
          <a:srcRect/>
          <a:stretch>
            <a:fillRect/>
          </a:stretch>
        </a:blipFill>
        <a:effectLst/>
      </p:bgPr>
    </p:bg>
    <p:spTree>
      <p:nvGrpSpPr>
        <p:cNvPr id="1" name=""/>
        <p:cNvGrpSpPr/>
        <p:nvPr/>
      </p:nvGrpSpPr>
      <p:grpSpPr>
        <a:xfrm>
          <a:off x="0" y="0"/>
          <a:ext cx="0" cy="0"/>
          <a:chOff x="0" y="0"/>
          <a:chExt cx="0" cy="0"/>
        </a:xfrm>
      </p:grpSpPr>
      <p:sp>
        <p:nvSpPr>
          <p:cNvPr id="13" name="Title 12">
            <a:extLst>
              <a:ext uri="{FF2B5EF4-FFF2-40B4-BE49-F238E27FC236}">
                <a16:creationId xmlns:a16="http://schemas.microsoft.com/office/drawing/2014/main" id="{B4B5BB6C-77A2-4299-98DB-F23A8BBC354D}"/>
              </a:ext>
            </a:extLst>
          </p:cNvPr>
          <p:cNvSpPr>
            <a:spLocks noGrp="1"/>
          </p:cNvSpPr>
          <p:nvPr>
            <p:ph type="title" hasCustomPrompt="1"/>
          </p:nvPr>
        </p:nvSpPr>
        <p:spPr>
          <a:xfrm>
            <a:off x="768875" y="3017520"/>
            <a:ext cx="10671048" cy="822960"/>
          </a:xfrm>
        </p:spPr>
        <p:txBody>
          <a:bodyPr anchor="ctr"/>
          <a:lstStyle>
            <a:lvl1pPr>
              <a:defRPr sz="3600" b="1" i="0">
                <a:latin typeface="Oracle Sans Tab" panose="020B0503020204020204" pitchFamily="34" charset="0"/>
                <a:cs typeface="Oracle Sans Tab" panose="020B0503020204020204" pitchFamily="34" charset="0"/>
              </a:defRPr>
            </a:lvl1pPr>
          </a:lstStyle>
          <a:p>
            <a:r>
              <a:rPr lang="en-US" dirty="0"/>
              <a:t>Title</a:t>
            </a:r>
          </a:p>
        </p:txBody>
      </p:sp>
      <p:sp>
        <p:nvSpPr>
          <p:cNvPr id="2" name="Slide Number Placeholder 5">
            <a:extLst>
              <a:ext uri="{FF2B5EF4-FFF2-40B4-BE49-F238E27FC236}">
                <a16:creationId xmlns:a16="http://schemas.microsoft.com/office/drawing/2014/main" id="{9F0B1098-7D41-10CB-C5CD-2254F1A42B95}"/>
              </a:ext>
            </a:extLst>
          </p:cNvPr>
          <p:cNvSpPr>
            <a:spLocks noGrp="1"/>
          </p:cNvSpPr>
          <p:nvPr>
            <p:ph type="sldNum" sz="quarter" idx="40"/>
          </p:nvPr>
        </p:nvSpPr>
        <p:spPr>
          <a:xfrm>
            <a:off x="762000" y="6423660"/>
            <a:ext cx="365760" cy="365760"/>
          </a:xfrm>
        </p:spPr>
        <p:txBody>
          <a:bodyPr/>
          <a:lstStyle>
            <a:lvl1pPr>
              <a:defRPr>
                <a:solidFill>
                  <a:srgbClr val="8B8580"/>
                </a:solidFill>
              </a:defRPr>
            </a:lvl1pPr>
          </a:lstStyle>
          <a:p>
            <a:fld id="{345D60D9-5372-5F40-9443-0F9AE5BDC3C8}" type="slidenum">
              <a:rPr lang="en-US" smtClean="0"/>
              <a:pPr/>
              <a:t>‹#›</a:t>
            </a:fld>
            <a:endParaRPr lang="en-US" dirty="0"/>
          </a:p>
        </p:txBody>
      </p:sp>
      <p:sp>
        <p:nvSpPr>
          <p:cNvPr id="4" name="Footer Placeholder 4">
            <a:extLst>
              <a:ext uri="{FF2B5EF4-FFF2-40B4-BE49-F238E27FC236}">
                <a16:creationId xmlns:a16="http://schemas.microsoft.com/office/drawing/2014/main" id="{058C9C89-6343-52FD-C281-6396A1ADC580}"/>
              </a:ext>
            </a:extLst>
          </p:cNvPr>
          <p:cNvSpPr>
            <a:spLocks noGrp="1"/>
          </p:cNvSpPr>
          <p:nvPr>
            <p:ph type="ftr" sz="quarter" idx="39"/>
          </p:nvPr>
        </p:nvSpPr>
        <p:spPr>
          <a:xfrm>
            <a:off x="1127759" y="6423978"/>
            <a:ext cx="5745379" cy="365125"/>
          </a:xfrm>
        </p:spPr>
        <p:txBody>
          <a:bodyPr/>
          <a:lstStyle>
            <a:lvl1pPr>
              <a:defRPr>
                <a:solidFill>
                  <a:srgbClr val="8B8580"/>
                </a:solidFill>
              </a:defRPr>
            </a:lvl1pPr>
          </a:lstStyle>
          <a:p>
            <a:r>
              <a:rPr lang="en-US"/>
              <a:t>Copyright © 2025, Oracle and/or its affiliates |  Confidential: Internal/Restricted/Highly Restricted</a:t>
            </a:r>
            <a:endParaRPr lang="en-US" dirty="0"/>
          </a:p>
        </p:txBody>
      </p:sp>
      <p:sp>
        <p:nvSpPr>
          <p:cNvPr id="6" name="Date Placeholder 3">
            <a:extLst>
              <a:ext uri="{FF2B5EF4-FFF2-40B4-BE49-F238E27FC236}">
                <a16:creationId xmlns:a16="http://schemas.microsoft.com/office/drawing/2014/main" id="{F9876E5E-4D7F-5B32-636A-7AAD60A2DF72}"/>
              </a:ext>
            </a:extLst>
          </p:cNvPr>
          <p:cNvSpPr>
            <a:spLocks noGrp="1"/>
          </p:cNvSpPr>
          <p:nvPr>
            <p:ph type="dt" sz="half" idx="38"/>
          </p:nvPr>
        </p:nvSpPr>
        <p:spPr>
          <a:xfrm>
            <a:off x="6873138" y="6425604"/>
            <a:ext cx="2743200" cy="363500"/>
          </a:xfrm>
        </p:spPr>
        <p:txBody>
          <a:bodyPr/>
          <a:lstStyle>
            <a:lvl1pPr>
              <a:defRPr>
                <a:solidFill>
                  <a:srgbClr val="8B8580"/>
                </a:solidFill>
              </a:defRPr>
            </a:lvl1pPr>
          </a:lstStyle>
          <a:p>
            <a:r>
              <a:rPr lang="en-US"/>
              <a:t>[Date]</a:t>
            </a:r>
            <a:endParaRPr lang="en-US" dirty="0"/>
          </a:p>
        </p:txBody>
      </p:sp>
    </p:spTree>
    <p:extLst>
      <p:ext uri="{BB962C8B-B14F-4D97-AF65-F5344CB8AC3E}">
        <p14:creationId xmlns:p14="http://schemas.microsoft.com/office/powerpoint/2010/main" val="1756111504"/>
      </p:ext>
    </p:extLst>
  </p:cSld>
  <p:clrMapOvr>
    <a:overrideClrMapping bg1="lt1" tx1="dk1" bg2="lt2" tx2="dk2" accent1="accent1" accent2="accent2" accent3="accent3" accent4="accent4" accent5="accent5" accent6="accent6" hlink="hlink" folHlink="folHlink"/>
  </p:clrMapOvr>
  <p:transition>
    <p:fade/>
  </p:transition>
</p:sldLayout>
</file>

<file path=ppt/slideLayouts/slideLayout15.xml><?xml version="1.0" encoding="utf-8"?>
<p:sldLayout xmlns:a="http://schemas.openxmlformats.org/drawingml/2006/main" xmlns:r="http://schemas.openxmlformats.org/officeDocument/2006/relationships" xmlns:p="http://schemas.openxmlformats.org/presentationml/2006/main" preserve="1" userDrawn="1">
  <p:cSld name="Multi Statement – Dark">
    <p:bg>
      <p:bgPr>
        <a:blipFill dpi="0" rotWithShape="1">
          <a:blip r:embed="rId2">
            <a:lum/>
          </a:blip>
          <a:srcRect/>
          <a:stretch>
            <a:fillRect/>
          </a:stretch>
        </a:blipFill>
        <a:effectLst/>
      </p:bgPr>
    </p:bg>
    <p:spTree>
      <p:nvGrpSpPr>
        <p:cNvPr id="1" name=""/>
        <p:cNvGrpSpPr/>
        <p:nvPr/>
      </p:nvGrpSpPr>
      <p:grpSpPr>
        <a:xfrm>
          <a:off x="0" y="0"/>
          <a:ext cx="0" cy="0"/>
          <a:chOff x="0" y="0"/>
          <a:chExt cx="0" cy="0"/>
        </a:xfrm>
      </p:grpSpPr>
      <p:sp>
        <p:nvSpPr>
          <p:cNvPr id="9" name="Date Placeholder 4">
            <a:extLst>
              <a:ext uri="{FF2B5EF4-FFF2-40B4-BE49-F238E27FC236}">
                <a16:creationId xmlns:a16="http://schemas.microsoft.com/office/drawing/2014/main" id="{22E0D5EC-D2F7-32C7-0542-FE33CC5E7C63}"/>
              </a:ext>
            </a:extLst>
          </p:cNvPr>
          <p:cNvSpPr>
            <a:spLocks noGrp="1"/>
          </p:cNvSpPr>
          <p:nvPr>
            <p:ph type="dt" sz="half" idx="15"/>
          </p:nvPr>
        </p:nvSpPr>
        <p:spPr>
          <a:xfrm>
            <a:off x="6873138" y="6425604"/>
            <a:ext cx="2743200" cy="363500"/>
          </a:xfrm>
        </p:spPr>
        <p:txBody>
          <a:bodyPr/>
          <a:lstStyle>
            <a:lvl1pPr>
              <a:defRPr>
                <a:solidFill>
                  <a:srgbClr val="AEA8A2"/>
                </a:solidFill>
              </a:defRPr>
            </a:lvl1pPr>
          </a:lstStyle>
          <a:p>
            <a:r>
              <a:rPr lang="en-US"/>
              <a:t>[Date]</a:t>
            </a:r>
            <a:endParaRPr lang="en-US" dirty="0"/>
          </a:p>
        </p:txBody>
      </p:sp>
      <p:sp>
        <p:nvSpPr>
          <p:cNvPr id="4" name="Title 2">
            <a:extLst>
              <a:ext uri="{FF2B5EF4-FFF2-40B4-BE49-F238E27FC236}">
                <a16:creationId xmlns:a16="http://schemas.microsoft.com/office/drawing/2014/main" id="{908A7B0E-BB86-4135-0361-93C6741214E3}"/>
              </a:ext>
            </a:extLst>
          </p:cNvPr>
          <p:cNvSpPr>
            <a:spLocks noGrp="1"/>
          </p:cNvSpPr>
          <p:nvPr>
            <p:ph type="title" hasCustomPrompt="1"/>
          </p:nvPr>
        </p:nvSpPr>
        <p:spPr>
          <a:xfrm>
            <a:off x="768875" y="182403"/>
            <a:ext cx="5383380" cy="822960"/>
          </a:xfrm>
        </p:spPr>
        <p:txBody>
          <a:bodyPr/>
          <a:lstStyle>
            <a:lvl1pPr>
              <a:defRPr b="1" i="0">
                <a:latin typeface="Oracle Sans Tab Semi Bold" panose="020B0503020204020204" pitchFamily="34" charset="0"/>
                <a:cs typeface="Oracle Sans Tab Semi Bold" panose="020B0503020204020204" pitchFamily="34" charset="0"/>
              </a:defRPr>
            </a:lvl1pPr>
          </a:lstStyle>
          <a:p>
            <a:r>
              <a:rPr lang="en-US" dirty="0"/>
              <a:t>Multi-statement title on dark</a:t>
            </a:r>
          </a:p>
        </p:txBody>
      </p:sp>
      <p:sp>
        <p:nvSpPr>
          <p:cNvPr id="6" name="Text Placeholder 2">
            <a:extLst>
              <a:ext uri="{FF2B5EF4-FFF2-40B4-BE49-F238E27FC236}">
                <a16:creationId xmlns:a16="http://schemas.microsoft.com/office/drawing/2014/main" id="{E4DCF24B-59BC-04B0-B557-EEF59BF81E12}"/>
              </a:ext>
            </a:extLst>
          </p:cNvPr>
          <p:cNvSpPr>
            <a:spLocks noGrp="1"/>
          </p:cNvSpPr>
          <p:nvPr>
            <p:ph type="body" sz="quarter" idx="17" hasCustomPrompt="1"/>
          </p:nvPr>
        </p:nvSpPr>
        <p:spPr>
          <a:xfrm>
            <a:off x="777284" y="1606239"/>
            <a:ext cx="7330143" cy="1158571"/>
          </a:xfrm>
        </p:spPr>
        <p:txBody>
          <a:bodyPr anchor="ctr">
            <a:normAutofit/>
          </a:bodyPr>
          <a:lstStyle>
            <a:lvl1pPr>
              <a:lnSpc>
                <a:spcPct val="100000"/>
              </a:lnSpc>
              <a:spcBef>
                <a:spcPts val="0"/>
              </a:spcBef>
              <a:defRPr sz="2800" b="1"/>
            </a:lvl1pPr>
          </a:lstStyle>
          <a:p>
            <a:pPr lvl="0"/>
            <a:r>
              <a:rPr lang="en-US" dirty="0"/>
              <a:t>Click to edit Headline</a:t>
            </a:r>
          </a:p>
        </p:txBody>
      </p:sp>
      <p:sp>
        <p:nvSpPr>
          <p:cNvPr id="10" name="Text Placeholder 4">
            <a:extLst>
              <a:ext uri="{FF2B5EF4-FFF2-40B4-BE49-F238E27FC236}">
                <a16:creationId xmlns:a16="http://schemas.microsoft.com/office/drawing/2014/main" id="{44B2EADF-9C30-D624-9DFD-FDBFF41F8B1B}"/>
              </a:ext>
            </a:extLst>
          </p:cNvPr>
          <p:cNvSpPr>
            <a:spLocks noGrp="1"/>
          </p:cNvSpPr>
          <p:nvPr>
            <p:ph type="body" sz="quarter" idx="18" hasCustomPrompt="1"/>
          </p:nvPr>
        </p:nvSpPr>
        <p:spPr>
          <a:xfrm>
            <a:off x="777285" y="3065294"/>
            <a:ext cx="7330373" cy="1166509"/>
          </a:xfrm>
        </p:spPr>
        <p:txBody>
          <a:bodyPr anchor="ctr">
            <a:normAutofit/>
          </a:bodyPr>
          <a:lstStyle>
            <a:lvl1pPr>
              <a:lnSpc>
                <a:spcPct val="100000"/>
              </a:lnSpc>
              <a:spcBef>
                <a:spcPts val="0"/>
              </a:spcBef>
              <a:defRPr sz="2800" b="1"/>
            </a:lvl1pPr>
          </a:lstStyle>
          <a:p>
            <a:pPr lvl="0"/>
            <a:r>
              <a:rPr lang="en-US" dirty="0"/>
              <a:t>Click to edit Headline</a:t>
            </a:r>
          </a:p>
        </p:txBody>
      </p:sp>
      <p:sp>
        <p:nvSpPr>
          <p:cNvPr id="11" name="Text Placeholder 7">
            <a:extLst>
              <a:ext uri="{FF2B5EF4-FFF2-40B4-BE49-F238E27FC236}">
                <a16:creationId xmlns:a16="http://schemas.microsoft.com/office/drawing/2014/main" id="{E7E762A4-B873-A5F3-276F-B1A4DD5DC4A0}"/>
              </a:ext>
            </a:extLst>
          </p:cNvPr>
          <p:cNvSpPr>
            <a:spLocks noGrp="1"/>
          </p:cNvSpPr>
          <p:nvPr>
            <p:ph type="body" sz="quarter" idx="19" hasCustomPrompt="1"/>
          </p:nvPr>
        </p:nvSpPr>
        <p:spPr>
          <a:xfrm>
            <a:off x="777283" y="4532287"/>
            <a:ext cx="7330375" cy="1182688"/>
          </a:xfrm>
        </p:spPr>
        <p:txBody>
          <a:bodyPr anchor="ctr">
            <a:normAutofit/>
          </a:bodyPr>
          <a:lstStyle>
            <a:lvl1pPr>
              <a:lnSpc>
                <a:spcPct val="100000"/>
              </a:lnSpc>
              <a:spcBef>
                <a:spcPts val="0"/>
              </a:spcBef>
              <a:defRPr sz="2800" b="1"/>
            </a:lvl1pPr>
          </a:lstStyle>
          <a:p>
            <a:pPr lvl="0"/>
            <a:r>
              <a:rPr lang="en-US" dirty="0"/>
              <a:t>Click to edit Headline</a:t>
            </a:r>
          </a:p>
        </p:txBody>
      </p:sp>
      <p:sp>
        <p:nvSpPr>
          <p:cNvPr id="2" name="Slide Number Placeholder 7">
            <a:extLst>
              <a:ext uri="{FF2B5EF4-FFF2-40B4-BE49-F238E27FC236}">
                <a16:creationId xmlns:a16="http://schemas.microsoft.com/office/drawing/2014/main" id="{7987ACB5-95D6-365C-795A-D276B2B66E15}"/>
              </a:ext>
            </a:extLst>
          </p:cNvPr>
          <p:cNvSpPr>
            <a:spLocks noGrp="1"/>
          </p:cNvSpPr>
          <p:nvPr>
            <p:ph type="sldNum" sz="quarter" idx="20"/>
          </p:nvPr>
        </p:nvSpPr>
        <p:spPr>
          <a:xfrm>
            <a:off x="762000" y="6423660"/>
            <a:ext cx="365760" cy="365760"/>
          </a:xfrm>
        </p:spPr>
        <p:txBody>
          <a:bodyPr/>
          <a:lstStyle>
            <a:lvl1pPr>
              <a:defRPr>
                <a:solidFill>
                  <a:srgbClr val="AEA8A2"/>
                </a:solidFill>
              </a:defRPr>
            </a:lvl1pPr>
          </a:lstStyle>
          <a:p>
            <a:fld id="{345D60D9-5372-5F40-9443-0F9AE5BDC3C8}" type="slidenum">
              <a:rPr lang="en-US" smtClean="0"/>
              <a:pPr/>
              <a:t>‹#›</a:t>
            </a:fld>
            <a:endParaRPr lang="en-US" dirty="0"/>
          </a:p>
        </p:txBody>
      </p:sp>
      <p:sp>
        <p:nvSpPr>
          <p:cNvPr id="7" name="Footer Placeholder 6">
            <a:extLst>
              <a:ext uri="{FF2B5EF4-FFF2-40B4-BE49-F238E27FC236}">
                <a16:creationId xmlns:a16="http://schemas.microsoft.com/office/drawing/2014/main" id="{2CDB5C85-6ACF-BB32-518A-0AE8B7DD3CEC}"/>
              </a:ext>
            </a:extLst>
          </p:cNvPr>
          <p:cNvSpPr>
            <a:spLocks noGrp="1"/>
          </p:cNvSpPr>
          <p:nvPr>
            <p:ph type="ftr" sz="quarter" idx="16"/>
          </p:nvPr>
        </p:nvSpPr>
        <p:spPr>
          <a:xfrm>
            <a:off x="1127759" y="6423978"/>
            <a:ext cx="5745379" cy="365125"/>
          </a:xfrm>
        </p:spPr>
        <p:txBody>
          <a:bodyPr/>
          <a:lstStyle>
            <a:lvl1pPr>
              <a:defRPr>
                <a:solidFill>
                  <a:srgbClr val="AEA8A2"/>
                </a:solidFill>
              </a:defRPr>
            </a:lvl1pPr>
          </a:lstStyle>
          <a:p>
            <a:r>
              <a:rPr lang="en-US"/>
              <a:t>Copyright © 2025, Oracle and/or its affiliates |  Confidential: Internal/Restricted/Highly Restricted</a:t>
            </a:r>
            <a:endParaRPr lang="en-US" dirty="0"/>
          </a:p>
        </p:txBody>
      </p:sp>
    </p:spTree>
    <p:extLst>
      <p:ext uri="{BB962C8B-B14F-4D97-AF65-F5344CB8AC3E}">
        <p14:creationId xmlns:p14="http://schemas.microsoft.com/office/powerpoint/2010/main" val="3988834157"/>
      </p:ext>
    </p:extLst>
  </p:cSld>
  <p:clrMapOvr>
    <a:overrideClrMapping bg1="dk1" tx1="lt1" bg2="dk2" tx2="lt2" accent1="accent1" accent2="accent2" accent3="accent3" accent4="accent4" accent5="accent5" accent6="accent6" hlink="hlink" folHlink="folHlink"/>
  </p:clrMapOvr>
  <p:transition>
    <p:fade/>
  </p:transition>
</p:sldLayout>
</file>

<file path=ppt/slideLayouts/slideLayout16.xml><?xml version="1.0" encoding="utf-8"?>
<p:sldLayout xmlns:a="http://schemas.openxmlformats.org/drawingml/2006/main" xmlns:r="http://schemas.openxmlformats.org/officeDocument/2006/relationships" xmlns:p="http://schemas.openxmlformats.org/presentationml/2006/main" preserve="1" userDrawn="1">
  <p:cSld name="Multi Statement – Light">
    <p:bg>
      <p:bgPr>
        <a:blipFill dpi="0" rotWithShape="1">
          <a:blip r:embed="rId2">
            <a:lum/>
          </a:blip>
          <a:srcRect/>
          <a:stretch>
            <a:fillRect/>
          </a:stretch>
        </a:blipFill>
        <a:effectLst/>
      </p:bgPr>
    </p:bg>
    <p:spTree>
      <p:nvGrpSpPr>
        <p:cNvPr id="1" name=""/>
        <p:cNvGrpSpPr/>
        <p:nvPr/>
      </p:nvGrpSpPr>
      <p:grpSpPr>
        <a:xfrm>
          <a:off x="0" y="0"/>
          <a:ext cx="0" cy="0"/>
          <a:chOff x="0" y="0"/>
          <a:chExt cx="0" cy="0"/>
        </a:xfrm>
      </p:grpSpPr>
      <p:sp>
        <p:nvSpPr>
          <p:cNvPr id="11" name="Title 2">
            <a:extLst>
              <a:ext uri="{FF2B5EF4-FFF2-40B4-BE49-F238E27FC236}">
                <a16:creationId xmlns:a16="http://schemas.microsoft.com/office/drawing/2014/main" id="{B46F7E12-5919-1F8D-81D3-8F1C1F4A857E}"/>
              </a:ext>
            </a:extLst>
          </p:cNvPr>
          <p:cNvSpPr>
            <a:spLocks noGrp="1"/>
          </p:cNvSpPr>
          <p:nvPr>
            <p:ph type="title" hasCustomPrompt="1"/>
          </p:nvPr>
        </p:nvSpPr>
        <p:spPr>
          <a:xfrm>
            <a:off x="768875" y="182403"/>
            <a:ext cx="5383380" cy="822960"/>
          </a:xfrm>
        </p:spPr>
        <p:txBody>
          <a:bodyPr/>
          <a:lstStyle>
            <a:lvl1pPr>
              <a:defRPr b="1" i="0">
                <a:latin typeface="Oracle Sans Tab Semi Bold" panose="020B0503020204020204" pitchFamily="34" charset="0"/>
                <a:cs typeface="Oracle Sans Tab Semi Bold" panose="020B0503020204020204" pitchFamily="34" charset="0"/>
              </a:defRPr>
            </a:lvl1pPr>
          </a:lstStyle>
          <a:p>
            <a:r>
              <a:rPr lang="en-US" dirty="0"/>
              <a:t>Multi-statement title on light</a:t>
            </a:r>
          </a:p>
        </p:txBody>
      </p:sp>
      <p:sp>
        <p:nvSpPr>
          <p:cNvPr id="8" name="Date Placeholder 3">
            <a:extLst>
              <a:ext uri="{FF2B5EF4-FFF2-40B4-BE49-F238E27FC236}">
                <a16:creationId xmlns:a16="http://schemas.microsoft.com/office/drawing/2014/main" id="{B215CC06-6A9B-37FA-76CA-2CC091DA6489}"/>
              </a:ext>
            </a:extLst>
          </p:cNvPr>
          <p:cNvSpPr>
            <a:spLocks noGrp="1"/>
          </p:cNvSpPr>
          <p:nvPr>
            <p:ph type="dt" sz="half" idx="38"/>
          </p:nvPr>
        </p:nvSpPr>
        <p:spPr>
          <a:xfrm>
            <a:off x="6873138" y="6425604"/>
            <a:ext cx="2743200" cy="363500"/>
          </a:xfrm>
        </p:spPr>
        <p:txBody>
          <a:bodyPr/>
          <a:lstStyle>
            <a:lvl1pPr>
              <a:defRPr>
                <a:solidFill>
                  <a:srgbClr val="8B8580"/>
                </a:solidFill>
              </a:defRPr>
            </a:lvl1pPr>
          </a:lstStyle>
          <a:p>
            <a:r>
              <a:rPr lang="en-US"/>
              <a:t>[Date]</a:t>
            </a:r>
            <a:endParaRPr lang="en-US" dirty="0"/>
          </a:p>
        </p:txBody>
      </p:sp>
      <p:sp>
        <p:nvSpPr>
          <p:cNvPr id="4" name="Text Placeholder 2">
            <a:extLst>
              <a:ext uri="{FF2B5EF4-FFF2-40B4-BE49-F238E27FC236}">
                <a16:creationId xmlns:a16="http://schemas.microsoft.com/office/drawing/2014/main" id="{5C2B0510-6C5C-90AE-70B3-465956B421D1}"/>
              </a:ext>
            </a:extLst>
          </p:cNvPr>
          <p:cNvSpPr>
            <a:spLocks noGrp="1"/>
          </p:cNvSpPr>
          <p:nvPr>
            <p:ph type="body" sz="quarter" idx="17" hasCustomPrompt="1"/>
          </p:nvPr>
        </p:nvSpPr>
        <p:spPr>
          <a:xfrm>
            <a:off x="777284" y="1606239"/>
            <a:ext cx="7330143" cy="1158571"/>
          </a:xfrm>
        </p:spPr>
        <p:txBody>
          <a:bodyPr anchor="ctr">
            <a:normAutofit/>
          </a:bodyPr>
          <a:lstStyle>
            <a:lvl1pPr>
              <a:lnSpc>
                <a:spcPct val="100000"/>
              </a:lnSpc>
              <a:spcBef>
                <a:spcPts val="0"/>
              </a:spcBef>
              <a:defRPr sz="2800" b="1"/>
            </a:lvl1pPr>
          </a:lstStyle>
          <a:p>
            <a:pPr lvl="0"/>
            <a:r>
              <a:rPr lang="en-US" dirty="0"/>
              <a:t>Click to edit Headline</a:t>
            </a:r>
          </a:p>
        </p:txBody>
      </p:sp>
      <p:sp>
        <p:nvSpPr>
          <p:cNvPr id="6" name="Text Placeholder 4">
            <a:extLst>
              <a:ext uri="{FF2B5EF4-FFF2-40B4-BE49-F238E27FC236}">
                <a16:creationId xmlns:a16="http://schemas.microsoft.com/office/drawing/2014/main" id="{76B77C37-B1EA-98CE-3BB1-8335931ADE8D}"/>
              </a:ext>
            </a:extLst>
          </p:cNvPr>
          <p:cNvSpPr>
            <a:spLocks noGrp="1"/>
          </p:cNvSpPr>
          <p:nvPr>
            <p:ph type="body" sz="quarter" idx="18" hasCustomPrompt="1"/>
          </p:nvPr>
        </p:nvSpPr>
        <p:spPr>
          <a:xfrm>
            <a:off x="777285" y="3065294"/>
            <a:ext cx="7330373" cy="1166509"/>
          </a:xfrm>
        </p:spPr>
        <p:txBody>
          <a:bodyPr anchor="ctr">
            <a:normAutofit/>
          </a:bodyPr>
          <a:lstStyle>
            <a:lvl1pPr>
              <a:lnSpc>
                <a:spcPct val="100000"/>
              </a:lnSpc>
              <a:spcBef>
                <a:spcPts val="0"/>
              </a:spcBef>
              <a:defRPr sz="2800" b="1"/>
            </a:lvl1pPr>
          </a:lstStyle>
          <a:p>
            <a:pPr lvl="0"/>
            <a:r>
              <a:rPr lang="en-US" dirty="0"/>
              <a:t>Click to edit Headline</a:t>
            </a:r>
          </a:p>
        </p:txBody>
      </p:sp>
      <p:sp>
        <p:nvSpPr>
          <p:cNvPr id="10" name="Text Placeholder 7">
            <a:extLst>
              <a:ext uri="{FF2B5EF4-FFF2-40B4-BE49-F238E27FC236}">
                <a16:creationId xmlns:a16="http://schemas.microsoft.com/office/drawing/2014/main" id="{CF0D059D-CAF1-75DA-3D0D-5152AA0D0CA7}"/>
              </a:ext>
            </a:extLst>
          </p:cNvPr>
          <p:cNvSpPr>
            <a:spLocks noGrp="1"/>
          </p:cNvSpPr>
          <p:nvPr>
            <p:ph type="body" sz="quarter" idx="19" hasCustomPrompt="1"/>
          </p:nvPr>
        </p:nvSpPr>
        <p:spPr>
          <a:xfrm>
            <a:off x="777283" y="4532287"/>
            <a:ext cx="7330375" cy="1182688"/>
          </a:xfrm>
        </p:spPr>
        <p:txBody>
          <a:bodyPr anchor="ctr">
            <a:normAutofit/>
          </a:bodyPr>
          <a:lstStyle>
            <a:lvl1pPr>
              <a:lnSpc>
                <a:spcPct val="100000"/>
              </a:lnSpc>
              <a:spcBef>
                <a:spcPts val="0"/>
              </a:spcBef>
              <a:defRPr sz="2800" b="1"/>
            </a:lvl1pPr>
          </a:lstStyle>
          <a:p>
            <a:pPr lvl="0"/>
            <a:r>
              <a:rPr lang="en-US" dirty="0"/>
              <a:t>Click to edit Headline</a:t>
            </a:r>
          </a:p>
        </p:txBody>
      </p:sp>
      <p:sp>
        <p:nvSpPr>
          <p:cNvPr id="3" name="Slide Number Placeholder 5">
            <a:extLst>
              <a:ext uri="{FF2B5EF4-FFF2-40B4-BE49-F238E27FC236}">
                <a16:creationId xmlns:a16="http://schemas.microsoft.com/office/drawing/2014/main" id="{4CB7A4E7-BA75-2474-D545-863B866F6A23}"/>
              </a:ext>
            </a:extLst>
          </p:cNvPr>
          <p:cNvSpPr>
            <a:spLocks noGrp="1"/>
          </p:cNvSpPr>
          <p:nvPr>
            <p:ph type="sldNum" sz="quarter" idx="40"/>
          </p:nvPr>
        </p:nvSpPr>
        <p:spPr>
          <a:xfrm>
            <a:off x="762000" y="6423660"/>
            <a:ext cx="365760" cy="365760"/>
          </a:xfrm>
        </p:spPr>
        <p:txBody>
          <a:bodyPr/>
          <a:lstStyle>
            <a:lvl1pPr>
              <a:defRPr>
                <a:solidFill>
                  <a:srgbClr val="8B8580"/>
                </a:solidFill>
              </a:defRPr>
            </a:lvl1pPr>
          </a:lstStyle>
          <a:p>
            <a:fld id="{345D60D9-5372-5F40-9443-0F9AE5BDC3C8}" type="slidenum">
              <a:rPr lang="en-US" smtClean="0"/>
              <a:pPr/>
              <a:t>‹#›</a:t>
            </a:fld>
            <a:endParaRPr lang="en-US" dirty="0"/>
          </a:p>
        </p:txBody>
      </p:sp>
      <p:sp>
        <p:nvSpPr>
          <p:cNvPr id="5" name="Footer Placeholder 4">
            <a:extLst>
              <a:ext uri="{FF2B5EF4-FFF2-40B4-BE49-F238E27FC236}">
                <a16:creationId xmlns:a16="http://schemas.microsoft.com/office/drawing/2014/main" id="{5C0E802C-9235-4781-9E8F-2C922A88134B}"/>
              </a:ext>
            </a:extLst>
          </p:cNvPr>
          <p:cNvSpPr>
            <a:spLocks noGrp="1"/>
          </p:cNvSpPr>
          <p:nvPr>
            <p:ph type="ftr" sz="quarter" idx="39"/>
          </p:nvPr>
        </p:nvSpPr>
        <p:spPr>
          <a:xfrm>
            <a:off x="1127759" y="6423978"/>
            <a:ext cx="5745379" cy="365125"/>
          </a:xfrm>
        </p:spPr>
        <p:txBody>
          <a:bodyPr/>
          <a:lstStyle>
            <a:lvl1pPr>
              <a:defRPr>
                <a:solidFill>
                  <a:srgbClr val="8B8580"/>
                </a:solidFill>
              </a:defRPr>
            </a:lvl1pPr>
          </a:lstStyle>
          <a:p>
            <a:r>
              <a:rPr lang="en-US"/>
              <a:t>Copyright © 2025, Oracle and/or its affiliates |  Confidential: Internal/Restricted/Highly Restricted</a:t>
            </a:r>
            <a:endParaRPr lang="en-US" dirty="0"/>
          </a:p>
        </p:txBody>
      </p:sp>
    </p:spTree>
    <p:extLst>
      <p:ext uri="{BB962C8B-B14F-4D97-AF65-F5344CB8AC3E}">
        <p14:creationId xmlns:p14="http://schemas.microsoft.com/office/powerpoint/2010/main" val="2455616576"/>
      </p:ext>
    </p:extLst>
  </p:cSld>
  <p:clrMapOvr>
    <a:overrideClrMapping bg1="lt1" tx1="dk1" bg2="lt2" tx2="dk2" accent1="accent1" accent2="accent2" accent3="accent3" accent4="accent4" accent5="accent5" accent6="accent6" hlink="hlink" folHlink="folHlink"/>
  </p:clrMapOvr>
  <p:transition>
    <p:fade/>
  </p:transition>
</p:sldLayout>
</file>

<file path=ppt/slideLayouts/slideLayout17.xml><?xml version="1.0" encoding="utf-8"?>
<p:sldLayout xmlns:a="http://schemas.openxmlformats.org/drawingml/2006/main" xmlns:r="http://schemas.openxmlformats.org/officeDocument/2006/relationships" xmlns:p="http://schemas.openxmlformats.org/presentationml/2006/main" preserve="1" userDrawn="1">
  <p:cSld name="Speaker_1">
    <p:bg>
      <p:bgRef idx="1001">
        <a:schemeClr val="bg2"/>
      </p:bgRef>
    </p:bg>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5F8DD237-1E40-4383-9C51-545B9C5DD604}"/>
              </a:ext>
            </a:extLst>
          </p:cNvPr>
          <p:cNvSpPr>
            <a:spLocks noGrp="1"/>
          </p:cNvSpPr>
          <p:nvPr>
            <p:ph type="title" hasCustomPrompt="1"/>
          </p:nvPr>
        </p:nvSpPr>
        <p:spPr>
          <a:xfrm>
            <a:off x="762000" y="1600200"/>
            <a:ext cx="3697357" cy="1320103"/>
          </a:xfrm>
        </p:spPr>
        <p:txBody>
          <a:bodyPr vert="horz" wrap="square" lIns="0" tIns="0" rIns="0" bIns="0" rtlCol="0" anchor="b" anchorCtr="0">
            <a:normAutofit/>
          </a:bodyPr>
          <a:lstStyle>
            <a:lvl1pPr>
              <a:defRPr lang="en-US" sz="3600" b="1" i="0">
                <a:latin typeface="Oracle Sans Tab" panose="020B0503020204020204" pitchFamily="34" charset="0"/>
                <a:ea typeface="+mj-ea"/>
              </a:defRPr>
            </a:lvl1pPr>
          </a:lstStyle>
          <a:p>
            <a:pPr marL="0" lvl="0">
              <a:lnSpc>
                <a:spcPct val="100000"/>
              </a:lnSpc>
            </a:pPr>
            <a:r>
              <a:rPr lang="en-US" dirty="0"/>
              <a:t>Speaker</a:t>
            </a:r>
          </a:p>
        </p:txBody>
      </p:sp>
      <p:sp>
        <p:nvSpPr>
          <p:cNvPr id="19" name="Picture Placeholder 4">
            <a:extLst>
              <a:ext uri="{FF2B5EF4-FFF2-40B4-BE49-F238E27FC236}">
                <a16:creationId xmlns:a16="http://schemas.microsoft.com/office/drawing/2014/main" id="{DEEA7EE7-413E-4F05-94D2-2DA6180164CA}"/>
              </a:ext>
            </a:extLst>
          </p:cNvPr>
          <p:cNvSpPr>
            <a:spLocks noGrp="1"/>
          </p:cNvSpPr>
          <p:nvPr>
            <p:ph type="pic" sz="quarter" idx="10"/>
          </p:nvPr>
        </p:nvSpPr>
        <p:spPr>
          <a:xfrm>
            <a:off x="6730914" y="1599494"/>
            <a:ext cx="3227476" cy="3247119"/>
          </a:xfrm>
          <a:prstGeom prst="ellipse">
            <a:avLst/>
          </a:prstGeom>
        </p:spPr>
        <p:txBody>
          <a:bodyPr/>
          <a:lstStyle>
            <a:lvl1pPr>
              <a:defRPr>
                <a:solidFill>
                  <a:schemeClr val="tx1"/>
                </a:solidFill>
              </a:defRPr>
            </a:lvl1pPr>
          </a:lstStyle>
          <a:p>
            <a:r>
              <a:rPr lang="en-US"/>
              <a:t>Click icon to add picture</a:t>
            </a:r>
            <a:endParaRPr lang="en-US" dirty="0"/>
          </a:p>
        </p:txBody>
      </p:sp>
      <p:sp>
        <p:nvSpPr>
          <p:cNvPr id="37" name="Text Placeholder 33">
            <a:extLst>
              <a:ext uri="{FF2B5EF4-FFF2-40B4-BE49-F238E27FC236}">
                <a16:creationId xmlns:a16="http://schemas.microsoft.com/office/drawing/2014/main" id="{4B94D438-35CF-4631-8709-33AB89A0307E}"/>
              </a:ext>
            </a:extLst>
          </p:cNvPr>
          <p:cNvSpPr>
            <a:spLocks noGrp="1"/>
          </p:cNvSpPr>
          <p:nvPr>
            <p:ph type="body" sz="quarter" idx="12" hasCustomPrompt="1"/>
          </p:nvPr>
        </p:nvSpPr>
        <p:spPr>
          <a:xfrm>
            <a:off x="6730914" y="5145363"/>
            <a:ext cx="3236480" cy="365125"/>
          </a:xfrm>
        </p:spPr>
        <p:txBody>
          <a:bodyPr vert="horz" lIns="0" tIns="0" rIns="0" bIns="0" rtlCol="0" anchor="t" anchorCtr="0">
            <a:noAutofit/>
          </a:bodyPr>
          <a:lstStyle>
            <a:lvl1pPr algn="ctr">
              <a:defRPr lang="en-US" sz="2000" b="0" dirty="0">
                <a:solidFill>
                  <a:schemeClr val="tx1"/>
                </a:solidFill>
                <a:latin typeface="Oracle Sans Extra Bold" panose="020B0803020204020204" pitchFamily="34" charset="0"/>
                <a:ea typeface="+mj-ea"/>
                <a:cs typeface="Oracle Sans Extra Bold" panose="020B0803020204020204" pitchFamily="34" charset="0"/>
              </a:defRPr>
            </a:lvl1pPr>
          </a:lstStyle>
          <a:p>
            <a:pPr lvl="0">
              <a:spcBef>
                <a:spcPct val="0"/>
              </a:spcBef>
            </a:pPr>
            <a:r>
              <a:rPr lang="en-US" dirty="0"/>
              <a:t>Add speaker name</a:t>
            </a:r>
          </a:p>
        </p:txBody>
      </p:sp>
      <p:sp>
        <p:nvSpPr>
          <p:cNvPr id="38" name="Text Placeholder 33">
            <a:extLst>
              <a:ext uri="{FF2B5EF4-FFF2-40B4-BE49-F238E27FC236}">
                <a16:creationId xmlns:a16="http://schemas.microsoft.com/office/drawing/2014/main" id="{F34D25E2-243D-4B96-8C35-F96C56B3482F}"/>
              </a:ext>
            </a:extLst>
          </p:cNvPr>
          <p:cNvSpPr>
            <a:spLocks noGrp="1"/>
          </p:cNvSpPr>
          <p:nvPr>
            <p:ph type="body" sz="quarter" idx="13" hasCustomPrompt="1"/>
          </p:nvPr>
        </p:nvSpPr>
        <p:spPr>
          <a:xfrm>
            <a:off x="6730914" y="5509468"/>
            <a:ext cx="3236480" cy="365125"/>
          </a:xfrm>
        </p:spPr>
        <p:txBody>
          <a:bodyPr vert="horz" lIns="0" tIns="0" rIns="0" bIns="0" rtlCol="0" anchor="t" anchorCtr="0">
            <a:noAutofit/>
          </a:bodyPr>
          <a:lstStyle>
            <a:lvl1pPr algn="ctr">
              <a:defRPr lang="en-US" dirty="0">
                <a:solidFill>
                  <a:schemeClr val="tx1"/>
                </a:solidFill>
                <a:latin typeface="+mn-lt"/>
                <a:ea typeface="+mj-ea"/>
                <a:cs typeface="Oracle Sans Extra Bold" panose="020B0503020204020204" pitchFamily="34" charset="0"/>
              </a:defRPr>
            </a:lvl1pPr>
          </a:lstStyle>
          <a:p>
            <a:pPr lvl="0">
              <a:spcBef>
                <a:spcPct val="0"/>
              </a:spcBef>
            </a:pPr>
            <a:r>
              <a:rPr lang="en-US" dirty="0"/>
              <a:t>Add speaker title</a:t>
            </a:r>
          </a:p>
        </p:txBody>
      </p:sp>
      <p:sp>
        <p:nvSpPr>
          <p:cNvPr id="3" name="Slide Number Placeholder 7">
            <a:extLst>
              <a:ext uri="{FF2B5EF4-FFF2-40B4-BE49-F238E27FC236}">
                <a16:creationId xmlns:a16="http://schemas.microsoft.com/office/drawing/2014/main" id="{372A12C9-976F-C50B-EE5B-FC3F2A92A432}"/>
              </a:ext>
            </a:extLst>
          </p:cNvPr>
          <p:cNvSpPr>
            <a:spLocks noGrp="1"/>
          </p:cNvSpPr>
          <p:nvPr>
            <p:ph type="sldNum" sz="quarter" idx="17"/>
          </p:nvPr>
        </p:nvSpPr>
        <p:spPr>
          <a:xfrm>
            <a:off x="762000" y="6423660"/>
            <a:ext cx="365760" cy="365760"/>
          </a:xfrm>
        </p:spPr>
        <p:txBody>
          <a:bodyPr/>
          <a:lstStyle>
            <a:lvl1pPr>
              <a:defRPr>
                <a:solidFill>
                  <a:srgbClr val="AEA8A2"/>
                </a:solidFill>
              </a:defRPr>
            </a:lvl1pPr>
          </a:lstStyle>
          <a:p>
            <a:fld id="{345D60D9-5372-5F40-9443-0F9AE5BDC3C8}" type="slidenum">
              <a:rPr lang="en-US" smtClean="0"/>
              <a:pPr/>
              <a:t>‹#›</a:t>
            </a:fld>
            <a:endParaRPr lang="en-US" dirty="0"/>
          </a:p>
        </p:txBody>
      </p:sp>
      <p:sp>
        <p:nvSpPr>
          <p:cNvPr id="4" name="Footer Placeholder 6">
            <a:extLst>
              <a:ext uri="{FF2B5EF4-FFF2-40B4-BE49-F238E27FC236}">
                <a16:creationId xmlns:a16="http://schemas.microsoft.com/office/drawing/2014/main" id="{6D5DD198-A04A-6BCB-84FC-559437A1F042}"/>
              </a:ext>
            </a:extLst>
          </p:cNvPr>
          <p:cNvSpPr>
            <a:spLocks noGrp="1"/>
          </p:cNvSpPr>
          <p:nvPr>
            <p:ph type="ftr" sz="quarter" idx="16"/>
          </p:nvPr>
        </p:nvSpPr>
        <p:spPr>
          <a:xfrm>
            <a:off x="1127759" y="6423978"/>
            <a:ext cx="5745379" cy="365125"/>
          </a:xfrm>
        </p:spPr>
        <p:txBody>
          <a:bodyPr/>
          <a:lstStyle>
            <a:lvl1pPr>
              <a:defRPr>
                <a:solidFill>
                  <a:srgbClr val="AEA8A2"/>
                </a:solidFill>
              </a:defRPr>
            </a:lvl1pPr>
          </a:lstStyle>
          <a:p>
            <a:r>
              <a:rPr lang="en-US"/>
              <a:t>Copyright © 2025, Oracle and/or its affiliates |  Confidential: Internal/Restricted/Highly Restricted</a:t>
            </a:r>
            <a:endParaRPr lang="en-US" dirty="0"/>
          </a:p>
        </p:txBody>
      </p:sp>
      <p:sp>
        <p:nvSpPr>
          <p:cNvPr id="5" name="Date Placeholder 4">
            <a:extLst>
              <a:ext uri="{FF2B5EF4-FFF2-40B4-BE49-F238E27FC236}">
                <a16:creationId xmlns:a16="http://schemas.microsoft.com/office/drawing/2014/main" id="{9D89F2E8-180E-4047-0986-0F230D404FF7}"/>
              </a:ext>
            </a:extLst>
          </p:cNvPr>
          <p:cNvSpPr>
            <a:spLocks noGrp="1"/>
          </p:cNvSpPr>
          <p:nvPr>
            <p:ph type="dt" sz="half" idx="15"/>
          </p:nvPr>
        </p:nvSpPr>
        <p:spPr>
          <a:xfrm>
            <a:off x="6873138" y="6425604"/>
            <a:ext cx="2743200" cy="363500"/>
          </a:xfrm>
        </p:spPr>
        <p:txBody>
          <a:bodyPr/>
          <a:lstStyle>
            <a:lvl1pPr>
              <a:defRPr>
                <a:solidFill>
                  <a:srgbClr val="AEA8A2"/>
                </a:solidFill>
              </a:defRPr>
            </a:lvl1pPr>
          </a:lstStyle>
          <a:p>
            <a:r>
              <a:rPr lang="en-US"/>
              <a:t>[Date]</a:t>
            </a:r>
            <a:endParaRPr lang="en-US" dirty="0"/>
          </a:p>
        </p:txBody>
      </p:sp>
    </p:spTree>
    <p:extLst>
      <p:ext uri="{BB962C8B-B14F-4D97-AF65-F5344CB8AC3E}">
        <p14:creationId xmlns:p14="http://schemas.microsoft.com/office/powerpoint/2010/main" val="2061159285"/>
      </p:ext>
    </p:extLst>
  </p:cSld>
  <p:clrMapOvr>
    <a:overrideClrMapping bg1="dk1" tx1="lt1" bg2="dk2" tx2="lt2" accent1="accent1" accent2="accent2" accent3="accent3" accent4="accent4" accent5="accent5" accent6="accent6" hlink="hlink" folHlink="folHlink"/>
  </p:clrMapOvr>
  <p:transition>
    <p:fade/>
  </p:transition>
</p:sldLayout>
</file>

<file path=ppt/slideLayouts/slideLayout18.xml><?xml version="1.0" encoding="utf-8"?>
<p:sldLayout xmlns:a="http://schemas.openxmlformats.org/drawingml/2006/main" xmlns:r="http://schemas.openxmlformats.org/officeDocument/2006/relationships" xmlns:p="http://schemas.openxmlformats.org/presentationml/2006/main" preserve="1" userDrawn="1">
  <p:cSld name="Speaker_1-Profile">
    <p:bg>
      <p:bgRef idx="1001">
        <a:schemeClr val="bg2"/>
      </p:bgRef>
    </p:bg>
    <p:spTree>
      <p:nvGrpSpPr>
        <p:cNvPr id="1" name=""/>
        <p:cNvGrpSpPr/>
        <p:nvPr/>
      </p:nvGrpSpPr>
      <p:grpSpPr>
        <a:xfrm>
          <a:off x="0" y="0"/>
          <a:ext cx="0" cy="0"/>
          <a:chOff x="0" y="0"/>
          <a:chExt cx="0" cy="0"/>
        </a:xfrm>
      </p:grpSpPr>
      <p:sp>
        <p:nvSpPr>
          <p:cNvPr id="3" name="Title 3">
            <a:extLst>
              <a:ext uri="{FF2B5EF4-FFF2-40B4-BE49-F238E27FC236}">
                <a16:creationId xmlns:a16="http://schemas.microsoft.com/office/drawing/2014/main" id="{7B692C7B-23D2-F815-AA7B-2A7E53056DF4}"/>
              </a:ext>
            </a:extLst>
          </p:cNvPr>
          <p:cNvSpPr>
            <a:spLocks noGrp="1"/>
          </p:cNvSpPr>
          <p:nvPr>
            <p:ph type="title" hasCustomPrompt="1"/>
          </p:nvPr>
        </p:nvSpPr>
        <p:spPr>
          <a:xfrm>
            <a:off x="768875" y="182403"/>
            <a:ext cx="10671048" cy="822960"/>
          </a:xfrm>
        </p:spPr>
        <p:txBody>
          <a:bodyPr/>
          <a:lstStyle>
            <a:lvl1pPr>
              <a:defRPr b="1" i="0">
                <a:latin typeface="Oracle Sans Tab" panose="020B0503020204020204" pitchFamily="34" charset="0"/>
                <a:cs typeface="Oracle Sans Tab" panose="020B0503020204020204" pitchFamily="34" charset="0"/>
              </a:defRPr>
            </a:lvl1pPr>
          </a:lstStyle>
          <a:p>
            <a:r>
              <a:rPr lang="en-US" dirty="0"/>
              <a:t>Title</a:t>
            </a:r>
          </a:p>
        </p:txBody>
      </p:sp>
      <p:sp>
        <p:nvSpPr>
          <p:cNvPr id="19" name="Picture Placeholder 4">
            <a:extLst>
              <a:ext uri="{FF2B5EF4-FFF2-40B4-BE49-F238E27FC236}">
                <a16:creationId xmlns:a16="http://schemas.microsoft.com/office/drawing/2014/main" id="{DEEA7EE7-413E-4F05-94D2-2DA6180164CA}"/>
              </a:ext>
            </a:extLst>
          </p:cNvPr>
          <p:cNvSpPr>
            <a:spLocks noGrp="1"/>
          </p:cNvSpPr>
          <p:nvPr>
            <p:ph type="pic" sz="quarter" idx="10"/>
          </p:nvPr>
        </p:nvSpPr>
        <p:spPr>
          <a:xfrm>
            <a:off x="792538" y="1599494"/>
            <a:ext cx="3227476" cy="3247119"/>
          </a:xfrm>
          <a:prstGeom prst="ellipse">
            <a:avLst/>
          </a:prstGeom>
        </p:spPr>
        <p:txBody>
          <a:bodyPr/>
          <a:lstStyle>
            <a:lvl1pPr>
              <a:defRPr>
                <a:solidFill>
                  <a:schemeClr val="tx1"/>
                </a:solidFill>
              </a:defRPr>
            </a:lvl1pPr>
          </a:lstStyle>
          <a:p>
            <a:r>
              <a:rPr lang="en-US"/>
              <a:t>Click icon to add picture</a:t>
            </a:r>
            <a:endParaRPr lang="en-US" dirty="0"/>
          </a:p>
        </p:txBody>
      </p:sp>
      <p:sp>
        <p:nvSpPr>
          <p:cNvPr id="37" name="Text Placeholder 33">
            <a:extLst>
              <a:ext uri="{FF2B5EF4-FFF2-40B4-BE49-F238E27FC236}">
                <a16:creationId xmlns:a16="http://schemas.microsoft.com/office/drawing/2014/main" id="{4B94D438-35CF-4631-8709-33AB89A0307E}"/>
              </a:ext>
            </a:extLst>
          </p:cNvPr>
          <p:cNvSpPr>
            <a:spLocks noGrp="1"/>
          </p:cNvSpPr>
          <p:nvPr>
            <p:ph type="body" sz="quarter" idx="12" hasCustomPrompt="1"/>
          </p:nvPr>
        </p:nvSpPr>
        <p:spPr>
          <a:xfrm>
            <a:off x="792538" y="5145363"/>
            <a:ext cx="3236480" cy="365125"/>
          </a:xfrm>
        </p:spPr>
        <p:txBody>
          <a:bodyPr vert="horz" lIns="0" tIns="0" rIns="0" bIns="0" rtlCol="0" anchor="t" anchorCtr="0">
            <a:noAutofit/>
          </a:bodyPr>
          <a:lstStyle>
            <a:lvl1pPr algn="ctr">
              <a:defRPr lang="en-US" sz="2000" b="0" dirty="0">
                <a:solidFill>
                  <a:schemeClr val="tx1"/>
                </a:solidFill>
                <a:latin typeface="Oracle Sans Extra Bold" panose="020B0803020204020204" pitchFamily="34" charset="0"/>
                <a:ea typeface="+mj-ea"/>
                <a:cs typeface="Oracle Sans Extra Bold" panose="020B0803020204020204" pitchFamily="34" charset="0"/>
              </a:defRPr>
            </a:lvl1pPr>
          </a:lstStyle>
          <a:p>
            <a:pPr lvl="0">
              <a:spcBef>
                <a:spcPct val="0"/>
              </a:spcBef>
            </a:pPr>
            <a:r>
              <a:rPr lang="en-US" dirty="0"/>
              <a:t>Add speaker name</a:t>
            </a:r>
          </a:p>
        </p:txBody>
      </p:sp>
      <p:sp>
        <p:nvSpPr>
          <p:cNvPr id="38" name="Text Placeholder 33">
            <a:extLst>
              <a:ext uri="{FF2B5EF4-FFF2-40B4-BE49-F238E27FC236}">
                <a16:creationId xmlns:a16="http://schemas.microsoft.com/office/drawing/2014/main" id="{F34D25E2-243D-4B96-8C35-F96C56B3482F}"/>
              </a:ext>
            </a:extLst>
          </p:cNvPr>
          <p:cNvSpPr>
            <a:spLocks noGrp="1"/>
          </p:cNvSpPr>
          <p:nvPr>
            <p:ph type="body" sz="quarter" idx="13" hasCustomPrompt="1"/>
          </p:nvPr>
        </p:nvSpPr>
        <p:spPr>
          <a:xfrm>
            <a:off x="792538" y="5509468"/>
            <a:ext cx="3236480" cy="365125"/>
          </a:xfrm>
        </p:spPr>
        <p:txBody>
          <a:bodyPr vert="horz" lIns="0" tIns="0" rIns="0" bIns="0" rtlCol="0" anchor="t" anchorCtr="0">
            <a:noAutofit/>
          </a:bodyPr>
          <a:lstStyle>
            <a:lvl1pPr algn="ctr">
              <a:defRPr lang="en-US" dirty="0">
                <a:solidFill>
                  <a:schemeClr val="tx1"/>
                </a:solidFill>
                <a:latin typeface="+mn-lt"/>
                <a:ea typeface="+mj-ea"/>
                <a:cs typeface="Oracle Sans Extra Bold" panose="020B0503020204020204" pitchFamily="34" charset="0"/>
              </a:defRPr>
            </a:lvl1pPr>
          </a:lstStyle>
          <a:p>
            <a:pPr lvl="0">
              <a:spcBef>
                <a:spcPct val="0"/>
              </a:spcBef>
            </a:pPr>
            <a:r>
              <a:rPr lang="en-US" dirty="0"/>
              <a:t>Add speaker title</a:t>
            </a:r>
          </a:p>
        </p:txBody>
      </p:sp>
      <p:sp>
        <p:nvSpPr>
          <p:cNvPr id="5" name="Content Placeholder 4">
            <a:extLst>
              <a:ext uri="{FF2B5EF4-FFF2-40B4-BE49-F238E27FC236}">
                <a16:creationId xmlns:a16="http://schemas.microsoft.com/office/drawing/2014/main" id="{746E9417-F0B6-6477-88CA-D06650D0745B}"/>
              </a:ext>
            </a:extLst>
          </p:cNvPr>
          <p:cNvSpPr>
            <a:spLocks noGrp="1"/>
          </p:cNvSpPr>
          <p:nvPr>
            <p:ph sz="quarter" idx="16"/>
          </p:nvPr>
        </p:nvSpPr>
        <p:spPr>
          <a:xfrm>
            <a:off x="4541838" y="1600200"/>
            <a:ext cx="6907212" cy="3565525"/>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2" name="Slide Number Placeholder 7">
            <a:extLst>
              <a:ext uri="{FF2B5EF4-FFF2-40B4-BE49-F238E27FC236}">
                <a16:creationId xmlns:a16="http://schemas.microsoft.com/office/drawing/2014/main" id="{726CED8E-3269-CBEE-AC17-550ECD6FB69A}"/>
              </a:ext>
            </a:extLst>
          </p:cNvPr>
          <p:cNvSpPr>
            <a:spLocks noGrp="1"/>
          </p:cNvSpPr>
          <p:nvPr>
            <p:ph type="sldNum" sz="quarter" idx="17"/>
          </p:nvPr>
        </p:nvSpPr>
        <p:spPr>
          <a:xfrm>
            <a:off x="762000" y="6423660"/>
            <a:ext cx="365760" cy="365760"/>
          </a:xfrm>
        </p:spPr>
        <p:txBody>
          <a:bodyPr/>
          <a:lstStyle>
            <a:lvl1pPr>
              <a:defRPr>
                <a:solidFill>
                  <a:srgbClr val="AEA8A2"/>
                </a:solidFill>
              </a:defRPr>
            </a:lvl1pPr>
          </a:lstStyle>
          <a:p>
            <a:fld id="{345D60D9-5372-5F40-9443-0F9AE5BDC3C8}" type="slidenum">
              <a:rPr lang="en-US" smtClean="0"/>
              <a:pPr/>
              <a:t>‹#›</a:t>
            </a:fld>
            <a:endParaRPr lang="en-US" dirty="0"/>
          </a:p>
        </p:txBody>
      </p:sp>
      <p:sp>
        <p:nvSpPr>
          <p:cNvPr id="4" name="Footer Placeholder 6">
            <a:extLst>
              <a:ext uri="{FF2B5EF4-FFF2-40B4-BE49-F238E27FC236}">
                <a16:creationId xmlns:a16="http://schemas.microsoft.com/office/drawing/2014/main" id="{31110449-8712-D872-C8D5-93B229DFBFDE}"/>
              </a:ext>
            </a:extLst>
          </p:cNvPr>
          <p:cNvSpPr>
            <a:spLocks noGrp="1"/>
          </p:cNvSpPr>
          <p:nvPr>
            <p:ph type="ftr" sz="quarter" idx="18"/>
          </p:nvPr>
        </p:nvSpPr>
        <p:spPr>
          <a:xfrm>
            <a:off x="1127759" y="6423978"/>
            <a:ext cx="5745379" cy="365125"/>
          </a:xfrm>
        </p:spPr>
        <p:txBody>
          <a:bodyPr/>
          <a:lstStyle>
            <a:lvl1pPr>
              <a:defRPr>
                <a:solidFill>
                  <a:srgbClr val="AEA8A2"/>
                </a:solidFill>
              </a:defRPr>
            </a:lvl1pPr>
          </a:lstStyle>
          <a:p>
            <a:r>
              <a:rPr lang="en-US"/>
              <a:t>Copyright © 2025, Oracle and/or its affiliates |  Confidential: Internal/Restricted/Highly Restricted</a:t>
            </a:r>
            <a:endParaRPr lang="en-US" dirty="0"/>
          </a:p>
        </p:txBody>
      </p:sp>
      <p:sp>
        <p:nvSpPr>
          <p:cNvPr id="6" name="Date Placeholder 4">
            <a:extLst>
              <a:ext uri="{FF2B5EF4-FFF2-40B4-BE49-F238E27FC236}">
                <a16:creationId xmlns:a16="http://schemas.microsoft.com/office/drawing/2014/main" id="{EF4EF84C-2C31-7D08-88D6-853E01865AA5}"/>
              </a:ext>
            </a:extLst>
          </p:cNvPr>
          <p:cNvSpPr>
            <a:spLocks noGrp="1"/>
          </p:cNvSpPr>
          <p:nvPr>
            <p:ph type="dt" sz="half" idx="15"/>
          </p:nvPr>
        </p:nvSpPr>
        <p:spPr>
          <a:xfrm>
            <a:off x="6873138" y="6425604"/>
            <a:ext cx="2743200" cy="363500"/>
          </a:xfrm>
        </p:spPr>
        <p:txBody>
          <a:bodyPr/>
          <a:lstStyle>
            <a:lvl1pPr>
              <a:defRPr>
                <a:solidFill>
                  <a:srgbClr val="AEA8A2"/>
                </a:solidFill>
              </a:defRPr>
            </a:lvl1pPr>
          </a:lstStyle>
          <a:p>
            <a:r>
              <a:rPr lang="en-US"/>
              <a:t>[Date]</a:t>
            </a:r>
            <a:endParaRPr lang="en-US" dirty="0"/>
          </a:p>
        </p:txBody>
      </p:sp>
    </p:spTree>
    <p:extLst>
      <p:ext uri="{BB962C8B-B14F-4D97-AF65-F5344CB8AC3E}">
        <p14:creationId xmlns:p14="http://schemas.microsoft.com/office/powerpoint/2010/main" val="1972294153"/>
      </p:ext>
    </p:extLst>
  </p:cSld>
  <p:clrMapOvr>
    <a:overrideClrMapping bg1="dk1" tx1="lt1" bg2="dk2" tx2="lt2" accent1="accent1" accent2="accent2" accent3="accent3" accent4="accent4" accent5="accent5" accent6="accent6" hlink="hlink" folHlink="folHlink"/>
  </p:clrMapOvr>
  <p:transition>
    <p:fade/>
  </p:transition>
</p:sldLayout>
</file>

<file path=ppt/slideLayouts/slideLayout19.xml><?xml version="1.0" encoding="utf-8"?>
<p:sldLayout xmlns:a="http://schemas.openxmlformats.org/drawingml/2006/main" xmlns:r="http://schemas.openxmlformats.org/officeDocument/2006/relationships" xmlns:p="http://schemas.openxmlformats.org/presentationml/2006/main" preserve="1" userDrawn="1">
  <p:cSld name="Speaker_2">
    <p:bg>
      <p:bgRef idx="1001">
        <a:schemeClr val="bg2"/>
      </p:bgRef>
    </p:bg>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31D55E47-4DBE-46C5-AA1D-6AC25D117460}"/>
              </a:ext>
            </a:extLst>
          </p:cNvPr>
          <p:cNvSpPr>
            <a:spLocks noGrp="1"/>
          </p:cNvSpPr>
          <p:nvPr>
            <p:ph type="title" hasCustomPrompt="1"/>
          </p:nvPr>
        </p:nvSpPr>
        <p:spPr>
          <a:xfrm>
            <a:off x="762000" y="1600200"/>
            <a:ext cx="2560320" cy="1320103"/>
          </a:xfrm>
        </p:spPr>
        <p:txBody>
          <a:bodyPr vert="horz" wrap="square" lIns="0" tIns="0" rIns="0" bIns="0" rtlCol="0" anchor="b" anchorCtr="0">
            <a:normAutofit/>
          </a:bodyPr>
          <a:lstStyle>
            <a:lvl1pPr marL="0" algn="l" defTabSz="914400" rtl="0" eaLnBrk="1" latinLnBrk="0" hangingPunct="1">
              <a:lnSpc>
                <a:spcPct val="100000"/>
              </a:lnSpc>
              <a:spcBef>
                <a:spcPct val="0"/>
              </a:spcBef>
              <a:buNone/>
              <a:defRPr lang="en-US" sz="3600" b="1" i="0" kern="1200" baseline="0" dirty="0">
                <a:solidFill>
                  <a:schemeClr val="tx1"/>
                </a:solidFill>
                <a:latin typeface="Oracle Sans Tab" panose="020B0503020204020204" pitchFamily="34" charset="0"/>
                <a:ea typeface="+mj-ea"/>
                <a:cs typeface="+mj-cs"/>
              </a:defRPr>
            </a:lvl1pPr>
          </a:lstStyle>
          <a:p>
            <a:pPr marL="0" lvl="0">
              <a:lnSpc>
                <a:spcPct val="100000"/>
              </a:lnSpc>
            </a:pPr>
            <a:r>
              <a:rPr lang="en-US" dirty="0"/>
              <a:t>Speakers</a:t>
            </a:r>
          </a:p>
        </p:txBody>
      </p:sp>
      <p:sp>
        <p:nvSpPr>
          <p:cNvPr id="19" name="Picture Placeholder 4">
            <a:extLst>
              <a:ext uri="{FF2B5EF4-FFF2-40B4-BE49-F238E27FC236}">
                <a16:creationId xmlns:a16="http://schemas.microsoft.com/office/drawing/2014/main" id="{DEEA7EE7-413E-4F05-94D2-2DA6180164CA}"/>
              </a:ext>
            </a:extLst>
          </p:cNvPr>
          <p:cNvSpPr>
            <a:spLocks noGrp="1"/>
          </p:cNvSpPr>
          <p:nvPr>
            <p:ph type="pic" sz="quarter" idx="10"/>
          </p:nvPr>
        </p:nvSpPr>
        <p:spPr>
          <a:xfrm>
            <a:off x="4408473" y="1599336"/>
            <a:ext cx="2743200" cy="2743200"/>
          </a:xfrm>
          <a:prstGeom prst="ellipse">
            <a:avLst/>
          </a:prstGeom>
        </p:spPr>
        <p:txBody>
          <a:bodyPr/>
          <a:lstStyle>
            <a:lvl1pPr>
              <a:defRPr>
                <a:solidFill>
                  <a:schemeClr val="tx1"/>
                </a:solidFill>
              </a:defRPr>
            </a:lvl1pPr>
          </a:lstStyle>
          <a:p>
            <a:r>
              <a:rPr lang="en-US"/>
              <a:t>Click icon to add picture</a:t>
            </a:r>
            <a:endParaRPr lang="en-US" dirty="0"/>
          </a:p>
        </p:txBody>
      </p:sp>
      <p:sp>
        <p:nvSpPr>
          <p:cNvPr id="37" name="Text Placeholder 33">
            <a:extLst>
              <a:ext uri="{FF2B5EF4-FFF2-40B4-BE49-F238E27FC236}">
                <a16:creationId xmlns:a16="http://schemas.microsoft.com/office/drawing/2014/main" id="{4B94D438-35CF-4631-8709-33AB89A0307E}"/>
              </a:ext>
            </a:extLst>
          </p:cNvPr>
          <p:cNvSpPr>
            <a:spLocks noGrp="1"/>
          </p:cNvSpPr>
          <p:nvPr>
            <p:ph type="body" sz="quarter" idx="12" hasCustomPrompt="1"/>
          </p:nvPr>
        </p:nvSpPr>
        <p:spPr>
          <a:xfrm>
            <a:off x="4175781" y="4800585"/>
            <a:ext cx="3227832" cy="365125"/>
          </a:xfrm>
        </p:spPr>
        <p:txBody>
          <a:bodyPr vert="horz" lIns="0" tIns="0" rIns="0" bIns="0" rtlCol="0" anchor="t" anchorCtr="0">
            <a:noAutofit/>
          </a:bodyPr>
          <a:lstStyle>
            <a:lvl1pPr algn="l">
              <a:defRPr lang="en-US" sz="2000" b="0" dirty="0">
                <a:solidFill>
                  <a:schemeClr val="tx1"/>
                </a:solidFill>
                <a:latin typeface="Oracle Sans Extra Bold" panose="020B0803020204020204" pitchFamily="34" charset="0"/>
                <a:ea typeface="+mj-ea"/>
                <a:cs typeface="Oracle Sans Extra Bold" panose="020B0803020204020204" pitchFamily="34" charset="0"/>
              </a:defRPr>
            </a:lvl1pPr>
          </a:lstStyle>
          <a:p>
            <a:pPr lvl="0">
              <a:spcBef>
                <a:spcPct val="0"/>
              </a:spcBef>
            </a:pPr>
            <a:r>
              <a:rPr lang="en-US" dirty="0"/>
              <a:t>Add speaker name</a:t>
            </a:r>
          </a:p>
        </p:txBody>
      </p:sp>
      <p:sp>
        <p:nvSpPr>
          <p:cNvPr id="38" name="Text Placeholder 33">
            <a:extLst>
              <a:ext uri="{FF2B5EF4-FFF2-40B4-BE49-F238E27FC236}">
                <a16:creationId xmlns:a16="http://schemas.microsoft.com/office/drawing/2014/main" id="{F34D25E2-243D-4B96-8C35-F96C56B3482F}"/>
              </a:ext>
            </a:extLst>
          </p:cNvPr>
          <p:cNvSpPr>
            <a:spLocks noGrp="1"/>
          </p:cNvSpPr>
          <p:nvPr>
            <p:ph type="body" sz="quarter" idx="13" hasCustomPrompt="1"/>
          </p:nvPr>
        </p:nvSpPr>
        <p:spPr>
          <a:xfrm>
            <a:off x="4175781" y="5164690"/>
            <a:ext cx="3227832" cy="365125"/>
          </a:xfrm>
        </p:spPr>
        <p:txBody>
          <a:bodyPr vert="horz" lIns="0" tIns="0" rIns="0" bIns="0" rtlCol="0" anchor="t" anchorCtr="0">
            <a:noAutofit/>
          </a:bodyPr>
          <a:lstStyle>
            <a:lvl1pPr algn="l">
              <a:defRPr lang="en-US" dirty="0">
                <a:solidFill>
                  <a:schemeClr val="tx1"/>
                </a:solidFill>
                <a:latin typeface="+mn-lt"/>
                <a:ea typeface="+mj-ea"/>
                <a:cs typeface="Oracle Sans Extra Bold" panose="020B0503020204020204" pitchFamily="34" charset="0"/>
              </a:defRPr>
            </a:lvl1pPr>
          </a:lstStyle>
          <a:p>
            <a:pPr lvl="0">
              <a:spcBef>
                <a:spcPct val="0"/>
              </a:spcBef>
            </a:pPr>
            <a:r>
              <a:rPr lang="en-US" dirty="0"/>
              <a:t>Add speaker title</a:t>
            </a:r>
          </a:p>
        </p:txBody>
      </p:sp>
      <p:sp>
        <p:nvSpPr>
          <p:cNvPr id="17" name="Picture Placeholder 4">
            <a:extLst>
              <a:ext uri="{FF2B5EF4-FFF2-40B4-BE49-F238E27FC236}">
                <a16:creationId xmlns:a16="http://schemas.microsoft.com/office/drawing/2014/main" id="{AD80FD35-1640-4598-BFDA-3E05A9FCEBBE}"/>
              </a:ext>
            </a:extLst>
          </p:cNvPr>
          <p:cNvSpPr>
            <a:spLocks noGrp="1"/>
          </p:cNvSpPr>
          <p:nvPr>
            <p:ph type="pic" sz="quarter" idx="19"/>
          </p:nvPr>
        </p:nvSpPr>
        <p:spPr>
          <a:xfrm>
            <a:off x="7942248" y="1599336"/>
            <a:ext cx="2743200" cy="2743200"/>
          </a:xfrm>
          <a:prstGeom prst="ellipse">
            <a:avLst/>
          </a:prstGeom>
        </p:spPr>
        <p:txBody>
          <a:bodyPr/>
          <a:lstStyle>
            <a:lvl1pPr>
              <a:defRPr>
                <a:solidFill>
                  <a:schemeClr val="tx1"/>
                </a:solidFill>
              </a:defRPr>
            </a:lvl1pPr>
          </a:lstStyle>
          <a:p>
            <a:r>
              <a:rPr lang="en-US"/>
              <a:t>Click icon to add picture</a:t>
            </a:r>
          </a:p>
        </p:txBody>
      </p:sp>
      <p:sp>
        <p:nvSpPr>
          <p:cNvPr id="21" name="Text Placeholder 33">
            <a:extLst>
              <a:ext uri="{FF2B5EF4-FFF2-40B4-BE49-F238E27FC236}">
                <a16:creationId xmlns:a16="http://schemas.microsoft.com/office/drawing/2014/main" id="{AF0CFD6E-C443-4D08-B5C0-973C8F72617B}"/>
              </a:ext>
            </a:extLst>
          </p:cNvPr>
          <p:cNvSpPr>
            <a:spLocks noGrp="1"/>
          </p:cNvSpPr>
          <p:nvPr>
            <p:ph type="body" sz="quarter" idx="20" hasCustomPrompt="1"/>
          </p:nvPr>
        </p:nvSpPr>
        <p:spPr>
          <a:xfrm>
            <a:off x="7924780" y="4800585"/>
            <a:ext cx="3227832" cy="365125"/>
          </a:xfrm>
        </p:spPr>
        <p:txBody>
          <a:bodyPr vert="horz" lIns="0" tIns="0" rIns="0" bIns="0" rtlCol="0" anchor="t" anchorCtr="0">
            <a:noAutofit/>
          </a:bodyPr>
          <a:lstStyle>
            <a:lvl1pPr algn="l">
              <a:defRPr lang="en-US" sz="2000" b="0" dirty="0">
                <a:solidFill>
                  <a:schemeClr val="tx1"/>
                </a:solidFill>
                <a:latin typeface="Oracle Sans Extra Bold" panose="020B0803020204020204" pitchFamily="34" charset="0"/>
                <a:ea typeface="+mj-ea"/>
                <a:cs typeface="Oracle Sans Extra Bold" panose="020B0803020204020204" pitchFamily="34" charset="0"/>
              </a:defRPr>
            </a:lvl1pPr>
          </a:lstStyle>
          <a:p>
            <a:pPr lvl="0">
              <a:spcBef>
                <a:spcPct val="0"/>
              </a:spcBef>
            </a:pPr>
            <a:r>
              <a:rPr lang="en-US" dirty="0"/>
              <a:t>Add speaker name</a:t>
            </a:r>
          </a:p>
        </p:txBody>
      </p:sp>
      <p:sp>
        <p:nvSpPr>
          <p:cNvPr id="25" name="Text Placeholder 33">
            <a:extLst>
              <a:ext uri="{FF2B5EF4-FFF2-40B4-BE49-F238E27FC236}">
                <a16:creationId xmlns:a16="http://schemas.microsoft.com/office/drawing/2014/main" id="{F3C3D640-B9ED-4162-9C4F-0F9F774E639B}"/>
              </a:ext>
            </a:extLst>
          </p:cNvPr>
          <p:cNvSpPr>
            <a:spLocks noGrp="1"/>
          </p:cNvSpPr>
          <p:nvPr>
            <p:ph type="body" sz="quarter" idx="21" hasCustomPrompt="1"/>
          </p:nvPr>
        </p:nvSpPr>
        <p:spPr>
          <a:xfrm>
            <a:off x="7924780" y="5164690"/>
            <a:ext cx="3227832" cy="365125"/>
          </a:xfrm>
        </p:spPr>
        <p:txBody>
          <a:bodyPr vert="horz" lIns="0" tIns="0" rIns="0" bIns="0" rtlCol="0" anchor="t" anchorCtr="0">
            <a:noAutofit/>
          </a:bodyPr>
          <a:lstStyle>
            <a:lvl1pPr algn="l">
              <a:defRPr lang="en-US" dirty="0">
                <a:solidFill>
                  <a:schemeClr val="tx1"/>
                </a:solidFill>
                <a:latin typeface="+mn-lt"/>
                <a:ea typeface="+mj-ea"/>
                <a:cs typeface="Oracle Sans Extra Bold" panose="020B0503020204020204" pitchFamily="34" charset="0"/>
              </a:defRPr>
            </a:lvl1pPr>
          </a:lstStyle>
          <a:p>
            <a:pPr lvl="0">
              <a:spcBef>
                <a:spcPct val="0"/>
              </a:spcBef>
            </a:pPr>
            <a:r>
              <a:rPr lang="en-US" dirty="0"/>
              <a:t>Add speaker title</a:t>
            </a:r>
          </a:p>
        </p:txBody>
      </p:sp>
      <p:sp>
        <p:nvSpPr>
          <p:cNvPr id="3" name="Slide Number Placeholder 7">
            <a:extLst>
              <a:ext uri="{FF2B5EF4-FFF2-40B4-BE49-F238E27FC236}">
                <a16:creationId xmlns:a16="http://schemas.microsoft.com/office/drawing/2014/main" id="{90537780-8302-81C2-C045-4F2DEDF594EF}"/>
              </a:ext>
            </a:extLst>
          </p:cNvPr>
          <p:cNvSpPr>
            <a:spLocks noGrp="1"/>
          </p:cNvSpPr>
          <p:nvPr>
            <p:ph type="sldNum" sz="quarter" idx="17"/>
          </p:nvPr>
        </p:nvSpPr>
        <p:spPr>
          <a:xfrm>
            <a:off x="762000" y="6423660"/>
            <a:ext cx="365760" cy="365760"/>
          </a:xfrm>
        </p:spPr>
        <p:txBody>
          <a:bodyPr/>
          <a:lstStyle>
            <a:lvl1pPr>
              <a:defRPr>
                <a:solidFill>
                  <a:srgbClr val="AEA8A2"/>
                </a:solidFill>
              </a:defRPr>
            </a:lvl1pPr>
          </a:lstStyle>
          <a:p>
            <a:fld id="{345D60D9-5372-5F40-9443-0F9AE5BDC3C8}" type="slidenum">
              <a:rPr lang="en-US" smtClean="0"/>
              <a:pPr/>
              <a:t>‹#›</a:t>
            </a:fld>
            <a:endParaRPr lang="en-US" dirty="0"/>
          </a:p>
        </p:txBody>
      </p:sp>
      <p:sp>
        <p:nvSpPr>
          <p:cNvPr id="4" name="Footer Placeholder 6">
            <a:extLst>
              <a:ext uri="{FF2B5EF4-FFF2-40B4-BE49-F238E27FC236}">
                <a16:creationId xmlns:a16="http://schemas.microsoft.com/office/drawing/2014/main" id="{A92B0D41-4168-EC0C-ADF5-AC9E34B1653B}"/>
              </a:ext>
            </a:extLst>
          </p:cNvPr>
          <p:cNvSpPr>
            <a:spLocks noGrp="1"/>
          </p:cNvSpPr>
          <p:nvPr>
            <p:ph type="ftr" sz="quarter" idx="16"/>
          </p:nvPr>
        </p:nvSpPr>
        <p:spPr>
          <a:xfrm>
            <a:off x="1127759" y="6423978"/>
            <a:ext cx="5745379" cy="365125"/>
          </a:xfrm>
        </p:spPr>
        <p:txBody>
          <a:bodyPr/>
          <a:lstStyle>
            <a:lvl1pPr>
              <a:defRPr>
                <a:solidFill>
                  <a:srgbClr val="AEA8A2"/>
                </a:solidFill>
              </a:defRPr>
            </a:lvl1pPr>
          </a:lstStyle>
          <a:p>
            <a:r>
              <a:rPr lang="en-US"/>
              <a:t>Copyright © 2025, Oracle and/or its affiliates |  Confidential: Internal/Restricted/Highly Restricted</a:t>
            </a:r>
            <a:endParaRPr lang="en-US" dirty="0"/>
          </a:p>
        </p:txBody>
      </p:sp>
      <p:sp>
        <p:nvSpPr>
          <p:cNvPr id="5" name="Date Placeholder 4">
            <a:extLst>
              <a:ext uri="{FF2B5EF4-FFF2-40B4-BE49-F238E27FC236}">
                <a16:creationId xmlns:a16="http://schemas.microsoft.com/office/drawing/2014/main" id="{D753EE4A-4B0D-E70D-3900-1851E13A291D}"/>
              </a:ext>
            </a:extLst>
          </p:cNvPr>
          <p:cNvSpPr>
            <a:spLocks noGrp="1"/>
          </p:cNvSpPr>
          <p:nvPr>
            <p:ph type="dt" sz="half" idx="15"/>
          </p:nvPr>
        </p:nvSpPr>
        <p:spPr>
          <a:xfrm>
            <a:off x="6873138" y="6425604"/>
            <a:ext cx="2743200" cy="363500"/>
          </a:xfrm>
        </p:spPr>
        <p:txBody>
          <a:bodyPr/>
          <a:lstStyle>
            <a:lvl1pPr>
              <a:defRPr>
                <a:solidFill>
                  <a:srgbClr val="AEA8A2"/>
                </a:solidFill>
              </a:defRPr>
            </a:lvl1pPr>
          </a:lstStyle>
          <a:p>
            <a:r>
              <a:rPr lang="en-US"/>
              <a:t>[Date]</a:t>
            </a:r>
            <a:endParaRPr lang="en-US" dirty="0"/>
          </a:p>
        </p:txBody>
      </p:sp>
    </p:spTree>
    <p:extLst>
      <p:ext uri="{BB962C8B-B14F-4D97-AF65-F5344CB8AC3E}">
        <p14:creationId xmlns:p14="http://schemas.microsoft.com/office/powerpoint/2010/main" val="853941792"/>
      </p:ext>
    </p:extLst>
  </p:cSld>
  <p:clrMapOvr>
    <a:overrideClrMapping bg1="dk1" tx1="lt1" bg2="dk2" tx2="lt2" accent1="accent1" accent2="accent2" accent3="accent3" accent4="accent4" accent5="accent5" accent6="accent6" hlink="hlink" folHlink="folHlink"/>
  </p:clrMapOvr>
  <p:transition>
    <p:fade/>
  </p:transition>
  <p:extLst>
    <p:ext uri="{DCECCB84-F9BA-43D5-87BE-67443E8EF086}">
      <p15:sldGuideLst xmlns:p15="http://schemas.microsoft.com/office/powerpoint/2012/main"/>
    </p:ext>
  </p:extLst>
</p:sldLayout>
</file>

<file path=ppt/slideLayouts/slideLayout20.xml><?xml version="1.0" encoding="utf-8"?>
<p:sldLayout xmlns:a="http://schemas.openxmlformats.org/drawingml/2006/main" xmlns:r="http://schemas.openxmlformats.org/officeDocument/2006/relationships" xmlns:p="http://schemas.openxmlformats.org/presentationml/2006/main" preserve="1" userDrawn="1">
  <p:cSld name="Speaker_3">
    <p:bg>
      <p:bgRef idx="1001">
        <a:schemeClr val="bg2"/>
      </p:bgRef>
    </p:bg>
    <p:spTree>
      <p:nvGrpSpPr>
        <p:cNvPr id="1" name=""/>
        <p:cNvGrpSpPr/>
        <p:nvPr/>
      </p:nvGrpSpPr>
      <p:grpSpPr>
        <a:xfrm>
          <a:off x="0" y="0"/>
          <a:ext cx="0" cy="0"/>
          <a:chOff x="0" y="0"/>
          <a:chExt cx="0" cy="0"/>
        </a:xfrm>
      </p:grpSpPr>
      <p:sp>
        <p:nvSpPr>
          <p:cNvPr id="32" name="Title 1">
            <a:extLst>
              <a:ext uri="{FF2B5EF4-FFF2-40B4-BE49-F238E27FC236}">
                <a16:creationId xmlns:a16="http://schemas.microsoft.com/office/drawing/2014/main" id="{F61107A6-7831-4EC7-8264-2809B94682DD}"/>
              </a:ext>
            </a:extLst>
          </p:cNvPr>
          <p:cNvSpPr>
            <a:spLocks noGrp="1"/>
          </p:cNvSpPr>
          <p:nvPr>
            <p:ph type="title" hasCustomPrompt="1"/>
          </p:nvPr>
        </p:nvSpPr>
        <p:spPr>
          <a:xfrm>
            <a:off x="762000" y="1600200"/>
            <a:ext cx="3200400" cy="1320103"/>
          </a:xfrm>
        </p:spPr>
        <p:txBody>
          <a:bodyPr vert="horz" wrap="square" lIns="0" tIns="0" rIns="0" bIns="0" rtlCol="0" anchor="b" anchorCtr="0">
            <a:normAutofit/>
          </a:bodyPr>
          <a:lstStyle>
            <a:lvl1pPr marL="0" algn="l" defTabSz="914400" rtl="0" eaLnBrk="1" latinLnBrk="0" hangingPunct="1">
              <a:lnSpc>
                <a:spcPct val="100000"/>
              </a:lnSpc>
              <a:spcBef>
                <a:spcPct val="0"/>
              </a:spcBef>
              <a:buNone/>
              <a:defRPr lang="en-US" sz="3600" b="1" i="0" kern="1200" baseline="0" dirty="0">
                <a:solidFill>
                  <a:schemeClr val="tx1"/>
                </a:solidFill>
                <a:latin typeface="Oracle Sans Tab" panose="020B0503020204020204" pitchFamily="34" charset="0"/>
                <a:ea typeface="+mj-ea"/>
                <a:cs typeface="+mj-cs"/>
              </a:defRPr>
            </a:lvl1pPr>
          </a:lstStyle>
          <a:p>
            <a:pPr marL="0" lvl="0">
              <a:lnSpc>
                <a:spcPct val="100000"/>
              </a:lnSpc>
            </a:pPr>
            <a:r>
              <a:rPr lang="en-US" dirty="0"/>
              <a:t>Speakers</a:t>
            </a:r>
          </a:p>
        </p:txBody>
      </p:sp>
      <p:sp>
        <p:nvSpPr>
          <p:cNvPr id="19" name="Picture Placeholder 4">
            <a:extLst>
              <a:ext uri="{FF2B5EF4-FFF2-40B4-BE49-F238E27FC236}">
                <a16:creationId xmlns:a16="http://schemas.microsoft.com/office/drawing/2014/main" id="{DEEA7EE7-413E-4F05-94D2-2DA6180164CA}"/>
              </a:ext>
            </a:extLst>
          </p:cNvPr>
          <p:cNvSpPr>
            <a:spLocks noGrp="1" noChangeAspect="1"/>
          </p:cNvSpPr>
          <p:nvPr>
            <p:ph type="pic" sz="quarter" idx="10"/>
          </p:nvPr>
        </p:nvSpPr>
        <p:spPr>
          <a:xfrm>
            <a:off x="6736073" y="594391"/>
            <a:ext cx="2011680" cy="2011680"/>
          </a:xfrm>
          <a:prstGeom prst="ellipse">
            <a:avLst/>
          </a:prstGeom>
        </p:spPr>
        <p:txBody>
          <a:bodyPr/>
          <a:lstStyle>
            <a:lvl1pPr>
              <a:defRPr>
                <a:solidFill>
                  <a:schemeClr val="tx1"/>
                </a:solidFill>
              </a:defRPr>
            </a:lvl1pPr>
          </a:lstStyle>
          <a:p>
            <a:r>
              <a:rPr lang="en-US"/>
              <a:t>Click icon to add picture</a:t>
            </a:r>
            <a:endParaRPr lang="en-US" dirty="0"/>
          </a:p>
        </p:txBody>
      </p:sp>
      <p:sp>
        <p:nvSpPr>
          <p:cNvPr id="37" name="Text Placeholder 33">
            <a:extLst>
              <a:ext uri="{FF2B5EF4-FFF2-40B4-BE49-F238E27FC236}">
                <a16:creationId xmlns:a16="http://schemas.microsoft.com/office/drawing/2014/main" id="{4B94D438-35CF-4631-8709-33AB89A0307E}"/>
              </a:ext>
            </a:extLst>
          </p:cNvPr>
          <p:cNvSpPr>
            <a:spLocks noGrp="1"/>
          </p:cNvSpPr>
          <p:nvPr>
            <p:ph type="body" sz="quarter" idx="12" hasCustomPrompt="1"/>
          </p:nvPr>
        </p:nvSpPr>
        <p:spPr>
          <a:xfrm>
            <a:off x="6644634" y="2788927"/>
            <a:ext cx="2368296" cy="312444"/>
          </a:xfrm>
        </p:spPr>
        <p:txBody>
          <a:bodyPr vert="horz" lIns="0" tIns="0" rIns="0" bIns="0" rtlCol="0" anchor="t" anchorCtr="0">
            <a:noAutofit/>
          </a:bodyPr>
          <a:lstStyle>
            <a:lvl1pPr algn="l">
              <a:defRPr lang="en-US" sz="1600" b="0" dirty="0">
                <a:solidFill>
                  <a:schemeClr val="tx1"/>
                </a:solidFill>
                <a:latin typeface="Oracle Sans Extra Bold" panose="020B0803020204020204" pitchFamily="34" charset="0"/>
                <a:ea typeface="+mj-ea"/>
                <a:cs typeface="Oracle Sans Extra Bold" panose="020B0803020204020204" pitchFamily="34" charset="0"/>
              </a:defRPr>
            </a:lvl1pPr>
          </a:lstStyle>
          <a:p>
            <a:pPr lvl="0">
              <a:spcBef>
                <a:spcPct val="0"/>
              </a:spcBef>
            </a:pPr>
            <a:r>
              <a:rPr lang="en-US" dirty="0"/>
              <a:t>Add speaker name</a:t>
            </a:r>
          </a:p>
        </p:txBody>
      </p:sp>
      <p:sp>
        <p:nvSpPr>
          <p:cNvPr id="38" name="Text Placeholder 33">
            <a:extLst>
              <a:ext uri="{FF2B5EF4-FFF2-40B4-BE49-F238E27FC236}">
                <a16:creationId xmlns:a16="http://schemas.microsoft.com/office/drawing/2014/main" id="{F34D25E2-243D-4B96-8C35-F96C56B3482F}"/>
              </a:ext>
            </a:extLst>
          </p:cNvPr>
          <p:cNvSpPr>
            <a:spLocks noGrp="1"/>
          </p:cNvSpPr>
          <p:nvPr>
            <p:ph type="body" sz="quarter" idx="13" hasCustomPrompt="1"/>
          </p:nvPr>
        </p:nvSpPr>
        <p:spPr>
          <a:xfrm>
            <a:off x="6644634" y="3117726"/>
            <a:ext cx="2368296" cy="278431"/>
          </a:xfrm>
        </p:spPr>
        <p:txBody>
          <a:bodyPr vert="horz" lIns="0" tIns="0" rIns="0" bIns="0" rtlCol="0" anchor="t" anchorCtr="0">
            <a:noAutofit/>
          </a:bodyPr>
          <a:lstStyle>
            <a:lvl1pPr algn="l">
              <a:defRPr lang="en-US" sz="1400" dirty="0">
                <a:solidFill>
                  <a:schemeClr val="tx1"/>
                </a:solidFill>
                <a:latin typeface="+mn-lt"/>
                <a:ea typeface="+mj-ea"/>
                <a:cs typeface="Oracle Sans Extra Bold" panose="020B0503020204020204" pitchFamily="34" charset="0"/>
              </a:defRPr>
            </a:lvl1pPr>
          </a:lstStyle>
          <a:p>
            <a:pPr lvl="0">
              <a:spcBef>
                <a:spcPct val="0"/>
              </a:spcBef>
            </a:pPr>
            <a:r>
              <a:rPr lang="en-US" dirty="0"/>
              <a:t>Add speaker title</a:t>
            </a:r>
          </a:p>
        </p:txBody>
      </p:sp>
      <p:sp>
        <p:nvSpPr>
          <p:cNvPr id="31" name="Picture Placeholder 4">
            <a:extLst>
              <a:ext uri="{FF2B5EF4-FFF2-40B4-BE49-F238E27FC236}">
                <a16:creationId xmlns:a16="http://schemas.microsoft.com/office/drawing/2014/main" id="{FDC25F51-F732-4DED-B41F-218C4B09A992}"/>
              </a:ext>
            </a:extLst>
          </p:cNvPr>
          <p:cNvSpPr>
            <a:spLocks noGrp="1" noChangeAspect="1"/>
          </p:cNvSpPr>
          <p:nvPr>
            <p:ph type="pic" sz="quarter" idx="28"/>
          </p:nvPr>
        </p:nvSpPr>
        <p:spPr>
          <a:xfrm>
            <a:off x="4358659" y="2743207"/>
            <a:ext cx="2011680" cy="2011680"/>
          </a:xfrm>
          <a:prstGeom prst="ellipse">
            <a:avLst/>
          </a:prstGeom>
        </p:spPr>
        <p:txBody>
          <a:bodyPr/>
          <a:lstStyle>
            <a:lvl1pPr>
              <a:defRPr>
                <a:solidFill>
                  <a:schemeClr val="tx1"/>
                </a:solidFill>
              </a:defRPr>
            </a:lvl1pPr>
          </a:lstStyle>
          <a:p>
            <a:r>
              <a:rPr lang="en-US"/>
              <a:t>Click icon to add picture</a:t>
            </a:r>
            <a:endParaRPr lang="en-US" dirty="0"/>
          </a:p>
        </p:txBody>
      </p:sp>
      <p:sp>
        <p:nvSpPr>
          <p:cNvPr id="33" name="Text Placeholder 33">
            <a:extLst>
              <a:ext uri="{FF2B5EF4-FFF2-40B4-BE49-F238E27FC236}">
                <a16:creationId xmlns:a16="http://schemas.microsoft.com/office/drawing/2014/main" id="{D1B52A4B-0972-4F91-92C6-8090BEF5CCCB}"/>
              </a:ext>
            </a:extLst>
          </p:cNvPr>
          <p:cNvSpPr>
            <a:spLocks noGrp="1"/>
          </p:cNvSpPr>
          <p:nvPr>
            <p:ph type="body" sz="quarter" idx="29" hasCustomPrompt="1"/>
          </p:nvPr>
        </p:nvSpPr>
        <p:spPr>
          <a:xfrm>
            <a:off x="4175781" y="4892024"/>
            <a:ext cx="2368296" cy="312444"/>
          </a:xfrm>
        </p:spPr>
        <p:txBody>
          <a:bodyPr vert="horz" lIns="0" tIns="0" rIns="0" bIns="0" rtlCol="0" anchor="t" anchorCtr="0">
            <a:noAutofit/>
          </a:bodyPr>
          <a:lstStyle>
            <a:lvl1pPr algn="l">
              <a:defRPr lang="en-US" sz="1600" b="0" dirty="0">
                <a:solidFill>
                  <a:schemeClr val="tx1"/>
                </a:solidFill>
                <a:latin typeface="Oracle Sans Extra Bold" panose="020B0803020204020204" pitchFamily="34" charset="0"/>
                <a:ea typeface="+mj-ea"/>
                <a:cs typeface="Oracle Sans Extra Bold" panose="020B0803020204020204" pitchFamily="34" charset="0"/>
              </a:defRPr>
            </a:lvl1pPr>
          </a:lstStyle>
          <a:p>
            <a:pPr lvl="0">
              <a:spcBef>
                <a:spcPct val="0"/>
              </a:spcBef>
            </a:pPr>
            <a:r>
              <a:rPr lang="en-US" dirty="0"/>
              <a:t>Add speaker name</a:t>
            </a:r>
          </a:p>
        </p:txBody>
      </p:sp>
      <p:sp>
        <p:nvSpPr>
          <p:cNvPr id="34" name="Text Placeholder 33">
            <a:extLst>
              <a:ext uri="{FF2B5EF4-FFF2-40B4-BE49-F238E27FC236}">
                <a16:creationId xmlns:a16="http://schemas.microsoft.com/office/drawing/2014/main" id="{D6D713D8-07E2-4DC7-808A-1A9CD0EBCC6B}"/>
              </a:ext>
            </a:extLst>
          </p:cNvPr>
          <p:cNvSpPr>
            <a:spLocks noGrp="1"/>
          </p:cNvSpPr>
          <p:nvPr>
            <p:ph type="body" sz="quarter" idx="30" hasCustomPrompt="1"/>
          </p:nvPr>
        </p:nvSpPr>
        <p:spPr>
          <a:xfrm>
            <a:off x="4175781" y="5220823"/>
            <a:ext cx="2368296" cy="278431"/>
          </a:xfrm>
        </p:spPr>
        <p:txBody>
          <a:bodyPr vert="horz" lIns="0" tIns="0" rIns="0" bIns="0" rtlCol="0" anchor="t" anchorCtr="0">
            <a:noAutofit/>
          </a:bodyPr>
          <a:lstStyle>
            <a:lvl1pPr algn="l">
              <a:defRPr lang="en-US" sz="1400" dirty="0">
                <a:solidFill>
                  <a:schemeClr val="tx1"/>
                </a:solidFill>
                <a:latin typeface="+mn-lt"/>
                <a:ea typeface="+mj-ea"/>
                <a:cs typeface="Oracle Sans Extra Bold" panose="020B0503020204020204" pitchFamily="34" charset="0"/>
              </a:defRPr>
            </a:lvl1pPr>
          </a:lstStyle>
          <a:p>
            <a:pPr lvl="0">
              <a:spcBef>
                <a:spcPct val="0"/>
              </a:spcBef>
            </a:pPr>
            <a:r>
              <a:rPr lang="en-US" dirty="0"/>
              <a:t>Add speaker title</a:t>
            </a:r>
          </a:p>
        </p:txBody>
      </p:sp>
      <p:sp>
        <p:nvSpPr>
          <p:cNvPr id="35" name="Picture Placeholder 4">
            <a:extLst>
              <a:ext uri="{FF2B5EF4-FFF2-40B4-BE49-F238E27FC236}">
                <a16:creationId xmlns:a16="http://schemas.microsoft.com/office/drawing/2014/main" id="{D54CB0FE-E711-41BE-AE1E-539BC7B7761E}"/>
              </a:ext>
            </a:extLst>
          </p:cNvPr>
          <p:cNvSpPr>
            <a:spLocks noGrp="1" noChangeAspect="1"/>
          </p:cNvSpPr>
          <p:nvPr>
            <p:ph type="pic" sz="quarter" idx="31"/>
          </p:nvPr>
        </p:nvSpPr>
        <p:spPr>
          <a:xfrm>
            <a:off x="9387804" y="2743207"/>
            <a:ext cx="2011680" cy="2011680"/>
          </a:xfrm>
          <a:prstGeom prst="ellipse">
            <a:avLst/>
          </a:prstGeom>
        </p:spPr>
        <p:txBody>
          <a:bodyPr/>
          <a:lstStyle>
            <a:lvl1pPr>
              <a:defRPr>
                <a:solidFill>
                  <a:schemeClr val="tx1"/>
                </a:solidFill>
              </a:defRPr>
            </a:lvl1pPr>
          </a:lstStyle>
          <a:p>
            <a:r>
              <a:rPr lang="en-US"/>
              <a:t>Click icon to add picture</a:t>
            </a:r>
            <a:endParaRPr lang="en-US" dirty="0"/>
          </a:p>
        </p:txBody>
      </p:sp>
      <p:sp>
        <p:nvSpPr>
          <p:cNvPr id="36" name="Text Placeholder 33">
            <a:extLst>
              <a:ext uri="{FF2B5EF4-FFF2-40B4-BE49-F238E27FC236}">
                <a16:creationId xmlns:a16="http://schemas.microsoft.com/office/drawing/2014/main" id="{C9D94F0F-A124-427C-8B51-4EA7A2DA41ED}"/>
              </a:ext>
            </a:extLst>
          </p:cNvPr>
          <p:cNvSpPr>
            <a:spLocks noGrp="1"/>
          </p:cNvSpPr>
          <p:nvPr>
            <p:ph type="body" sz="quarter" idx="32" hasCustomPrompt="1"/>
          </p:nvPr>
        </p:nvSpPr>
        <p:spPr>
          <a:xfrm>
            <a:off x="9296365" y="4892024"/>
            <a:ext cx="2368296" cy="312444"/>
          </a:xfrm>
        </p:spPr>
        <p:txBody>
          <a:bodyPr vert="horz" lIns="0" tIns="0" rIns="0" bIns="0" rtlCol="0" anchor="t" anchorCtr="0">
            <a:noAutofit/>
          </a:bodyPr>
          <a:lstStyle>
            <a:lvl1pPr algn="l">
              <a:defRPr lang="en-US" sz="1600" b="0" dirty="0">
                <a:solidFill>
                  <a:schemeClr val="tx1"/>
                </a:solidFill>
                <a:latin typeface="Oracle Sans Extra Bold" panose="020B0803020204020204" pitchFamily="34" charset="0"/>
                <a:ea typeface="+mj-ea"/>
                <a:cs typeface="Oracle Sans Extra Bold" panose="020B0803020204020204" pitchFamily="34" charset="0"/>
              </a:defRPr>
            </a:lvl1pPr>
          </a:lstStyle>
          <a:p>
            <a:pPr lvl="0">
              <a:spcBef>
                <a:spcPct val="0"/>
              </a:spcBef>
            </a:pPr>
            <a:r>
              <a:rPr lang="en-US" dirty="0"/>
              <a:t>Add speaker name</a:t>
            </a:r>
          </a:p>
        </p:txBody>
      </p:sp>
      <p:sp>
        <p:nvSpPr>
          <p:cNvPr id="39" name="Text Placeholder 33">
            <a:extLst>
              <a:ext uri="{FF2B5EF4-FFF2-40B4-BE49-F238E27FC236}">
                <a16:creationId xmlns:a16="http://schemas.microsoft.com/office/drawing/2014/main" id="{D51FC9E3-DCC2-4D0A-80C8-4CB3924EC6CD}"/>
              </a:ext>
            </a:extLst>
          </p:cNvPr>
          <p:cNvSpPr>
            <a:spLocks noGrp="1"/>
          </p:cNvSpPr>
          <p:nvPr>
            <p:ph type="body" sz="quarter" idx="33" hasCustomPrompt="1"/>
          </p:nvPr>
        </p:nvSpPr>
        <p:spPr>
          <a:xfrm>
            <a:off x="9296365" y="5220823"/>
            <a:ext cx="2368296" cy="278431"/>
          </a:xfrm>
        </p:spPr>
        <p:txBody>
          <a:bodyPr vert="horz" lIns="0" tIns="0" rIns="0" bIns="0" rtlCol="0" anchor="t" anchorCtr="0">
            <a:noAutofit/>
          </a:bodyPr>
          <a:lstStyle>
            <a:lvl1pPr algn="l">
              <a:defRPr lang="en-US" sz="1400" dirty="0">
                <a:solidFill>
                  <a:schemeClr val="tx1"/>
                </a:solidFill>
                <a:latin typeface="+mn-lt"/>
                <a:ea typeface="+mj-ea"/>
                <a:cs typeface="Oracle Sans Extra Bold" panose="020B0503020204020204" pitchFamily="34" charset="0"/>
              </a:defRPr>
            </a:lvl1pPr>
          </a:lstStyle>
          <a:p>
            <a:pPr lvl="0">
              <a:spcBef>
                <a:spcPct val="0"/>
              </a:spcBef>
            </a:pPr>
            <a:r>
              <a:rPr lang="en-US" dirty="0"/>
              <a:t>Add speaker title</a:t>
            </a:r>
          </a:p>
        </p:txBody>
      </p:sp>
      <p:sp>
        <p:nvSpPr>
          <p:cNvPr id="2" name="Slide Number Placeholder 7">
            <a:extLst>
              <a:ext uri="{FF2B5EF4-FFF2-40B4-BE49-F238E27FC236}">
                <a16:creationId xmlns:a16="http://schemas.microsoft.com/office/drawing/2014/main" id="{9551C7D5-93CF-BA74-CCF0-4136B0743763}"/>
              </a:ext>
            </a:extLst>
          </p:cNvPr>
          <p:cNvSpPr>
            <a:spLocks noGrp="1"/>
          </p:cNvSpPr>
          <p:nvPr>
            <p:ph type="sldNum" sz="quarter" idx="17"/>
          </p:nvPr>
        </p:nvSpPr>
        <p:spPr>
          <a:xfrm>
            <a:off x="762000" y="6423660"/>
            <a:ext cx="365760" cy="365760"/>
          </a:xfrm>
        </p:spPr>
        <p:txBody>
          <a:bodyPr/>
          <a:lstStyle>
            <a:lvl1pPr>
              <a:defRPr>
                <a:solidFill>
                  <a:srgbClr val="AEA8A2"/>
                </a:solidFill>
              </a:defRPr>
            </a:lvl1pPr>
          </a:lstStyle>
          <a:p>
            <a:fld id="{345D60D9-5372-5F40-9443-0F9AE5BDC3C8}" type="slidenum">
              <a:rPr lang="en-US" smtClean="0"/>
              <a:pPr/>
              <a:t>‹#›</a:t>
            </a:fld>
            <a:endParaRPr lang="en-US" dirty="0"/>
          </a:p>
        </p:txBody>
      </p:sp>
      <p:sp>
        <p:nvSpPr>
          <p:cNvPr id="3" name="Footer Placeholder 6">
            <a:extLst>
              <a:ext uri="{FF2B5EF4-FFF2-40B4-BE49-F238E27FC236}">
                <a16:creationId xmlns:a16="http://schemas.microsoft.com/office/drawing/2014/main" id="{5C84E735-4FBC-11F2-537D-944E6BCA9E45}"/>
              </a:ext>
            </a:extLst>
          </p:cNvPr>
          <p:cNvSpPr>
            <a:spLocks noGrp="1"/>
          </p:cNvSpPr>
          <p:nvPr>
            <p:ph type="ftr" sz="quarter" idx="16"/>
          </p:nvPr>
        </p:nvSpPr>
        <p:spPr>
          <a:xfrm>
            <a:off x="1127759" y="6423978"/>
            <a:ext cx="5745379" cy="365125"/>
          </a:xfrm>
        </p:spPr>
        <p:txBody>
          <a:bodyPr/>
          <a:lstStyle>
            <a:lvl1pPr>
              <a:defRPr>
                <a:solidFill>
                  <a:srgbClr val="AEA8A2"/>
                </a:solidFill>
              </a:defRPr>
            </a:lvl1pPr>
          </a:lstStyle>
          <a:p>
            <a:r>
              <a:rPr lang="en-US"/>
              <a:t>Copyright © 2025, Oracle and/or its affiliates |  Confidential: Internal/Restricted/Highly Restricted</a:t>
            </a:r>
            <a:endParaRPr lang="en-US" dirty="0"/>
          </a:p>
        </p:txBody>
      </p:sp>
      <p:sp>
        <p:nvSpPr>
          <p:cNvPr id="4" name="Date Placeholder 4">
            <a:extLst>
              <a:ext uri="{FF2B5EF4-FFF2-40B4-BE49-F238E27FC236}">
                <a16:creationId xmlns:a16="http://schemas.microsoft.com/office/drawing/2014/main" id="{C254BE3A-04D0-D60F-3E47-CF743F973705}"/>
              </a:ext>
            </a:extLst>
          </p:cNvPr>
          <p:cNvSpPr>
            <a:spLocks noGrp="1"/>
          </p:cNvSpPr>
          <p:nvPr>
            <p:ph type="dt" sz="half" idx="15"/>
          </p:nvPr>
        </p:nvSpPr>
        <p:spPr>
          <a:xfrm>
            <a:off x="6873138" y="6425604"/>
            <a:ext cx="2743200" cy="363500"/>
          </a:xfrm>
        </p:spPr>
        <p:txBody>
          <a:bodyPr/>
          <a:lstStyle>
            <a:lvl1pPr>
              <a:defRPr>
                <a:solidFill>
                  <a:srgbClr val="AEA8A2"/>
                </a:solidFill>
              </a:defRPr>
            </a:lvl1pPr>
          </a:lstStyle>
          <a:p>
            <a:r>
              <a:rPr lang="en-US"/>
              <a:t>[Date]</a:t>
            </a:r>
            <a:endParaRPr lang="en-US" dirty="0"/>
          </a:p>
        </p:txBody>
      </p:sp>
    </p:spTree>
    <p:extLst>
      <p:ext uri="{BB962C8B-B14F-4D97-AF65-F5344CB8AC3E}">
        <p14:creationId xmlns:p14="http://schemas.microsoft.com/office/powerpoint/2010/main" val="1770214561"/>
      </p:ext>
    </p:extLst>
  </p:cSld>
  <p:clrMapOvr>
    <a:overrideClrMapping bg1="dk1" tx1="lt1" bg2="dk2" tx2="lt2" accent1="accent1" accent2="accent2" accent3="accent3" accent4="accent4" accent5="accent5" accent6="accent6" hlink="hlink" folHlink="folHlink"/>
  </p:clrMapOvr>
  <p:transition>
    <p:fade/>
  </p:transition>
  <p:extLst>
    <p:ext uri="{DCECCB84-F9BA-43D5-87BE-67443E8EF086}">
      <p15:sldGuideLst xmlns:p15="http://schemas.microsoft.com/office/powerpoint/2012/main">
        <p15:guide id="1" pos="7362">
          <p15:clr>
            <a:srgbClr val="FBAE40"/>
          </p15:clr>
        </p15:guide>
        <p15:guide id="2" pos="5676">
          <p15:clr>
            <a:srgbClr val="FBAE40"/>
          </p15:clr>
        </p15:guide>
      </p15:sldGuideLst>
    </p:ext>
  </p:extLst>
</p:sldLayout>
</file>

<file path=ppt/slideLayouts/slideLayout21.xml><?xml version="1.0" encoding="utf-8"?>
<p:sldLayout xmlns:a="http://schemas.openxmlformats.org/drawingml/2006/main" xmlns:r="http://schemas.openxmlformats.org/officeDocument/2006/relationships" xmlns:p="http://schemas.openxmlformats.org/presentationml/2006/main" preserve="1" userDrawn="1">
  <p:cSld name="Speaker_4">
    <p:bg>
      <p:bgRef idx="1001">
        <a:schemeClr val="bg2"/>
      </p:bgRef>
    </p:bg>
    <p:spTree>
      <p:nvGrpSpPr>
        <p:cNvPr id="1" name=""/>
        <p:cNvGrpSpPr/>
        <p:nvPr/>
      </p:nvGrpSpPr>
      <p:grpSpPr>
        <a:xfrm>
          <a:off x="0" y="0"/>
          <a:ext cx="0" cy="0"/>
          <a:chOff x="0" y="0"/>
          <a:chExt cx="0" cy="0"/>
        </a:xfrm>
      </p:grpSpPr>
      <p:sp>
        <p:nvSpPr>
          <p:cNvPr id="36" name="Title 1">
            <a:extLst>
              <a:ext uri="{FF2B5EF4-FFF2-40B4-BE49-F238E27FC236}">
                <a16:creationId xmlns:a16="http://schemas.microsoft.com/office/drawing/2014/main" id="{AD59539A-0265-4CF1-A242-1D32DF1299D9}"/>
              </a:ext>
            </a:extLst>
          </p:cNvPr>
          <p:cNvSpPr>
            <a:spLocks noGrp="1"/>
          </p:cNvSpPr>
          <p:nvPr>
            <p:ph type="title" hasCustomPrompt="1"/>
          </p:nvPr>
        </p:nvSpPr>
        <p:spPr>
          <a:xfrm>
            <a:off x="761998" y="1600200"/>
            <a:ext cx="3474720" cy="1320103"/>
          </a:xfrm>
        </p:spPr>
        <p:txBody>
          <a:bodyPr vert="horz" wrap="square" lIns="0" tIns="0" rIns="0" bIns="0" rtlCol="0" anchor="b" anchorCtr="0">
            <a:normAutofit/>
          </a:bodyPr>
          <a:lstStyle>
            <a:lvl1pPr marL="0" algn="l" defTabSz="914400" rtl="0" eaLnBrk="1" latinLnBrk="0" hangingPunct="1">
              <a:lnSpc>
                <a:spcPct val="100000"/>
              </a:lnSpc>
              <a:spcBef>
                <a:spcPct val="0"/>
              </a:spcBef>
              <a:buNone/>
              <a:defRPr lang="en-US" sz="3600" b="1" i="0" kern="1200" baseline="0" dirty="0">
                <a:solidFill>
                  <a:schemeClr val="tx1"/>
                </a:solidFill>
                <a:latin typeface="Oracle Sans Tab" panose="020B0503020204020204" pitchFamily="34" charset="0"/>
                <a:ea typeface="+mj-ea"/>
                <a:cs typeface="+mj-cs"/>
              </a:defRPr>
            </a:lvl1pPr>
          </a:lstStyle>
          <a:p>
            <a:pPr marL="0" lvl="0">
              <a:lnSpc>
                <a:spcPct val="100000"/>
              </a:lnSpc>
            </a:pPr>
            <a:r>
              <a:rPr lang="en-US" dirty="0"/>
              <a:t>Speakers</a:t>
            </a:r>
          </a:p>
        </p:txBody>
      </p:sp>
      <p:sp>
        <p:nvSpPr>
          <p:cNvPr id="19" name="Picture Placeholder 4">
            <a:extLst>
              <a:ext uri="{FF2B5EF4-FFF2-40B4-BE49-F238E27FC236}">
                <a16:creationId xmlns:a16="http://schemas.microsoft.com/office/drawing/2014/main" id="{DEEA7EE7-413E-4F05-94D2-2DA6180164CA}"/>
              </a:ext>
            </a:extLst>
          </p:cNvPr>
          <p:cNvSpPr>
            <a:spLocks noGrp="1" noChangeAspect="1"/>
          </p:cNvSpPr>
          <p:nvPr>
            <p:ph type="pic" sz="quarter" idx="10"/>
          </p:nvPr>
        </p:nvSpPr>
        <p:spPr>
          <a:xfrm>
            <a:off x="6199884" y="594391"/>
            <a:ext cx="1553265" cy="1554480"/>
          </a:xfrm>
          <a:prstGeom prst="ellipse">
            <a:avLst/>
          </a:prstGeom>
        </p:spPr>
        <p:txBody>
          <a:bodyPr/>
          <a:lstStyle>
            <a:lvl1pPr>
              <a:defRPr>
                <a:solidFill>
                  <a:schemeClr val="tx1"/>
                </a:solidFill>
              </a:defRPr>
            </a:lvl1pPr>
          </a:lstStyle>
          <a:p>
            <a:r>
              <a:rPr lang="en-US"/>
              <a:t>Click icon to add picture</a:t>
            </a:r>
            <a:endParaRPr lang="en-US" dirty="0"/>
          </a:p>
        </p:txBody>
      </p:sp>
      <p:sp>
        <p:nvSpPr>
          <p:cNvPr id="37" name="Text Placeholder 33">
            <a:extLst>
              <a:ext uri="{FF2B5EF4-FFF2-40B4-BE49-F238E27FC236}">
                <a16:creationId xmlns:a16="http://schemas.microsoft.com/office/drawing/2014/main" id="{4B94D438-35CF-4631-8709-33AB89A0307E}"/>
              </a:ext>
            </a:extLst>
          </p:cNvPr>
          <p:cNvSpPr>
            <a:spLocks noGrp="1"/>
          </p:cNvSpPr>
          <p:nvPr>
            <p:ph type="body" sz="quarter" idx="12" hasCustomPrompt="1"/>
          </p:nvPr>
        </p:nvSpPr>
        <p:spPr>
          <a:xfrm>
            <a:off x="6107764" y="2283568"/>
            <a:ext cx="1920240" cy="298064"/>
          </a:xfrm>
        </p:spPr>
        <p:txBody>
          <a:bodyPr vert="horz" lIns="0" tIns="0" rIns="0" bIns="0" rtlCol="0" anchor="t" anchorCtr="0">
            <a:noAutofit/>
          </a:bodyPr>
          <a:lstStyle>
            <a:lvl1pPr algn="l">
              <a:defRPr lang="en-US" sz="1600" b="0" dirty="0">
                <a:solidFill>
                  <a:schemeClr val="tx1"/>
                </a:solidFill>
                <a:latin typeface="Oracle Sans Extra Bold" panose="020B0803020204020204" pitchFamily="34" charset="0"/>
                <a:ea typeface="+mj-ea"/>
                <a:cs typeface="Oracle Sans Extra Bold" panose="020B0803020204020204" pitchFamily="34" charset="0"/>
              </a:defRPr>
            </a:lvl1pPr>
          </a:lstStyle>
          <a:p>
            <a:pPr lvl="0">
              <a:spcBef>
                <a:spcPct val="0"/>
              </a:spcBef>
            </a:pPr>
            <a:r>
              <a:rPr lang="en-US" dirty="0"/>
              <a:t>Add speaker name</a:t>
            </a:r>
          </a:p>
        </p:txBody>
      </p:sp>
      <p:sp>
        <p:nvSpPr>
          <p:cNvPr id="38" name="Text Placeholder 33">
            <a:extLst>
              <a:ext uri="{FF2B5EF4-FFF2-40B4-BE49-F238E27FC236}">
                <a16:creationId xmlns:a16="http://schemas.microsoft.com/office/drawing/2014/main" id="{F34D25E2-243D-4B96-8C35-F96C56B3482F}"/>
              </a:ext>
            </a:extLst>
          </p:cNvPr>
          <p:cNvSpPr>
            <a:spLocks noGrp="1"/>
          </p:cNvSpPr>
          <p:nvPr>
            <p:ph type="body" sz="quarter" idx="13" hasCustomPrompt="1"/>
          </p:nvPr>
        </p:nvSpPr>
        <p:spPr>
          <a:xfrm>
            <a:off x="6107764" y="2631374"/>
            <a:ext cx="1920240" cy="248992"/>
          </a:xfrm>
        </p:spPr>
        <p:txBody>
          <a:bodyPr vert="horz" lIns="0" tIns="0" rIns="0" bIns="0" rtlCol="0" anchor="t" anchorCtr="0">
            <a:noAutofit/>
          </a:bodyPr>
          <a:lstStyle>
            <a:lvl1pPr algn="l">
              <a:defRPr lang="en-US" sz="1400" dirty="0">
                <a:solidFill>
                  <a:schemeClr val="tx1"/>
                </a:solidFill>
                <a:latin typeface="+mn-lt"/>
                <a:ea typeface="+mj-ea"/>
                <a:cs typeface="Oracle Sans Extra Bold" panose="020B0503020204020204" pitchFamily="34" charset="0"/>
              </a:defRPr>
            </a:lvl1pPr>
          </a:lstStyle>
          <a:p>
            <a:pPr lvl="0">
              <a:spcBef>
                <a:spcPct val="0"/>
              </a:spcBef>
            </a:pPr>
            <a:r>
              <a:rPr lang="en-US" dirty="0"/>
              <a:t>Add speaker title</a:t>
            </a:r>
          </a:p>
        </p:txBody>
      </p:sp>
      <p:sp>
        <p:nvSpPr>
          <p:cNvPr id="50" name="Picture Placeholder 4">
            <a:extLst>
              <a:ext uri="{FF2B5EF4-FFF2-40B4-BE49-F238E27FC236}">
                <a16:creationId xmlns:a16="http://schemas.microsoft.com/office/drawing/2014/main" id="{13E21815-6A02-4A6A-80C9-0617BE9066A4}"/>
              </a:ext>
            </a:extLst>
          </p:cNvPr>
          <p:cNvSpPr>
            <a:spLocks noGrp="1" noChangeAspect="1"/>
          </p:cNvSpPr>
          <p:nvPr>
            <p:ph type="pic" sz="quarter" idx="16"/>
          </p:nvPr>
        </p:nvSpPr>
        <p:spPr>
          <a:xfrm>
            <a:off x="9010964" y="594391"/>
            <a:ext cx="1553265" cy="1554480"/>
          </a:xfrm>
          <a:prstGeom prst="ellipse">
            <a:avLst/>
          </a:prstGeom>
        </p:spPr>
        <p:txBody>
          <a:bodyPr/>
          <a:lstStyle>
            <a:lvl1pPr>
              <a:defRPr>
                <a:solidFill>
                  <a:schemeClr val="tx1"/>
                </a:solidFill>
              </a:defRPr>
            </a:lvl1pPr>
          </a:lstStyle>
          <a:p>
            <a:r>
              <a:rPr lang="en-US"/>
              <a:t>Click icon to add picture</a:t>
            </a:r>
            <a:endParaRPr lang="en-US" dirty="0"/>
          </a:p>
        </p:txBody>
      </p:sp>
      <p:sp>
        <p:nvSpPr>
          <p:cNvPr id="22" name="Text Placeholder 33">
            <a:extLst>
              <a:ext uri="{FF2B5EF4-FFF2-40B4-BE49-F238E27FC236}">
                <a16:creationId xmlns:a16="http://schemas.microsoft.com/office/drawing/2014/main" id="{B1E285A0-A2E7-DE49-A7D9-B15F13096B4D}"/>
              </a:ext>
            </a:extLst>
          </p:cNvPr>
          <p:cNvSpPr>
            <a:spLocks noGrp="1"/>
          </p:cNvSpPr>
          <p:nvPr>
            <p:ph type="body" sz="quarter" idx="23" hasCustomPrompt="1"/>
          </p:nvPr>
        </p:nvSpPr>
        <p:spPr>
          <a:xfrm>
            <a:off x="8918844" y="2283568"/>
            <a:ext cx="1920240" cy="298064"/>
          </a:xfrm>
        </p:spPr>
        <p:txBody>
          <a:bodyPr vert="horz" lIns="0" tIns="0" rIns="0" bIns="0" rtlCol="0" anchor="t" anchorCtr="0">
            <a:noAutofit/>
          </a:bodyPr>
          <a:lstStyle>
            <a:lvl1pPr algn="l">
              <a:defRPr lang="en-US" sz="1600" b="0" dirty="0">
                <a:solidFill>
                  <a:schemeClr val="tx1"/>
                </a:solidFill>
                <a:latin typeface="Oracle Sans Extra Bold" panose="020B0803020204020204" pitchFamily="34" charset="0"/>
                <a:ea typeface="+mj-ea"/>
                <a:cs typeface="Oracle Sans Extra Bold" panose="020B0803020204020204" pitchFamily="34" charset="0"/>
              </a:defRPr>
            </a:lvl1pPr>
          </a:lstStyle>
          <a:p>
            <a:pPr lvl="0">
              <a:spcBef>
                <a:spcPct val="0"/>
              </a:spcBef>
            </a:pPr>
            <a:r>
              <a:rPr lang="en-US" dirty="0"/>
              <a:t>Add speaker name</a:t>
            </a:r>
          </a:p>
        </p:txBody>
      </p:sp>
      <p:sp>
        <p:nvSpPr>
          <p:cNvPr id="23" name="Text Placeholder 33">
            <a:extLst>
              <a:ext uri="{FF2B5EF4-FFF2-40B4-BE49-F238E27FC236}">
                <a16:creationId xmlns:a16="http://schemas.microsoft.com/office/drawing/2014/main" id="{824EDADA-2643-C24E-A532-5AF7FDEFBB0A}"/>
              </a:ext>
            </a:extLst>
          </p:cNvPr>
          <p:cNvSpPr>
            <a:spLocks noGrp="1"/>
          </p:cNvSpPr>
          <p:nvPr>
            <p:ph type="body" sz="quarter" idx="24" hasCustomPrompt="1"/>
          </p:nvPr>
        </p:nvSpPr>
        <p:spPr>
          <a:xfrm>
            <a:off x="8918844" y="2631374"/>
            <a:ext cx="1920240" cy="248992"/>
          </a:xfrm>
        </p:spPr>
        <p:txBody>
          <a:bodyPr vert="horz" lIns="0" tIns="0" rIns="0" bIns="0" rtlCol="0" anchor="t" anchorCtr="0">
            <a:noAutofit/>
          </a:bodyPr>
          <a:lstStyle>
            <a:lvl1pPr algn="l">
              <a:defRPr lang="en-US" sz="1400" dirty="0">
                <a:solidFill>
                  <a:schemeClr val="tx1"/>
                </a:solidFill>
                <a:latin typeface="+mn-lt"/>
                <a:ea typeface="+mj-ea"/>
                <a:cs typeface="Oracle Sans Extra Bold" panose="020B0503020204020204" pitchFamily="34" charset="0"/>
              </a:defRPr>
            </a:lvl1pPr>
          </a:lstStyle>
          <a:p>
            <a:pPr lvl="0">
              <a:spcBef>
                <a:spcPct val="0"/>
              </a:spcBef>
            </a:pPr>
            <a:r>
              <a:rPr lang="en-US" dirty="0"/>
              <a:t>Add speaker title</a:t>
            </a:r>
          </a:p>
        </p:txBody>
      </p:sp>
      <p:sp>
        <p:nvSpPr>
          <p:cNvPr id="30" name="Picture Placeholder 4">
            <a:extLst>
              <a:ext uri="{FF2B5EF4-FFF2-40B4-BE49-F238E27FC236}">
                <a16:creationId xmlns:a16="http://schemas.microsoft.com/office/drawing/2014/main" id="{EFC6E2D0-3B2A-2942-B1BA-2FB20BD0EEC6}"/>
              </a:ext>
            </a:extLst>
          </p:cNvPr>
          <p:cNvSpPr>
            <a:spLocks noGrp="1" noChangeAspect="1"/>
          </p:cNvSpPr>
          <p:nvPr>
            <p:ph type="pic" sz="quarter" idx="27"/>
          </p:nvPr>
        </p:nvSpPr>
        <p:spPr>
          <a:xfrm>
            <a:off x="6199884" y="3429000"/>
            <a:ext cx="1553265" cy="1554480"/>
          </a:xfrm>
          <a:prstGeom prst="ellipse">
            <a:avLst/>
          </a:prstGeom>
        </p:spPr>
        <p:txBody>
          <a:bodyPr/>
          <a:lstStyle>
            <a:lvl1pPr>
              <a:defRPr>
                <a:solidFill>
                  <a:schemeClr val="tx1"/>
                </a:solidFill>
              </a:defRPr>
            </a:lvl1pPr>
          </a:lstStyle>
          <a:p>
            <a:r>
              <a:rPr lang="en-US"/>
              <a:t>Click icon to add picture</a:t>
            </a:r>
            <a:endParaRPr lang="en-US" dirty="0"/>
          </a:p>
        </p:txBody>
      </p:sp>
      <p:sp>
        <p:nvSpPr>
          <p:cNvPr id="28" name="Text Placeholder 33">
            <a:extLst>
              <a:ext uri="{FF2B5EF4-FFF2-40B4-BE49-F238E27FC236}">
                <a16:creationId xmlns:a16="http://schemas.microsoft.com/office/drawing/2014/main" id="{C58C0826-10EF-F849-A3C1-413E3484114A}"/>
              </a:ext>
            </a:extLst>
          </p:cNvPr>
          <p:cNvSpPr>
            <a:spLocks noGrp="1"/>
          </p:cNvSpPr>
          <p:nvPr>
            <p:ph type="body" sz="quarter" idx="25" hasCustomPrompt="1"/>
          </p:nvPr>
        </p:nvSpPr>
        <p:spPr>
          <a:xfrm>
            <a:off x="6119529" y="5118177"/>
            <a:ext cx="1920240" cy="298064"/>
          </a:xfrm>
        </p:spPr>
        <p:txBody>
          <a:bodyPr vert="horz" lIns="0" tIns="0" rIns="0" bIns="0" rtlCol="0" anchor="t" anchorCtr="0">
            <a:noAutofit/>
          </a:bodyPr>
          <a:lstStyle>
            <a:lvl1pPr algn="l">
              <a:defRPr lang="en-US" sz="1600" b="0" dirty="0">
                <a:solidFill>
                  <a:schemeClr val="tx1"/>
                </a:solidFill>
                <a:latin typeface="Oracle Sans Extra Bold" panose="020B0803020204020204" pitchFamily="34" charset="0"/>
                <a:ea typeface="+mj-ea"/>
                <a:cs typeface="Oracle Sans Extra Bold" panose="020B0803020204020204" pitchFamily="34" charset="0"/>
              </a:defRPr>
            </a:lvl1pPr>
          </a:lstStyle>
          <a:p>
            <a:pPr lvl="0">
              <a:spcBef>
                <a:spcPct val="0"/>
              </a:spcBef>
            </a:pPr>
            <a:r>
              <a:rPr lang="en-US" dirty="0"/>
              <a:t>Add speaker name</a:t>
            </a:r>
          </a:p>
        </p:txBody>
      </p:sp>
      <p:sp>
        <p:nvSpPr>
          <p:cNvPr id="29" name="Text Placeholder 33">
            <a:extLst>
              <a:ext uri="{FF2B5EF4-FFF2-40B4-BE49-F238E27FC236}">
                <a16:creationId xmlns:a16="http://schemas.microsoft.com/office/drawing/2014/main" id="{31FE92C1-9507-1C45-8CA1-FA2A0EA3FCED}"/>
              </a:ext>
            </a:extLst>
          </p:cNvPr>
          <p:cNvSpPr>
            <a:spLocks noGrp="1"/>
          </p:cNvSpPr>
          <p:nvPr>
            <p:ph type="body" sz="quarter" idx="26" hasCustomPrompt="1"/>
          </p:nvPr>
        </p:nvSpPr>
        <p:spPr>
          <a:xfrm>
            <a:off x="6107764" y="5465983"/>
            <a:ext cx="1920240" cy="248992"/>
          </a:xfrm>
        </p:spPr>
        <p:txBody>
          <a:bodyPr vert="horz" lIns="0" tIns="0" rIns="0" bIns="0" rtlCol="0" anchor="t" anchorCtr="0">
            <a:noAutofit/>
          </a:bodyPr>
          <a:lstStyle>
            <a:lvl1pPr algn="l">
              <a:defRPr lang="en-US" sz="1400" dirty="0">
                <a:solidFill>
                  <a:schemeClr val="tx1"/>
                </a:solidFill>
                <a:latin typeface="+mn-lt"/>
                <a:ea typeface="+mj-ea"/>
                <a:cs typeface="Oracle Sans Extra Bold" panose="020B0503020204020204" pitchFamily="34" charset="0"/>
              </a:defRPr>
            </a:lvl1pPr>
          </a:lstStyle>
          <a:p>
            <a:pPr lvl="0">
              <a:spcBef>
                <a:spcPct val="0"/>
              </a:spcBef>
            </a:pPr>
            <a:r>
              <a:rPr lang="en-US" dirty="0"/>
              <a:t>Add speaker title</a:t>
            </a:r>
          </a:p>
        </p:txBody>
      </p:sp>
      <p:sp>
        <p:nvSpPr>
          <p:cNvPr id="31" name="Picture Placeholder 4">
            <a:extLst>
              <a:ext uri="{FF2B5EF4-FFF2-40B4-BE49-F238E27FC236}">
                <a16:creationId xmlns:a16="http://schemas.microsoft.com/office/drawing/2014/main" id="{ED40B0E3-F4BB-EC49-8D7A-713B54016EEA}"/>
              </a:ext>
            </a:extLst>
          </p:cNvPr>
          <p:cNvSpPr>
            <a:spLocks noGrp="1" noChangeAspect="1"/>
          </p:cNvSpPr>
          <p:nvPr>
            <p:ph type="pic" sz="quarter" idx="28"/>
          </p:nvPr>
        </p:nvSpPr>
        <p:spPr>
          <a:xfrm>
            <a:off x="9010964" y="3429000"/>
            <a:ext cx="1553265" cy="1554480"/>
          </a:xfrm>
          <a:prstGeom prst="ellipse">
            <a:avLst/>
          </a:prstGeom>
        </p:spPr>
        <p:txBody>
          <a:bodyPr/>
          <a:lstStyle>
            <a:lvl1pPr>
              <a:defRPr>
                <a:solidFill>
                  <a:schemeClr val="tx1"/>
                </a:solidFill>
              </a:defRPr>
            </a:lvl1pPr>
          </a:lstStyle>
          <a:p>
            <a:r>
              <a:rPr lang="en-US"/>
              <a:t>Click icon to add picture</a:t>
            </a:r>
          </a:p>
        </p:txBody>
      </p:sp>
      <p:sp>
        <p:nvSpPr>
          <p:cNvPr id="32" name="Text Placeholder 33">
            <a:extLst>
              <a:ext uri="{FF2B5EF4-FFF2-40B4-BE49-F238E27FC236}">
                <a16:creationId xmlns:a16="http://schemas.microsoft.com/office/drawing/2014/main" id="{75EA1EAA-9631-6446-9C35-80FDF680DE0B}"/>
              </a:ext>
            </a:extLst>
          </p:cNvPr>
          <p:cNvSpPr>
            <a:spLocks noGrp="1"/>
          </p:cNvSpPr>
          <p:nvPr>
            <p:ph type="body" sz="quarter" idx="29" hasCustomPrompt="1"/>
          </p:nvPr>
        </p:nvSpPr>
        <p:spPr>
          <a:xfrm>
            <a:off x="8918844" y="5118177"/>
            <a:ext cx="1920240" cy="298064"/>
          </a:xfrm>
        </p:spPr>
        <p:txBody>
          <a:bodyPr vert="horz" lIns="0" tIns="0" rIns="0" bIns="0" rtlCol="0" anchor="t" anchorCtr="0">
            <a:noAutofit/>
          </a:bodyPr>
          <a:lstStyle>
            <a:lvl1pPr algn="l">
              <a:defRPr lang="en-US" sz="1600" b="0" dirty="0">
                <a:solidFill>
                  <a:schemeClr val="tx1"/>
                </a:solidFill>
                <a:latin typeface="Oracle Sans Extra Bold" panose="020B0803020204020204" pitchFamily="34" charset="0"/>
                <a:ea typeface="+mj-ea"/>
                <a:cs typeface="Oracle Sans Extra Bold" panose="020B0803020204020204" pitchFamily="34" charset="0"/>
              </a:defRPr>
            </a:lvl1pPr>
          </a:lstStyle>
          <a:p>
            <a:pPr lvl="0">
              <a:spcBef>
                <a:spcPct val="0"/>
              </a:spcBef>
            </a:pPr>
            <a:r>
              <a:rPr lang="en-US" dirty="0"/>
              <a:t>Add speaker name</a:t>
            </a:r>
          </a:p>
        </p:txBody>
      </p:sp>
      <p:sp>
        <p:nvSpPr>
          <p:cNvPr id="33" name="Text Placeholder 33">
            <a:extLst>
              <a:ext uri="{FF2B5EF4-FFF2-40B4-BE49-F238E27FC236}">
                <a16:creationId xmlns:a16="http://schemas.microsoft.com/office/drawing/2014/main" id="{D9FA6B46-487D-254B-8AB6-DCB6C449BF8B}"/>
              </a:ext>
            </a:extLst>
          </p:cNvPr>
          <p:cNvSpPr>
            <a:spLocks noGrp="1"/>
          </p:cNvSpPr>
          <p:nvPr>
            <p:ph type="body" sz="quarter" idx="30" hasCustomPrompt="1"/>
          </p:nvPr>
        </p:nvSpPr>
        <p:spPr>
          <a:xfrm>
            <a:off x="8918844" y="5465983"/>
            <a:ext cx="1920240" cy="248992"/>
          </a:xfrm>
        </p:spPr>
        <p:txBody>
          <a:bodyPr vert="horz" lIns="0" tIns="0" rIns="0" bIns="0" rtlCol="0" anchor="t" anchorCtr="0">
            <a:noAutofit/>
          </a:bodyPr>
          <a:lstStyle>
            <a:lvl1pPr algn="l">
              <a:defRPr lang="en-US" sz="1400" dirty="0">
                <a:solidFill>
                  <a:schemeClr val="tx1"/>
                </a:solidFill>
                <a:latin typeface="+mn-lt"/>
                <a:ea typeface="+mj-ea"/>
                <a:cs typeface="Oracle Sans Extra Bold" panose="020B0503020204020204" pitchFamily="34" charset="0"/>
              </a:defRPr>
            </a:lvl1pPr>
          </a:lstStyle>
          <a:p>
            <a:pPr lvl="0">
              <a:spcBef>
                <a:spcPct val="0"/>
              </a:spcBef>
            </a:pPr>
            <a:r>
              <a:rPr lang="en-US" dirty="0"/>
              <a:t>Add speaker title</a:t>
            </a:r>
          </a:p>
        </p:txBody>
      </p:sp>
      <p:sp>
        <p:nvSpPr>
          <p:cNvPr id="2" name="Slide Number Placeholder 7">
            <a:extLst>
              <a:ext uri="{FF2B5EF4-FFF2-40B4-BE49-F238E27FC236}">
                <a16:creationId xmlns:a16="http://schemas.microsoft.com/office/drawing/2014/main" id="{6B2BB980-4E85-2D86-1EAC-45585EEE7C2C}"/>
              </a:ext>
            </a:extLst>
          </p:cNvPr>
          <p:cNvSpPr>
            <a:spLocks noGrp="1"/>
          </p:cNvSpPr>
          <p:nvPr>
            <p:ph type="sldNum" sz="quarter" idx="17"/>
          </p:nvPr>
        </p:nvSpPr>
        <p:spPr>
          <a:xfrm>
            <a:off x="762000" y="6423660"/>
            <a:ext cx="365760" cy="365760"/>
          </a:xfrm>
        </p:spPr>
        <p:txBody>
          <a:bodyPr/>
          <a:lstStyle>
            <a:lvl1pPr>
              <a:defRPr>
                <a:solidFill>
                  <a:srgbClr val="AEA8A2"/>
                </a:solidFill>
              </a:defRPr>
            </a:lvl1pPr>
          </a:lstStyle>
          <a:p>
            <a:fld id="{345D60D9-5372-5F40-9443-0F9AE5BDC3C8}" type="slidenum">
              <a:rPr lang="en-US" smtClean="0"/>
              <a:pPr/>
              <a:t>‹#›</a:t>
            </a:fld>
            <a:endParaRPr lang="en-US" dirty="0"/>
          </a:p>
        </p:txBody>
      </p:sp>
      <p:sp>
        <p:nvSpPr>
          <p:cNvPr id="3" name="Footer Placeholder 6">
            <a:extLst>
              <a:ext uri="{FF2B5EF4-FFF2-40B4-BE49-F238E27FC236}">
                <a16:creationId xmlns:a16="http://schemas.microsoft.com/office/drawing/2014/main" id="{B0DB2D8A-6704-C1D6-5725-30487909476A}"/>
              </a:ext>
            </a:extLst>
          </p:cNvPr>
          <p:cNvSpPr>
            <a:spLocks noGrp="1"/>
          </p:cNvSpPr>
          <p:nvPr>
            <p:ph type="ftr" sz="quarter" idx="31"/>
          </p:nvPr>
        </p:nvSpPr>
        <p:spPr>
          <a:xfrm>
            <a:off x="1127759" y="6423978"/>
            <a:ext cx="5745379" cy="365125"/>
          </a:xfrm>
        </p:spPr>
        <p:txBody>
          <a:bodyPr/>
          <a:lstStyle>
            <a:lvl1pPr>
              <a:defRPr>
                <a:solidFill>
                  <a:srgbClr val="AEA8A2"/>
                </a:solidFill>
              </a:defRPr>
            </a:lvl1pPr>
          </a:lstStyle>
          <a:p>
            <a:r>
              <a:rPr lang="en-US"/>
              <a:t>Copyright © 2025, Oracle and/or its affiliates |  Confidential: Internal/Restricted/Highly Restricted</a:t>
            </a:r>
            <a:endParaRPr lang="en-US" dirty="0"/>
          </a:p>
        </p:txBody>
      </p:sp>
      <p:sp>
        <p:nvSpPr>
          <p:cNvPr id="4" name="Date Placeholder 4">
            <a:extLst>
              <a:ext uri="{FF2B5EF4-FFF2-40B4-BE49-F238E27FC236}">
                <a16:creationId xmlns:a16="http://schemas.microsoft.com/office/drawing/2014/main" id="{F6440522-CAB7-F461-F5BF-51C3530983D3}"/>
              </a:ext>
            </a:extLst>
          </p:cNvPr>
          <p:cNvSpPr>
            <a:spLocks noGrp="1"/>
          </p:cNvSpPr>
          <p:nvPr>
            <p:ph type="dt" sz="half" idx="15"/>
          </p:nvPr>
        </p:nvSpPr>
        <p:spPr>
          <a:xfrm>
            <a:off x="6873138" y="6425604"/>
            <a:ext cx="2743200" cy="363500"/>
          </a:xfrm>
        </p:spPr>
        <p:txBody>
          <a:bodyPr/>
          <a:lstStyle>
            <a:lvl1pPr>
              <a:defRPr>
                <a:solidFill>
                  <a:srgbClr val="AEA8A2"/>
                </a:solidFill>
              </a:defRPr>
            </a:lvl1pPr>
          </a:lstStyle>
          <a:p>
            <a:r>
              <a:rPr lang="en-US"/>
              <a:t>[Date]</a:t>
            </a:r>
            <a:endParaRPr lang="en-US" dirty="0"/>
          </a:p>
        </p:txBody>
      </p:sp>
    </p:spTree>
    <p:extLst>
      <p:ext uri="{BB962C8B-B14F-4D97-AF65-F5344CB8AC3E}">
        <p14:creationId xmlns:p14="http://schemas.microsoft.com/office/powerpoint/2010/main" val="2003783345"/>
      </p:ext>
    </p:extLst>
  </p:cSld>
  <p:clrMapOvr>
    <a:overrideClrMapping bg1="dk1" tx1="lt1" bg2="dk2" tx2="lt2" accent1="accent1" accent2="accent2" accent3="accent3" accent4="accent4" accent5="accent5" accent6="accent6" hlink="hlink" folHlink="folHlink"/>
  </p:clrMapOvr>
  <p:transition>
    <p:fade/>
  </p:transition>
</p:sldLayout>
</file>

<file path=ppt/slideLayouts/slideLayout22.xml><?xml version="1.0" encoding="utf-8"?>
<p:sldLayout xmlns:a="http://schemas.openxmlformats.org/drawingml/2006/main" xmlns:r="http://schemas.openxmlformats.org/officeDocument/2006/relationships" xmlns:p="http://schemas.openxmlformats.org/presentationml/2006/main" preserve="1">
  <p:cSld name="Title + 3points Light">
    <p:bg>
      <p:bgRef idx="1001">
        <a:schemeClr val="bg2"/>
      </p:bgRef>
    </p:bg>
    <p:spTree>
      <p:nvGrpSpPr>
        <p:cNvPr id="1" name=""/>
        <p:cNvGrpSpPr/>
        <p:nvPr/>
      </p:nvGrpSpPr>
      <p:grpSpPr>
        <a:xfrm>
          <a:off x="0" y="0"/>
          <a:ext cx="0" cy="0"/>
          <a:chOff x="0" y="0"/>
          <a:chExt cx="0" cy="0"/>
        </a:xfrm>
      </p:grpSpPr>
      <p:pic>
        <p:nvPicPr>
          <p:cNvPr id="9" name="Picture 8">
            <a:extLst>
              <a:ext uri="{FF2B5EF4-FFF2-40B4-BE49-F238E27FC236}">
                <a16:creationId xmlns:a16="http://schemas.microsoft.com/office/drawing/2014/main" id="{67BD0CDE-EF86-D206-6160-3A96FBCEB498}"/>
              </a:ext>
            </a:extLst>
          </p:cNvPr>
          <p:cNvPicPr>
            <a:picLocks noChangeAspect="1"/>
          </p:cNvPicPr>
          <p:nvPr userDrawn="1"/>
        </p:nvPicPr>
        <p:blipFill>
          <a:blip r:embed="rId2">
            <a:extLst>
              <a:ext uri="{28A0092B-C50C-407E-A947-70E740481C1C}">
                <a14:useLocalDpi xmlns:a14="http://schemas.microsoft.com/office/drawing/2010/main"/>
              </a:ext>
            </a:extLst>
          </a:blip>
          <a:stretch>
            <a:fillRect/>
          </a:stretch>
        </p:blipFill>
        <p:spPr>
          <a:xfrm>
            <a:off x="0" y="0"/>
            <a:ext cx="12192000" cy="6858000"/>
          </a:xfrm>
          <a:prstGeom prst="rect">
            <a:avLst/>
          </a:prstGeom>
        </p:spPr>
      </p:pic>
      <p:sp>
        <p:nvSpPr>
          <p:cNvPr id="2" name="Title 1">
            <a:extLst>
              <a:ext uri="{FF2B5EF4-FFF2-40B4-BE49-F238E27FC236}">
                <a16:creationId xmlns:a16="http://schemas.microsoft.com/office/drawing/2014/main" id="{FCA127B8-6459-BEBA-D16E-9D17C5D2578E}"/>
              </a:ext>
            </a:extLst>
          </p:cNvPr>
          <p:cNvSpPr>
            <a:spLocks noGrp="1"/>
          </p:cNvSpPr>
          <p:nvPr>
            <p:ph type="title"/>
          </p:nvPr>
        </p:nvSpPr>
        <p:spPr>
          <a:xfrm>
            <a:off x="778406" y="1123950"/>
            <a:ext cx="4941769" cy="4610100"/>
          </a:xfrm>
          <a:prstGeom prst="rect">
            <a:avLst/>
          </a:prstGeom>
        </p:spPr>
        <p:txBody>
          <a:bodyPr anchor="ctr"/>
          <a:lstStyle>
            <a:lvl1pPr>
              <a:defRPr sz="3600" b="1">
                <a:solidFill>
                  <a:schemeClr val="tx1"/>
                </a:solidFill>
              </a:defRPr>
            </a:lvl1pPr>
          </a:lstStyle>
          <a:p>
            <a:r>
              <a:rPr lang="en-US"/>
              <a:t>Click to edit Master title style</a:t>
            </a:r>
            <a:endParaRPr lang="en-US" dirty="0"/>
          </a:p>
        </p:txBody>
      </p:sp>
      <p:sp>
        <p:nvSpPr>
          <p:cNvPr id="6" name="Text Placeholder 5">
            <a:extLst>
              <a:ext uri="{FF2B5EF4-FFF2-40B4-BE49-F238E27FC236}">
                <a16:creationId xmlns:a16="http://schemas.microsoft.com/office/drawing/2014/main" id="{4A36FF17-F9F3-0957-AD05-F18D3D5D9623}"/>
              </a:ext>
            </a:extLst>
          </p:cNvPr>
          <p:cNvSpPr>
            <a:spLocks noGrp="1"/>
          </p:cNvSpPr>
          <p:nvPr>
            <p:ph type="body" sz="quarter" idx="12" hasCustomPrompt="1"/>
          </p:nvPr>
        </p:nvSpPr>
        <p:spPr>
          <a:xfrm>
            <a:off x="6095604" y="1308567"/>
            <a:ext cx="5277987" cy="1000125"/>
          </a:xfrm>
          <a:prstGeom prst="rect">
            <a:avLst/>
          </a:prstGeom>
        </p:spPr>
        <p:txBody>
          <a:bodyPr>
            <a:noAutofit/>
          </a:bodyPr>
          <a:lstStyle>
            <a:lvl1pPr marL="0" indent="0">
              <a:lnSpc>
                <a:spcPct val="110000"/>
              </a:lnSpc>
              <a:buNone/>
              <a:defRPr sz="1800" b="0" i="0">
                <a:solidFill>
                  <a:schemeClr val="tx1"/>
                </a:solidFill>
                <a:latin typeface="Oracle Sans" panose="020B0503020204020204" pitchFamily="34" charset="0"/>
                <a:cs typeface="Oracle Sans" panose="020B0503020204020204" pitchFamily="34" charset="0"/>
              </a:defRPr>
            </a:lvl1pPr>
          </a:lstStyle>
          <a:p>
            <a:pPr lvl="0"/>
            <a:r>
              <a:rPr lang="en-US" dirty="0"/>
              <a:t>Intro copy or subhead copy goes here, no more than 3 lines</a:t>
            </a:r>
          </a:p>
        </p:txBody>
      </p:sp>
      <p:sp>
        <p:nvSpPr>
          <p:cNvPr id="8" name="Picture Placeholder 7">
            <a:extLst>
              <a:ext uri="{FF2B5EF4-FFF2-40B4-BE49-F238E27FC236}">
                <a16:creationId xmlns:a16="http://schemas.microsoft.com/office/drawing/2014/main" id="{30B7A9DC-8DB8-E382-172A-A425B0E9AA9C}"/>
              </a:ext>
            </a:extLst>
          </p:cNvPr>
          <p:cNvSpPr>
            <a:spLocks noGrp="1"/>
          </p:cNvSpPr>
          <p:nvPr>
            <p:ph type="pic" sz="quarter" idx="13" hasCustomPrompt="1"/>
          </p:nvPr>
        </p:nvSpPr>
        <p:spPr>
          <a:xfrm>
            <a:off x="6095603" y="2381250"/>
            <a:ext cx="667587" cy="667544"/>
          </a:xfrm>
          <a:prstGeom prst="rect">
            <a:avLst/>
          </a:prstGeom>
        </p:spPr>
        <p:txBody>
          <a:bodyPr anchor="ctr">
            <a:normAutofit/>
          </a:bodyPr>
          <a:lstStyle>
            <a:lvl1pPr marL="0" indent="0" algn="ctr">
              <a:buNone/>
              <a:defRPr sz="1600">
                <a:solidFill>
                  <a:srgbClr val="8EE1F0"/>
                </a:solidFill>
              </a:defRPr>
            </a:lvl1pPr>
          </a:lstStyle>
          <a:p>
            <a:r>
              <a:rPr lang="en-US" dirty="0"/>
              <a:t>Icon</a:t>
            </a:r>
          </a:p>
        </p:txBody>
      </p:sp>
      <p:sp>
        <p:nvSpPr>
          <p:cNvPr id="10" name="Text Placeholder 9">
            <a:extLst>
              <a:ext uri="{FF2B5EF4-FFF2-40B4-BE49-F238E27FC236}">
                <a16:creationId xmlns:a16="http://schemas.microsoft.com/office/drawing/2014/main" id="{566D40C5-F7F2-3539-6999-2D283256E3C1}"/>
              </a:ext>
            </a:extLst>
          </p:cNvPr>
          <p:cNvSpPr>
            <a:spLocks noGrp="1"/>
          </p:cNvSpPr>
          <p:nvPr>
            <p:ph type="body" sz="quarter" idx="14" hasCustomPrompt="1"/>
          </p:nvPr>
        </p:nvSpPr>
        <p:spPr>
          <a:xfrm>
            <a:off x="7010856" y="2529168"/>
            <a:ext cx="4781861" cy="667544"/>
          </a:xfrm>
          <a:prstGeom prst="rect">
            <a:avLst/>
          </a:prstGeom>
        </p:spPr>
        <p:txBody>
          <a:bodyPr>
            <a:noAutofit/>
          </a:bodyPr>
          <a:lstStyle>
            <a:lvl1pPr marL="0" indent="0">
              <a:lnSpc>
                <a:spcPct val="110000"/>
              </a:lnSpc>
              <a:buNone/>
              <a:defRPr sz="1800">
                <a:solidFill>
                  <a:schemeClr val="tx1"/>
                </a:solidFill>
              </a:defRPr>
            </a:lvl1pPr>
          </a:lstStyle>
          <a:p>
            <a:pPr lvl="0"/>
            <a:r>
              <a:rPr lang="en-US" dirty="0"/>
              <a:t>Copy goes here, do not exceed 2 lines of copy</a:t>
            </a:r>
          </a:p>
        </p:txBody>
      </p:sp>
      <p:sp>
        <p:nvSpPr>
          <p:cNvPr id="11" name="Picture Placeholder 7">
            <a:extLst>
              <a:ext uri="{FF2B5EF4-FFF2-40B4-BE49-F238E27FC236}">
                <a16:creationId xmlns:a16="http://schemas.microsoft.com/office/drawing/2014/main" id="{0991BEB9-51BB-F077-EC9E-195DA698686E}"/>
              </a:ext>
            </a:extLst>
          </p:cNvPr>
          <p:cNvSpPr>
            <a:spLocks noGrp="1"/>
          </p:cNvSpPr>
          <p:nvPr>
            <p:ph type="pic" sz="quarter" idx="15" hasCustomPrompt="1"/>
          </p:nvPr>
        </p:nvSpPr>
        <p:spPr>
          <a:xfrm>
            <a:off x="6095603" y="3429001"/>
            <a:ext cx="667587" cy="667544"/>
          </a:xfrm>
          <a:prstGeom prst="rect">
            <a:avLst/>
          </a:prstGeom>
        </p:spPr>
        <p:txBody>
          <a:bodyPr anchor="ctr">
            <a:normAutofit/>
          </a:bodyPr>
          <a:lstStyle>
            <a:lvl1pPr marL="0" indent="0" algn="ctr">
              <a:buNone/>
              <a:defRPr sz="1600">
                <a:solidFill>
                  <a:srgbClr val="8EE1F0"/>
                </a:solidFill>
              </a:defRPr>
            </a:lvl1pPr>
          </a:lstStyle>
          <a:p>
            <a:r>
              <a:rPr lang="en-US" dirty="0"/>
              <a:t>Icon</a:t>
            </a:r>
          </a:p>
        </p:txBody>
      </p:sp>
      <p:sp>
        <p:nvSpPr>
          <p:cNvPr id="12" name="Text Placeholder 9">
            <a:extLst>
              <a:ext uri="{FF2B5EF4-FFF2-40B4-BE49-F238E27FC236}">
                <a16:creationId xmlns:a16="http://schemas.microsoft.com/office/drawing/2014/main" id="{6D1033AF-581A-B853-652D-A540146FD490}"/>
              </a:ext>
            </a:extLst>
          </p:cNvPr>
          <p:cNvSpPr>
            <a:spLocks noGrp="1"/>
          </p:cNvSpPr>
          <p:nvPr>
            <p:ph type="body" sz="quarter" idx="16" hasCustomPrompt="1"/>
          </p:nvPr>
        </p:nvSpPr>
        <p:spPr>
          <a:xfrm>
            <a:off x="7010856" y="3576918"/>
            <a:ext cx="4781861" cy="667544"/>
          </a:xfrm>
          <a:prstGeom prst="rect">
            <a:avLst/>
          </a:prstGeom>
        </p:spPr>
        <p:txBody>
          <a:bodyPr>
            <a:noAutofit/>
          </a:bodyPr>
          <a:lstStyle>
            <a:lvl1pPr marL="0" indent="0">
              <a:lnSpc>
                <a:spcPct val="110000"/>
              </a:lnSpc>
              <a:buNone/>
              <a:defRPr sz="1800">
                <a:solidFill>
                  <a:schemeClr val="tx1"/>
                </a:solidFill>
              </a:defRPr>
            </a:lvl1pPr>
          </a:lstStyle>
          <a:p>
            <a:pPr lvl="0"/>
            <a:r>
              <a:rPr lang="en-US" dirty="0"/>
              <a:t>Copy goes here, do not exceed 2 lines of copy</a:t>
            </a:r>
          </a:p>
        </p:txBody>
      </p:sp>
      <p:sp>
        <p:nvSpPr>
          <p:cNvPr id="13" name="Picture Placeholder 7">
            <a:extLst>
              <a:ext uri="{FF2B5EF4-FFF2-40B4-BE49-F238E27FC236}">
                <a16:creationId xmlns:a16="http://schemas.microsoft.com/office/drawing/2014/main" id="{CC3296DC-4AB5-F02C-2B70-0A1223A2FA07}"/>
              </a:ext>
            </a:extLst>
          </p:cNvPr>
          <p:cNvSpPr>
            <a:spLocks noGrp="1"/>
          </p:cNvSpPr>
          <p:nvPr>
            <p:ph type="pic" sz="quarter" idx="17" hasCustomPrompt="1"/>
          </p:nvPr>
        </p:nvSpPr>
        <p:spPr>
          <a:xfrm>
            <a:off x="6095603" y="4476751"/>
            <a:ext cx="667587" cy="667544"/>
          </a:xfrm>
          <a:prstGeom prst="rect">
            <a:avLst/>
          </a:prstGeom>
        </p:spPr>
        <p:txBody>
          <a:bodyPr anchor="ctr">
            <a:normAutofit/>
          </a:bodyPr>
          <a:lstStyle>
            <a:lvl1pPr marL="0" indent="0" algn="ctr">
              <a:buNone/>
              <a:defRPr sz="1600">
                <a:solidFill>
                  <a:srgbClr val="8EE1F0"/>
                </a:solidFill>
              </a:defRPr>
            </a:lvl1pPr>
          </a:lstStyle>
          <a:p>
            <a:r>
              <a:rPr lang="en-US" dirty="0"/>
              <a:t>Icon</a:t>
            </a:r>
          </a:p>
        </p:txBody>
      </p:sp>
      <p:sp>
        <p:nvSpPr>
          <p:cNvPr id="14" name="Text Placeholder 9">
            <a:extLst>
              <a:ext uri="{FF2B5EF4-FFF2-40B4-BE49-F238E27FC236}">
                <a16:creationId xmlns:a16="http://schemas.microsoft.com/office/drawing/2014/main" id="{D1ACBBE6-39A5-38B2-48B9-953EF0B15CAA}"/>
              </a:ext>
            </a:extLst>
          </p:cNvPr>
          <p:cNvSpPr>
            <a:spLocks noGrp="1"/>
          </p:cNvSpPr>
          <p:nvPr>
            <p:ph type="body" sz="quarter" idx="18" hasCustomPrompt="1"/>
          </p:nvPr>
        </p:nvSpPr>
        <p:spPr>
          <a:xfrm>
            <a:off x="7010856" y="4624668"/>
            <a:ext cx="4781861" cy="667544"/>
          </a:xfrm>
          <a:prstGeom prst="rect">
            <a:avLst/>
          </a:prstGeom>
        </p:spPr>
        <p:txBody>
          <a:bodyPr>
            <a:noAutofit/>
          </a:bodyPr>
          <a:lstStyle>
            <a:lvl1pPr marL="0" indent="0">
              <a:lnSpc>
                <a:spcPct val="110000"/>
              </a:lnSpc>
              <a:buNone/>
              <a:defRPr sz="1800">
                <a:solidFill>
                  <a:schemeClr val="tx1"/>
                </a:solidFill>
              </a:defRPr>
            </a:lvl1pPr>
          </a:lstStyle>
          <a:p>
            <a:pPr lvl="0"/>
            <a:r>
              <a:rPr lang="en-US" dirty="0"/>
              <a:t>Copy goes here, do not exceed 2 lines of copy</a:t>
            </a:r>
          </a:p>
        </p:txBody>
      </p:sp>
      <p:sp>
        <p:nvSpPr>
          <p:cNvPr id="3" name="Slide Number Placeholder 5">
            <a:extLst>
              <a:ext uri="{FF2B5EF4-FFF2-40B4-BE49-F238E27FC236}">
                <a16:creationId xmlns:a16="http://schemas.microsoft.com/office/drawing/2014/main" id="{28FB87FE-17B5-F9E9-709A-0B45CF7A69A0}"/>
              </a:ext>
            </a:extLst>
          </p:cNvPr>
          <p:cNvSpPr>
            <a:spLocks noGrp="1"/>
          </p:cNvSpPr>
          <p:nvPr>
            <p:ph type="sldNum" sz="quarter" idx="40"/>
          </p:nvPr>
        </p:nvSpPr>
        <p:spPr>
          <a:xfrm>
            <a:off x="762000" y="6423660"/>
            <a:ext cx="365760" cy="365760"/>
          </a:xfrm>
        </p:spPr>
        <p:txBody>
          <a:bodyPr/>
          <a:lstStyle>
            <a:lvl1pPr>
              <a:defRPr>
                <a:solidFill>
                  <a:srgbClr val="8B8580"/>
                </a:solidFill>
              </a:defRPr>
            </a:lvl1pPr>
          </a:lstStyle>
          <a:p>
            <a:fld id="{345D60D9-5372-5F40-9443-0F9AE5BDC3C8}" type="slidenum">
              <a:rPr lang="en-US" smtClean="0"/>
              <a:pPr/>
              <a:t>‹#›</a:t>
            </a:fld>
            <a:endParaRPr lang="en-US" dirty="0"/>
          </a:p>
        </p:txBody>
      </p:sp>
      <p:sp>
        <p:nvSpPr>
          <p:cNvPr id="5" name="Footer Placeholder 4">
            <a:extLst>
              <a:ext uri="{FF2B5EF4-FFF2-40B4-BE49-F238E27FC236}">
                <a16:creationId xmlns:a16="http://schemas.microsoft.com/office/drawing/2014/main" id="{149EA8E9-ED27-F122-7091-4B0663BBD452}"/>
              </a:ext>
            </a:extLst>
          </p:cNvPr>
          <p:cNvSpPr>
            <a:spLocks noGrp="1"/>
          </p:cNvSpPr>
          <p:nvPr>
            <p:ph type="ftr" sz="quarter" idx="39"/>
          </p:nvPr>
        </p:nvSpPr>
        <p:spPr>
          <a:xfrm>
            <a:off x="1127759" y="6423978"/>
            <a:ext cx="5745379" cy="365125"/>
          </a:xfrm>
        </p:spPr>
        <p:txBody>
          <a:bodyPr/>
          <a:lstStyle>
            <a:lvl1pPr>
              <a:defRPr>
                <a:solidFill>
                  <a:srgbClr val="8B8580"/>
                </a:solidFill>
              </a:defRPr>
            </a:lvl1pPr>
          </a:lstStyle>
          <a:p>
            <a:r>
              <a:rPr lang="en-US"/>
              <a:t>Copyright © 2025, Oracle and/or its affiliates |  Confidential: Internal/Restricted/Highly Restricted</a:t>
            </a:r>
            <a:endParaRPr lang="en-US" dirty="0"/>
          </a:p>
        </p:txBody>
      </p:sp>
      <p:sp>
        <p:nvSpPr>
          <p:cNvPr id="7" name="Date Placeholder 3">
            <a:extLst>
              <a:ext uri="{FF2B5EF4-FFF2-40B4-BE49-F238E27FC236}">
                <a16:creationId xmlns:a16="http://schemas.microsoft.com/office/drawing/2014/main" id="{54DD5434-5084-63C2-861B-6F2CF4BBA245}"/>
              </a:ext>
            </a:extLst>
          </p:cNvPr>
          <p:cNvSpPr>
            <a:spLocks noGrp="1"/>
          </p:cNvSpPr>
          <p:nvPr>
            <p:ph type="dt" sz="half" idx="38"/>
          </p:nvPr>
        </p:nvSpPr>
        <p:spPr>
          <a:xfrm>
            <a:off x="6873138" y="6425604"/>
            <a:ext cx="2743200" cy="363500"/>
          </a:xfrm>
        </p:spPr>
        <p:txBody>
          <a:bodyPr/>
          <a:lstStyle>
            <a:lvl1pPr>
              <a:defRPr>
                <a:solidFill>
                  <a:srgbClr val="8B8580"/>
                </a:solidFill>
              </a:defRPr>
            </a:lvl1pPr>
          </a:lstStyle>
          <a:p>
            <a:r>
              <a:rPr lang="en-US"/>
              <a:t>[Date]</a:t>
            </a:r>
            <a:endParaRPr lang="en-US" dirty="0"/>
          </a:p>
        </p:txBody>
      </p:sp>
    </p:spTree>
    <p:extLst>
      <p:ext uri="{BB962C8B-B14F-4D97-AF65-F5344CB8AC3E}">
        <p14:creationId xmlns:p14="http://schemas.microsoft.com/office/powerpoint/2010/main" val="3403545694"/>
      </p:ext>
    </p:extLst>
  </p:cSld>
  <p:clrMapOvr>
    <a:overrideClrMapping bg1="lt1" tx1="dk1" bg2="lt2" tx2="dk2" accent1="accent1" accent2="accent2" accent3="accent3" accent4="accent4" accent5="accent5" accent6="accent6" hlink="hlink" folHlink="folHlink"/>
  </p:clrMapOvr>
  <p:transition>
    <p:fade/>
  </p:transition>
</p:sldLayout>
</file>

<file path=ppt/slideLayouts/slideLayout23.xml><?xml version="1.0" encoding="utf-8"?>
<p:sldLayout xmlns:a="http://schemas.openxmlformats.org/drawingml/2006/main" xmlns:r="http://schemas.openxmlformats.org/officeDocument/2006/relationships" xmlns:p="http://schemas.openxmlformats.org/presentationml/2006/main" preserve="1" userDrawn="1">
  <p:cSld name="Dark - Split content with line">
    <p:bg>
      <p:bgPr>
        <a:blipFill dpi="0" rotWithShape="1">
          <a:blip r:embed="rId2">
            <a:lum/>
          </a:blip>
          <a:srcRect/>
          <a:stretch>
            <a:fillRect/>
          </a:stretch>
        </a:blipFill>
        <a:effectLst/>
      </p:bgPr>
    </p:bg>
    <p:spTree>
      <p:nvGrpSpPr>
        <p:cNvPr id="1" name=""/>
        <p:cNvGrpSpPr/>
        <p:nvPr/>
      </p:nvGrpSpPr>
      <p:grpSpPr>
        <a:xfrm>
          <a:off x="0" y="0"/>
          <a:ext cx="0" cy="0"/>
          <a:chOff x="0" y="0"/>
          <a:chExt cx="0" cy="0"/>
        </a:xfrm>
      </p:grpSpPr>
      <p:sp>
        <p:nvSpPr>
          <p:cNvPr id="2" name="Slide Number Placeholder 7">
            <a:extLst>
              <a:ext uri="{FF2B5EF4-FFF2-40B4-BE49-F238E27FC236}">
                <a16:creationId xmlns:a16="http://schemas.microsoft.com/office/drawing/2014/main" id="{E1B5D46F-65FA-89E8-E05A-6E937CA1C2EC}"/>
              </a:ext>
            </a:extLst>
          </p:cNvPr>
          <p:cNvSpPr>
            <a:spLocks noGrp="1"/>
          </p:cNvSpPr>
          <p:nvPr>
            <p:ph type="sldNum" sz="quarter" idx="17"/>
          </p:nvPr>
        </p:nvSpPr>
        <p:spPr>
          <a:xfrm>
            <a:off x="762000" y="6423660"/>
            <a:ext cx="365760" cy="365760"/>
          </a:xfrm>
        </p:spPr>
        <p:txBody>
          <a:bodyPr/>
          <a:lstStyle>
            <a:lvl1pPr>
              <a:defRPr>
                <a:solidFill>
                  <a:srgbClr val="AEA8A2"/>
                </a:solidFill>
              </a:defRPr>
            </a:lvl1pPr>
          </a:lstStyle>
          <a:p>
            <a:fld id="{345D60D9-5372-5F40-9443-0F9AE5BDC3C8}" type="slidenum">
              <a:rPr lang="en-US" smtClean="0"/>
              <a:pPr/>
              <a:t>‹#›</a:t>
            </a:fld>
            <a:endParaRPr lang="en-US" dirty="0"/>
          </a:p>
        </p:txBody>
      </p:sp>
      <p:sp>
        <p:nvSpPr>
          <p:cNvPr id="6" name="Footer Placeholder 6">
            <a:extLst>
              <a:ext uri="{FF2B5EF4-FFF2-40B4-BE49-F238E27FC236}">
                <a16:creationId xmlns:a16="http://schemas.microsoft.com/office/drawing/2014/main" id="{4D9122D4-F69F-A7AA-EEA8-7C5565E7647C}"/>
              </a:ext>
            </a:extLst>
          </p:cNvPr>
          <p:cNvSpPr>
            <a:spLocks noGrp="1"/>
          </p:cNvSpPr>
          <p:nvPr>
            <p:ph type="ftr" sz="quarter" idx="16"/>
          </p:nvPr>
        </p:nvSpPr>
        <p:spPr>
          <a:xfrm>
            <a:off x="1127759" y="6423978"/>
            <a:ext cx="5745379" cy="365125"/>
          </a:xfrm>
        </p:spPr>
        <p:txBody>
          <a:bodyPr/>
          <a:lstStyle>
            <a:lvl1pPr>
              <a:defRPr>
                <a:solidFill>
                  <a:srgbClr val="AEA8A2"/>
                </a:solidFill>
              </a:defRPr>
            </a:lvl1pPr>
          </a:lstStyle>
          <a:p>
            <a:r>
              <a:rPr lang="en-US"/>
              <a:t>Copyright © 2025, Oracle and/or its affiliates |  Confidential: Internal/Restricted/Highly Restricted</a:t>
            </a:r>
            <a:endParaRPr lang="en-US" dirty="0"/>
          </a:p>
        </p:txBody>
      </p:sp>
      <p:sp>
        <p:nvSpPr>
          <p:cNvPr id="7" name="Date Placeholder 4">
            <a:extLst>
              <a:ext uri="{FF2B5EF4-FFF2-40B4-BE49-F238E27FC236}">
                <a16:creationId xmlns:a16="http://schemas.microsoft.com/office/drawing/2014/main" id="{CA222E66-0FD4-1E10-21D6-748A24D406C5}"/>
              </a:ext>
            </a:extLst>
          </p:cNvPr>
          <p:cNvSpPr>
            <a:spLocks noGrp="1"/>
          </p:cNvSpPr>
          <p:nvPr>
            <p:ph type="dt" sz="half" idx="15"/>
          </p:nvPr>
        </p:nvSpPr>
        <p:spPr>
          <a:xfrm>
            <a:off x="6873138" y="6425604"/>
            <a:ext cx="2743200" cy="363500"/>
          </a:xfrm>
        </p:spPr>
        <p:txBody>
          <a:bodyPr/>
          <a:lstStyle>
            <a:lvl1pPr>
              <a:defRPr>
                <a:solidFill>
                  <a:srgbClr val="AEA8A2"/>
                </a:solidFill>
              </a:defRPr>
            </a:lvl1pPr>
          </a:lstStyle>
          <a:p>
            <a:r>
              <a:rPr lang="en-US"/>
              <a:t>[Date]</a:t>
            </a:r>
            <a:endParaRPr lang="en-US" dirty="0"/>
          </a:p>
        </p:txBody>
      </p:sp>
      <p:sp>
        <p:nvSpPr>
          <p:cNvPr id="3" name="Title 12">
            <a:extLst>
              <a:ext uri="{FF2B5EF4-FFF2-40B4-BE49-F238E27FC236}">
                <a16:creationId xmlns:a16="http://schemas.microsoft.com/office/drawing/2014/main" id="{6B0DF820-DA27-4A53-F431-314E40C10345}"/>
              </a:ext>
            </a:extLst>
          </p:cNvPr>
          <p:cNvSpPr>
            <a:spLocks noGrp="1"/>
          </p:cNvSpPr>
          <p:nvPr>
            <p:ph type="title" hasCustomPrompt="1"/>
          </p:nvPr>
        </p:nvSpPr>
        <p:spPr>
          <a:xfrm>
            <a:off x="768875" y="3017520"/>
            <a:ext cx="3132585" cy="822960"/>
          </a:xfrm>
        </p:spPr>
        <p:txBody>
          <a:bodyPr anchor="ctr"/>
          <a:lstStyle>
            <a:lvl1pPr>
              <a:defRPr sz="3600" b="1" i="0">
                <a:latin typeface="Oracle Sans Tab" panose="020B0503020204020204" pitchFamily="34" charset="0"/>
                <a:cs typeface="Oracle Sans Tab" panose="020B0503020204020204" pitchFamily="34" charset="0"/>
              </a:defRPr>
            </a:lvl1pPr>
          </a:lstStyle>
          <a:p>
            <a:r>
              <a:rPr lang="en-US" dirty="0"/>
              <a:t>Title</a:t>
            </a:r>
          </a:p>
        </p:txBody>
      </p:sp>
      <p:sp>
        <p:nvSpPr>
          <p:cNvPr id="5" name="Subtitle">
            <a:extLst>
              <a:ext uri="{FF2B5EF4-FFF2-40B4-BE49-F238E27FC236}">
                <a16:creationId xmlns:a16="http://schemas.microsoft.com/office/drawing/2014/main" id="{72D292EF-93B3-0F2E-7BED-9B5FDD1F1B94}"/>
              </a:ext>
            </a:extLst>
          </p:cNvPr>
          <p:cNvSpPr>
            <a:spLocks noGrp="1"/>
          </p:cNvSpPr>
          <p:nvPr>
            <p:ph type="body" sz="quarter" idx="11" hasCustomPrompt="1"/>
          </p:nvPr>
        </p:nvSpPr>
        <p:spPr>
          <a:xfrm>
            <a:off x="4708865" y="2630927"/>
            <a:ext cx="6728946" cy="1596145"/>
          </a:xfrm>
          <a:prstGeom prst="rect">
            <a:avLst/>
          </a:prstGeom>
        </p:spPr>
        <p:txBody>
          <a:bodyPr lIns="0" anchor="ctr">
            <a:noAutofit/>
          </a:bodyPr>
          <a:lstStyle>
            <a:lvl1pPr marL="0" indent="0">
              <a:spcAft>
                <a:spcPts val="0"/>
              </a:spcAft>
              <a:buNone/>
              <a:defRPr sz="2400" b="0" i="0">
                <a:latin typeface="Oracle Sans Tab" panose="020B0503020204020204" pitchFamily="34" charset="0"/>
                <a:cs typeface="Oracle Sans Tab" panose="020B0503020204020204" pitchFamily="34" charset="0"/>
              </a:defRPr>
            </a:lvl1pPr>
          </a:lstStyle>
          <a:p>
            <a:pPr lvl="0"/>
            <a:r>
              <a:rPr lang="en-US" dirty="0"/>
              <a:t>Subtitle</a:t>
            </a:r>
          </a:p>
        </p:txBody>
      </p:sp>
      <p:cxnSp>
        <p:nvCxnSpPr>
          <p:cNvPr id="9" name="Straight Connector 8">
            <a:extLst>
              <a:ext uri="{FF2B5EF4-FFF2-40B4-BE49-F238E27FC236}">
                <a16:creationId xmlns:a16="http://schemas.microsoft.com/office/drawing/2014/main" id="{26998537-4CB8-01D7-DAF2-9D810652EE0D}"/>
              </a:ext>
              <a:ext uri="{C183D7F6-B498-43B3-948B-1728B52AA6E4}">
                <adec:decorative xmlns:adec="http://schemas.microsoft.com/office/drawing/2017/decorative" val="1"/>
              </a:ext>
            </a:extLst>
          </p:cNvPr>
          <p:cNvCxnSpPr>
            <a:cxnSpLocks/>
          </p:cNvCxnSpPr>
          <p:nvPr userDrawn="1"/>
        </p:nvCxnSpPr>
        <p:spPr>
          <a:xfrm>
            <a:off x="4076567" y="1600210"/>
            <a:ext cx="0" cy="3657580"/>
          </a:xfrm>
          <a:prstGeom prst="line">
            <a:avLst/>
          </a:prstGeom>
          <a:ln w="12700">
            <a:solidFill>
              <a:schemeClr val="tx1"/>
            </a:solidFill>
          </a:ln>
        </p:spPr>
        <p:style>
          <a:lnRef idx="1">
            <a:schemeClr val="accent1"/>
          </a:lnRef>
          <a:fillRef idx="0">
            <a:schemeClr val="accent1"/>
          </a:fillRef>
          <a:effectRef idx="0">
            <a:schemeClr val="accent1"/>
          </a:effectRef>
          <a:fontRef idx="minor">
            <a:schemeClr val="tx1"/>
          </a:fontRef>
        </p:style>
      </p:cxnSp>
    </p:spTree>
    <p:extLst>
      <p:ext uri="{BB962C8B-B14F-4D97-AF65-F5344CB8AC3E}">
        <p14:creationId xmlns:p14="http://schemas.microsoft.com/office/powerpoint/2010/main" val="4223777368"/>
      </p:ext>
    </p:extLst>
  </p:cSld>
  <p:clrMapOvr>
    <a:overrideClrMapping bg1="dk1" tx1="lt1" bg2="dk2" tx2="lt2" accent1="accent1" accent2="accent2" accent3="accent3" accent4="accent4" accent5="accent5" accent6="accent6" hlink="hlink" folHlink="folHlink"/>
  </p:clrMapOvr>
  <p:transition>
    <p:fade/>
  </p:transition>
</p:sldLayout>
</file>

<file path=ppt/slideLayouts/slideLayout24.xml><?xml version="1.0" encoding="utf-8"?>
<p:sldLayout xmlns:a="http://schemas.openxmlformats.org/drawingml/2006/main" xmlns:r="http://schemas.openxmlformats.org/officeDocument/2006/relationships" xmlns:p="http://schemas.openxmlformats.org/presentationml/2006/main" preserve="1" userDrawn="1">
  <p:cSld name="Light - Split content with line">
    <p:bg>
      <p:bgPr>
        <a:blipFill dpi="0" rotWithShape="1">
          <a:blip r:embed="rId2">
            <a:lum/>
          </a:blip>
          <a:srcRect/>
          <a:stretch>
            <a:fillRect/>
          </a:stretch>
        </a:blipFill>
        <a:effectLst/>
      </p:bgPr>
    </p:bg>
    <p:spTree>
      <p:nvGrpSpPr>
        <p:cNvPr id="1" name=""/>
        <p:cNvGrpSpPr/>
        <p:nvPr/>
      </p:nvGrpSpPr>
      <p:grpSpPr>
        <a:xfrm>
          <a:off x="0" y="0"/>
          <a:ext cx="0" cy="0"/>
          <a:chOff x="0" y="0"/>
          <a:chExt cx="0" cy="0"/>
        </a:xfrm>
      </p:grpSpPr>
      <p:sp>
        <p:nvSpPr>
          <p:cNvPr id="8" name="Subtitle">
            <a:extLst>
              <a:ext uri="{FF2B5EF4-FFF2-40B4-BE49-F238E27FC236}">
                <a16:creationId xmlns:a16="http://schemas.microsoft.com/office/drawing/2014/main" id="{C8ADFC4F-C961-366D-5252-9B4CC4102CB3}"/>
              </a:ext>
            </a:extLst>
          </p:cNvPr>
          <p:cNvSpPr>
            <a:spLocks noGrp="1"/>
          </p:cNvSpPr>
          <p:nvPr>
            <p:ph type="body" sz="quarter" idx="11" hasCustomPrompt="1"/>
          </p:nvPr>
        </p:nvSpPr>
        <p:spPr>
          <a:xfrm>
            <a:off x="4708865" y="2630927"/>
            <a:ext cx="6728946" cy="1596145"/>
          </a:xfrm>
          <a:prstGeom prst="rect">
            <a:avLst/>
          </a:prstGeom>
        </p:spPr>
        <p:txBody>
          <a:bodyPr lIns="0" anchor="ctr">
            <a:noAutofit/>
          </a:bodyPr>
          <a:lstStyle>
            <a:lvl1pPr marL="0" indent="0">
              <a:spcAft>
                <a:spcPts val="0"/>
              </a:spcAft>
              <a:buNone/>
              <a:defRPr sz="2400" b="0" i="0">
                <a:latin typeface="Oracle Sans Tab" panose="020B0503020204020204" pitchFamily="34" charset="0"/>
                <a:cs typeface="Oracle Sans Tab" panose="020B0503020204020204" pitchFamily="34" charset="0"/>
              </a:defRPr>
            </a:lvl1pPr>
          </a:lstStyle>
          <a:p>
            <a:pPr lvl="0"/>
            <a:r>
              <a:rPr lang="en-US" dirty="0"/>
              <a:t>Subtitle</a:t>
            </a:r>
          </a:p>
        </p:txBody>
      </p:sp>
      <p:cxnSp>
        <p:nvCxnSpPr>
          <p:cNvPr id="4" name="Straight Connector 3">
            <a:extLst>
              <a:ext uri="{FF2B5EF4-FFF2-40B4-BE49-F238E27FC236}">
                <a16:creationId xmlns:a16="http://schemas.microsoft.com/office/drawing/2014/main" id="{8B0F18C2-26A3-3D50-75B9-DA01B720938C}"/>
              </a:ext>
              <a:ext uri="{C183D7F6-B498-43B3-948B-1728B52AA6E4}">
                <adec:decorative xmlns:adec="http://schemas.microsoft.com/office/drawing/2017/decorative" val="1"/>
              </a:ext>
            </a:extLst>
          </p:cNvPr>
          <p:cNvCxnSpPr>
            <a:cxnSpLocks/>
          </p:cNvCxnSpPr>
          <p:nvPr userDrawn="1"/>
        </p:nvCxnSpPr>
        <p:spPr>
          <a:xfrm>
            <a:off x="4076567" y="1600210"/>
            <a:ext cx="0" cy="3657580"/>
          </a:xfrm>
          <a:prstGeom prst="line">
            <a:avLst/>
          </a:prstGeom>
          <a:ln w="12700">
            <a:solidFill>
              <a:schemeClr val="tx1"/>
            </a:solidFill>
          </a:ln>
        </p:spPr>
        <p:style>
          <a:lnRef idx="1">
            <a:schemeClr val="accent1"/>
          </a:lnRef>
          <a:fillRef idx="0">
            <a:schemeClr val="accent1"/>
          </a:fillRef>
          <a:effectRef idx="0">
            <a:schemeClr val="accent1"/>
          </a:effectRef>
          <a:fontRef idx="minor">
            <a:schemeClr val="tx1"/>
          </a:fontRef>
        </p:style>
      </p:cxnSp>
      <p:sp>
        <p:nvSpPr>
          <p:cNvPr id="2" name="Slide Number Placeholder 5">
            <a:extLst>
              <a:ext uri="{FF2B5EF4-FFF2-40B4-BE49-F238E27FC236}">
                <a16:creationId xmlns:a16="http://schemas.microsoft.com/office/drawing/2014/main" id="{FDA8E918-B2CE-9B3B-6306-4B5A17E9A430}"/>
              </a:ext>
            </a:extLst>
          </p:cNvPr>
          <p:cNvSpPr>
            <a:spLocks noGrp="1"/>
          </p:cNvSpPr>
          <p:nvPr>
            <p:ph type="sldNum" sz="quarter" idx="40"/>
          </p:nvPr>
        </p:nvSpPr>
        <p:spPr>
          <a:xfrm>
            <a:off x="762000" y="6423660"/>
            <a:ext cx="365760" cy="365760"/>
          </a:xfrm>
        </p:spPr>
        <p:txBody>
          <a:bodyPr/>
          <a:lstStyle>
            <a:lvl1pPr>
              <a:defRPr>
                <a:solidFill>
                  <a:srgbClr val="8B8580"/>
                </a:solidFill>
              </a:defRPr>
            </a:lvl1pPr>
          </a:lstStyle>
          <a:p>
            <a:fld id="{345D60D9-5372-5F40-9443-0F9AE5BDC3C8}" type="slidenum">
              <a:rPr lang="en-US" smtClean="0"/>
              <a:pPr/>
              <a:t>‹#›</a:t>
            </a:fld>
            <a:endParaRPr lang="en-US" dirty="0"/>
          </a:p>
        </p:txBody>
      </p:sp>
      <p:sp>
        <p:nvSpPr>
          <p:cNvPr id="6" name="Footer Placeholder 4">
            <a:extLst>
              <a:ext uri="{FF2B5EF4-FFF2-40B4-BE49-F238E27FC236}">
                <a16:creationId xmlns:a16="http://schemas.microsoft.com/office/drawing/2014/main" id="{3C072B30-0FE5-8289-77F0-1D24085A4EF2}"/>
              </a:ext>
            </a:extLst>
          </p:cNvPr>
          <p:cNvSpPr>
            <a:spLocks noGrp="1"/>
          </p:cNvSpPr>
          <p:nvPr>
            <p:ph type="ftr" sz="quarter" idx="39"/>
          </p:nvPr>
        </p:nvSpPr>
        <p:spPr>
          <a:xfrm>
            <a:off x="1127759" y="6423978"/>
            <a:ext cx="5745379" cy="365125"/>
          </a:xfrm>
        </p:spPr>
        <p:txBody>
          <a:bodyPr/>
          <a:lstStyle>
            <a:lvl1pPr>
              <a:defRPr>
                <a:solidFill>
                  <a:srgbClr val="8B8580"/>
                </a:solidFill>
              </a:defRPr>
            </a:lvl1pPr>
          </a:lstStyle>
          <a:p>
            <a:r>
              <a:rPr lang="en-US"/>
              <a:t>Copyright © 2025, Oracle and/or its affiliates |  Confidential: Internal/Restricted/Highly Restricted</a:t>
            </a:r>
            <a:endParaRPr lang="en-US" dirty="0"/>
          </a:p>
        </p:txBody>
      </p:sp>
      <p:sp>
        <p:nvSpPr>
          <p:cNvPr id="7" name="Date Placeholder 3">
            <a:extLst>
              <a:ext uri="{FF2B5EF4-FFF2-40B4-BE49-F238E27FC236}">
                <a16:creationId xmlns:a16="http://schemas.microsoft.com/office/drawing/2014/main" id="{B54B9E9C-E71A-D85E-B49A-0603C0A1552B}"/>
              </a:ext>
            </a:extLst>
          </p:cNvPr>
          <p:cNvSpPr>
            <a:spLocks noGrp="1"/>
          </p:cNvSpPr>
          <p:nvPr>
            <p:ph type="dt" sz="half" idx="38"/>
          </p:nvPr>
        </p:nvSpPr>
        <p:spPr>
          <a:xfrm>
            <a:off x="6873138" y="6425604"/>
            <a:ext cx="2743200" cy="363500"/>
          </a:xfrm>
        </p:spPr>
        <p:txBody>
          <a:bodyPr/>
          <a:lstStyle>
            <a:lvl1pPr>
              <a:defRPr>
                <a:solidFill>
                  <a:srgbClr val="8B8580"/>
                </a:solidFill>
              </a:defRPr>
            </a:lvl1pPr>
          </a:lstStyle>
          <a:p>
            <a:r>
              <a:rPr lang="en-US"/>
              <a:t>[Date]</a:t>
            </a:r>
            <a:endParaRPr lang="en-US" dirty="0"/>
          </a:p>
        </p:txBody>
      </p:sp>
      <p:sp>
        <p:nvSpPr>
          <p:cNvPr id="9" name="Title 12">
            <a:extLst>
              <a:ext uri="{FF2B5EF4-FFF2-40B4-BE49-F238E27FC236}">
                <a16:creationId xmlns:a16="http://schemas.microsoft.com/office/drawing/2014/main" id="{C2D0AE67-1167-2B52-146F-5E0AA0D86441}"/>
              </a:ext>
            </a:extLst>
          </p:cNvPr>
          <p:cNvSpPr>
            <a:spLocks noGrp="1"/>
          </p:cNvSpPr>
          <p:nvPr>
            <p:ph type="title" hasCustomPrompt="1"/>
          </p:nvPr>
        </p:nvSpPr>
        <p:spPr>
          <a:xfrm>
            <a:off x="768875" y="3017520"/>
            <a:ext cx="3132585" cy="822960"/>
          </a:xfrm>
        </p:spPr>
        <p:txBody>
          <a:bodyPr anchor="ctr"/>
          <a:lstStyle>
            <a:lvl1pPr>
              <a:defRPr sz="3600" b="1" i="0">
                <a:latin typeface="Oracle Sans Tab" panose="020B0503020204020204" pitchFamily="34" charset="0"/>
                <a:cs typeface="Oracle Sans Tab" panose="020B0503020204020204" pitchFamily="34" charset="0"/>
              </a:defRPr>
            </a:lvl1pPr>
          </a:lstStyle>
          <a:p>
            <a:r>
              <a:rPr lang="en-US" dirty="0"/>
              <a:t>Title</a:t>
            </a:r>
          </a:p>
        </p:txBody>
      </p:sp>
    </p:spTree>
    <p:extLst>
      <p:ext uri="{BB962C8B-B14F-4D97-AF65-F5344CB8AC3E}">
        <p14:creationId xmlns:p14="http://schemas.microsoft.com/office/powerpoint/2010/main" val="472113923"/>
      </p:ext>
    </p:extLst>
  </p:cSld>
  <p:clrMapOvr>
    <a:overrideClrMapping bg1="lt1" tx1="dk1" bg2="lt2" tx2="dk2" accent1="accent1" accent2="accent2" accent3="accent3" accent4="accent4" accent5="accent5" accent6="accent6" hlink="hlink" folHlink="folHlink"/>
  </p:clrMapOvr>
  <p:transition>
    <p:fade/>
  </p:transition>
</p:sldLayout>
</file>

<file path=ppt/slideLayouts/slideLayout25.xml><?xml version="1.0" encoding="utf-8"?>
<p:sldLayout xmlns:a="http://schemas.openxmlformats.org/drawingml/2006/main" xmlns:r="http://schemas.openxmlformats.org/officeDocument/2006/relationships" xmlns:p="http://schemas.openxmlformats.org/presentationml/2006/main" preserve="1">
  <p:cSld name="Abstract Background_Pillar ">
    <p:bg>
      <p:bgPr>
        <a:blipFill dpi="0" rotWithShape="1">
          <a:blip r:embed="rId2">
            <a:lum/>
          </a:blip>
          <a:srcRect/>
          <a:stretch>
            <a:fillRect/>
          </a:stretch>
        </a:blipFill>
        <a:effectLst/>
      </p:bgPr>
    </p:bg>
    <p:spTree>
      <p:nvGrpSpPr>
        <p:cNvPr id="1" name=""/>
        <p:cNvGrpSpPr/>
        <p:nvPr/>
      </p:nvGrpSpPr>
      <p:grpSpPr>
        <a:xfrm>
          <a:off x="0" y="0"/>
          <a:ext cx="0" cy="0"/>
          <a:chOff x="0" y="0"/>
          <a:chExt cx="0" cy="0"/>
        </a:xfrm>
      </p:grpSpPr>
      <p:sp>
        <p:nvSpPr>
          <p:cNvPr id="3" name="Slide Number Placeholder 7">
            <a:extLst>
              <a:ext uri="{FF2B5EF4-FFF2-40B4-BE49-F238E27FC236}">
                <a16:creationId xmlns:a16="http://schemas.microsoft.com/office/drawing/2014/main" id="{BF29FA1D-6116-1543-C528-2DA2C8F180C3}"/>
              </a:ext>
            </a:extLst>
          </p:cNvPr>
          <p:cNvSpPr>
            <a:spLocks noGrp="1"/>
          </p:cNvSpPr>
          <p:nvPr>
            <p:ph type="sldNum" sz="quarter" idx="17"/>
          </p:nvPr>
        </p:nvSpPr>
        <p:spPr>
          <a:xfrm>
            <a:off x="762000" y="6423660"/>
            <a:ext cx="365760" cy="365760"/>
          </a:xfrm>
        </p:spPr>
        <p:txBody>
          <a:bodyPr/>
          <a:lstStyle>
            <a:lvl1pPr>
              <a:defRPr>
                <a:solidFill>
                  <a:srgbClr val="AEA8A2"/>
                </a:solidFill>
              </a:defRPr>
            </a:lvl1pPr>
          </a:lstStyle>
          <a:p>
            <a:fld id="{345D60D9-5372-5F40-9443-0F9AE5BDC3C8}" type="slidenum">
              <a:rPr lang="en-US" smtClean="0"/>
              <a:pPr/>
              <a:t>‹#›</a:t>
            </a:fld>
            <a:endParaRPr lang="en-US" dirty="0"/>
          </a:p>
        </p:txBody>
      </p:sp>
      <p:sp>
        <p:nvSpPr>
          <p:cNvPr id="4" name="Footer Placeholder 6">
            <a:extLst>
              <a:ext uri="{FF2B5EF4-FFF2-40B4-BE49-F238E27FC236}">
                <a16:creationId xmlns:a16="http://schemas.microsoft.com/office/drawing/2014/main" id="{7D96ACA1-4090-ECF0-97A5-CB057330DE6F}"/>
              </a:ext>
            </a:extLst>
          </p:cNvPr>
          <p:cNvSpPr>
            <a:spLocks noGrp="1"/>
          </p:cNvSpPr>
          <p:nvPr>
            <p:ph type="ftr" sz="quarter" idx="16"/>
          </p:nvPr>
        </p:nvSpPr>
        <p:spPr>
          <a:xfrm>
            <a:off x="1127759" y="6423978"/>
            <a:ext cx="5745379" cy="365125"/>
          </a:xfrm>
        </p:spPr>
        <p:txBody>
          <a:bodyPr/>
          <a:lstStyle>
            <a:lvl1pPr>
              <a:defRPr>
                <a:solidFill>
                  <a:srgbClr val="AEA8A2"/>
                </a:solidFill>
              </a:defRPr>
            </a:lvl1pPr>
          </a:lstStyle>
          <a:p>
            <a:r>
              <a:rPr lang="en-US"/>
              <a:t>Copyright © 2025, Oracle and/or its affiliates |  Confidential: Internal/Restricted/Highly Restricted</a:t>
            </a:r>
            <a:endParaRPr lang="en-US" dirty="0"/>
          </a:p>
        </p:txBody>
      </p:sp>
      <p:sp>
        <p:nvSpPr>
          <p:cNvPr id="5" name="Date Placeholder 4">
            <a:extLst>
              <a:ext uri="{FF2B5EF4-FFF2-40B4-BE49-F238E27FC236}">
                <a16:creationId xmlns:a16="http://schemas.microsoft.com/office/drawing/2014/main" id="{F75BC1E5-7624-3B26-2B5D-56E880F7525C}"/>
              </a:ext>
            </a:extLst>
          </p:cNvPr>
          <p:cNvSpPr>
            <a:spLocks noGrp="1"/>
          </p:cNvSpPr>
          <p:nvPr>
            <p:ph type="dt" sz="half" idx="15"/>
          </p:nvPr>
        </p:nvSpPr>
        <p:spPr>
          <a:xfrm>
            <a:off x="6873138" y="6425604"/>
            <a:ext cx="2743200" cy="363500"/>
          </a:xfrm>
        </p:spPr>
        <p:txBody>
          <a:bodyPr/>
          <a:lstStyle>
            <a:lvl1pPr>
              <a:defRPr>
                <a:solidFill>
                  <a:srgbClr val="AEA8A2"/>
                </a:solidFill>
              </a:defRPr>
            </a:lvl1pPr>
          </a:lstStyle>
          <a:p>
            <a:r>
              <a:rPr lang="en-US"/>
              <a:t>[Date]</a:t>
            </a:r>
            <a:endParaRPr lang="en-US" dirty="0"/>
          </a:p>
        </p:txBody>
      </p:sp>
    </p:spTree>
    <p:extLst>
      <p:ext uri="{BB962C8B-B14F-4D97-AF65-F5344CB8AC3E}">
        <p14:creationId xmlns:p14="http://schemas.microsoft.com/office/powerpoint/2010/main" val="2182444706"/>
      </p:ext>
    </p:extLst>
  </p:cSld>
  <p:clrMapOvr>
    <a:overrideClrMapping bg1="dk1" tx1="lt1" bg2="dk2" tx2="lt2" accent1="accent1" accent2="accent2" accent3="accent3" accent4="accent4" accent5="accent5" accent6="accent6" hlink="hlink" folHlink="folHlink"/>
  </p:clrMapOvr>
  <p:transition>
    <p:fade/>
  </p:transition>
</p:sldLayout>
</file>

<file path=ppt/slideLayouts/slideLayout26.xml><?xml version="1.0" encoding="utf-8"?>
<p:sldLayout xmlns:a="http://schemas.openxmlformats.org/drawingml/2006/main" xmlns:r="http://schemas.openxmlformats.org/officeDocument/2006/relationships" xmlns:p="http://schemas.openxmlformats.org/presentationml/2006/main" preserve="1">
  <p:cSld name="Abstract Background_Pillar">
    <p:bg>
      <p:bgPr>
        <a:blipFill dpi="0" rotWithShape="1">
          <a:blip r:embed="rId2">
            <a:lum/>
          </a:blip>
          <a:srcRect/>
          <a:stretch>
            <a:fillRect/>
          </a:stretch>
        </a:blipFill>
        <a:effectLst/>
      </p:bgPr>
    </p:bg>
    <p:spTree>
      <p:nvGrpSpPr>
        <p:cNvPr id="1" name=""/>
        <p:cNvGrpSpPr/>
        <p:nvPr/>
      </p:nvGrpSpPr>
      <p:grpSpPr>
        <a:xfrm>
          <a:off x="0" y="0"/>
          <a:ext cx="0" cy="0"/>
          <a:chOff x="0" y="0"/>
          <a:chExt cx="0" cy="0"/>
        </a:xfrm>
      </p:grpSpPr>
      <p:sp>
        <p:nvSpPr>
          <p:cNvPr id="3" name="Slide Number Placeholder 5">
            <a:extLst>
              <a:ext uri="{FF2B5EF4-FFF2-40B4-BE49-F238E27FC236}">
                <a16:creationId xmlns:a16="http://schemas.microsoft.com/office/drawing/2014/main" id="{3F15AD11-5859-98B3-2F15-B362186970C3}"/>
              </a:ext>
            </a:extLst>
          </p:cNvPr>
          <p:cNvSpPr>
            <a:spLocks noGrp="1"/>
          </p:cNvSpPr>
          <p:nvPr>
            <p:ph type="sldNum" sz="quarter" idx="40"/>
          </p:nvPr>
        </p:nvSpPr>
        <p:spPr>
          <a:xfrm>
            <a:off x="762000" y="6423660"/>
            <a:ext cx="365760" cy="365760"/>
          </a:xfrm>
        </p:spPr>
        <p:txBody>
          <a:bodyPr/>
          <a:lstStyle>
            <a:lvl1pPr>
              <a:defRPr>
                <a:solidFill>
                  <a:srgbClr val="8B8580"/>
                </a:solidFill>
              </a:defRPr>
            </a:lvl1pPr>
          </a:lstStyle>
          <a:p>
            <a:fld id="{345D60D9-5372-5F40-9443-0F9AE5BDC3C8}" type="slidenum">
              <a:rPr lang="en-US" smtClean="0"/>
              <a:pPr/>
              <a:t>‹#›</a:t>
            </a:fld>
            <a:endParaRPr lang="en-US" dirty="0"/>
          </a:p>
        </p:txBody>
      </p:sp>
      <p:sp>
        <p:nvSpPr>
          <p:cNvPr id="4" name="Footer Placeholder 4">
            <a:extLst>
              <a:ext uri="{FF2B5EF4-FFF2-40B4-BE49-F238E27FC236}">
                <a16:creationId xmlns:a16="http://schemas.microsoft.com/office/drawing/2014/main" id="{318CD77B-3831-065A-CC2D-CCE7D9358637}"/>
              </a:ext>
            </a:extLst>
          </p:cNvPr>
          <p:cNvSpPr>
            <a:spLocks noGrp="1"/>
          </p:cNvSpPr>
          <p:nvPr>
            <p:ph type="ftr" sz="quarter" idx="39"/>
          </p:nvPr>
        </p:nvSpPr>
        <p:spPr>
          <a:xfrm>
            <a:off x="1127759" y="6423978"/>
            <a:ext cx="5745379" cy="365125"/>
          </a:xfrm>
        </p:spPr>
        <p:txBody>
          <a:bodyPr/>
          <a:lstStyle>
            <a:lvl1pPr>
              <a:defRPr>
                <a:solidFill>
                  <a:srgbClr val="8B8580"/>
                </a:solidFill>
              </a:defRPr>
            </a:lvl1pPr>
          </a:lstStyle>
          <a:p>
            <a:r>
              <a:rPr lang="en-US"/>
              <a:t>Copyright © 2025, Oracle and/or its affiliates |  Confidential: Internal/Restricted/Highly Restricted</a:t>
            </a:r>
            <a:endParaRPr lang="en-US" dirty="0"/>
          </a:p>
        </p:txBody>
      </p:sp>
      <p:sp>
        <p:nvSpPr>
          <p:cNvPr id="5" name="Date Placeholder 3">
            <a:extLst>
              <a:ext uri="{FF2B5EF4-FFF2-40B4-BE49-F238E27FC236}">
                <a16:creationId xmlns:a16="http://schemas.microsoft.com/office/drawing/2014/main" id="{087C7066-B8AF-14CC-26C3-FB68D2391813}"/>
              </a:ext>
            </a:extLst>
          </p:cNvPr>
          <p:cNvSpPr>
            <a:spLocks noGrp="1"/>
          </p:cNvSpPr>
          <p:nvPr>
            <p:ph type="dt" sz="half" idx="38"/>
          </p:nvPr>
        </p:nvSpPr>
        <p:spPr>
          <a:xfrm>
            <a:off x="6873138" y="6425604"/>
            <a:ext cx="2743200" cy="363500"/>
          </a:xfrm>
        </p:spPr>
        <p:txBody>
          <a:bodyPr/>
          <a:lstStyle>
            <a:lvl1pPr>
              <a:defRPr>
                <a:solidFill>
                  <a:srgbClr val="8B8580"/>
                </a:solidFill>
              </a:defRPr>
            </a:lvl1pPr>
          </a:lstStyle>
          <a:p>
            <a:r>
              <a:rPr lang="en-US"/>
              <a:t>[Date]</a:t>
            </a:r>
            <a:endParaRPr lang="en-US" dirty="0"/>
          </a:p>
        </p:txBody>
      </p:sp>
    </p:spTree>
    <p:extLst>
      <p:ext uri="{BB962C8B-B14F-4D97-AF65-F5344CB8AC3E}">
        <p14:creationId xmlns:p14="http://schemas.microsoft.com/office/powerpoint/2010/main" val="2373596508"/>
      </p:ext>
    </p:extLst>
  </p:cSld>
  <p:clrMapOvr>
    <a:overrideClrMapping bg1="dk1" tx1="lt1" bg2="dk2" tx2="lt2" accent1="accent1" accent2="accent2" accent3="accent3" accent4="accent4" accent5="accent5" accent6="accent6" hlink="hlink" folHlink="folHlink"/>
  </p:clrMapOvr>
  <p:transition>
    <p:fade/>
  </p:transition>
</p:sldLayout>
</file>

<file path=ppt/slideLayouts/slideLayout27.xml><?xml version="1.0" encoding="utf-8"?>
<p:sldLayout xmlns:a="http://schemas.openxmlformats.org/drawingml/2006/main" xmlns:r="http://schemas.openxmlformats.org/officeDocument/2006/relationships" xmlns:p="http://schemas.openxmlformats.org/presentationml/2006/main" preserve="1" userDrawn="1">
  <p:cSld name="Light - Title 1 Column">
    <p:bg>
      <p:bgRef idx="1001">
        <a:schemeClr val="bg2"/>
      </p:bgRef>
    </p:bg>
    <p:spTree>
      <p:nvGrpSpPr>
        <p:cNvPr id="1" name=""/>
        <p:cNvGrpSpPr/>
        <p:nvPr/>
      </p:nvGrpSpPr>
      <p:grpSpPr>
        <a:xfrm>
          <a:off x="0" y="0"/>
          <a:ext cx="0" cy="0"/>
          <a:chOff x="0" y="0"/>
          <a:chExt cx="0" cy="0"/>
        </a:xfrm>
      </p:grpSpPr>
      <p:sp>
        <p:nvSpPr>
          <p:cNvPr id="13" name="Title 12">
            <a:extLst>
              <a:ext uri="{FF2B5EF4-FFF2-40B4-BE49-F238E27FC236}">
                <a16:creationId xmlns:a16="http://schemas.microsoft.com/office/drawing/2014/main" id="{B4B5BB6C-77A2-4299-98DB-F23A8BBC354D}"/>
              </a:ext>
            </a:extLst>
          </p:cNvPr>
          <p:cNvSpPr>
            <a:spLocks noGrp="1"/>
          </p:cNvSpPr>
          <p:nvPr>
            <p:ph type="title" hasCustomPrompt="1"/>
          </p:nvPr>
        </p:nvSpPr>
        <p:spPr/>
        <p:txBody>
          <a:bodyPr/>
          <a:lstStyle>
            <a:lvl1pPr>
              <a:defRPr b="1" i="0">
                <a:latin typeface="Oracle Sans Tab" panose="020B0503020204020204" pitchFamily="34" charset="0"/>
                <a:cs typeface="Oracle Sans Tab" panose="020B0503020204020204" pitchFamily="34" charset="0"/>
              </a:defRPr>
            </a:lvl1pPr>
          </a:lstStyle>
          <a:p>
            <a:r>
              <a:rPr lang="en-US" dirty="0"/>
              <a:t>Title</a:t>
            </a:r>
          </a:p>
        </p:txBody>
      </p:sp>
      <p:sp>
        <p:nvSpPr>
          <p:cNvPr id="17" name="Slide Number">
            <a:extLst>
              <a:ext uri="{FF2B5EF4-FFF2-40B4-BE49-F238E27FC236}">
                <a16:creationId xmlns:a16="http://schemas.microsoft.com/office/drawing/2014/main" id="{5D441708-8B15-4FCB-89B4-E673D271FDD5}"/>
              </a:ext>
            </a:extLst>
          </p:cNvPr>
          <p:cNvSpPr>
            <a:spLocks noGrp="1"/>
          </p:cNvSpPr>
          <p:nvPr>
            <p:ph type="sldNum" sz="quarter" idx="4"/>
          </p:nvPr>
        </p:nvSpPr>
        <p:spPr>
          <a:xfrm>
            <a:off x="762000" y="6423660"/>
            <a:ext cx="365760" cy="365760"/>
          </a:xfrm>
          <a:prstGeom prst="rect">
            <a:avLst/>
          </a:prstGeom>
        </p:spPr>
        <p:txBody>
          <a:bodyPr vert="horz" lIns="0" tIns="0" rIns="0" bIns="0" rtlCol="0" anchor="ctr"/>
          <a:lstStyle>
            <a:lvl1pPr algn="l">
              <a:defRPr sz="900">
                <a:solidFill>
                  <a:srgbClr val="8B8580"/>
                </a:solidFill>
              </a:defRPr>
            </a:lvl1pPr>
          </a:lstStyle>
          <a:p>
            <a:fld id="{345D60D9-5372-5F40-9443-0F9AE5BDC3C8}" type="slidenum">
              <a:rPr lang="en-US" smtClean="0"/>
              <a:pPr/>
              <a:t>‹#›</a:t>
            </a:fld>
            <a:endParaRPr lang="en-US" dirty="0"/>
          </a:p>
        </p:txBody>
      </p:sp>
      <p:sp>
        <p:nvSpPr>
          <p:cNvPr id="18" name="Footer">
            <a:extLst>
              <a:ext uri="{FF2B5EF4-FFF2-40B4-BE49-F238E27FC236}">
                <a16:creationId xmlns:a16="http://schemas.microsoft.com/office/drawing/2014/main" id="{C80D3E3D-D429-473E-903C-04622CCE81D0}"/>
              </a:ext>
            </a:extLst>
          </p:cNvPr>
          <p:cNvSpPr>
            <a:spLocks noGrp="1"/>
          </p:cNvSpPr>
          <p:nvPr>
            <p:ph type="ftr" sz="quarter" idx="3"/>
          </p:nvPr>
        </p:nvSpPr>
        <p:spPr>
          <a:xfrm>
            <a:off x="1127759" y="6423978"/>
            <a:ext cx="5745379" cy="365125"/>
          </a:xfrm>
          <a:prstGeom prst="rect">
            <a:avLst/>
          </a:prstGeom>
        </p:spPr>
        <p:txBody>
          <a:bodyPr vert="horz" lIns="0" tIns="0" rIns="0" bIns="0" rtlCol="0" anchor="ctr"/>
          <a:lstStyle>
            <a:lvl1pPr algn="l">
              <a:defRPr sz="900">
                <a:solidFill>
                  <a:srgbClr val="8B8580"/>
                </a:solidFill>
              </a:defRPr>
            </a:lvl1pPr>
          </a:lstStyle>
          <a:p>
            <a:r>
              <a:rPr lang="en-US"/>
              <a:t>Copyright © 2025, Oracle and/or its affiliates |  Confidential: Internal/Restricted/Highly Restricted</a:t>
            </a:r>
            <a:endParaRPr lang="en-US" dirty="0"/>
          </a:p>
        </p:txBody>
      </p:sp>
      <p:sp>
        <p:nvSpPr>
          <p:cNvPr id="19" name="Date">
            <a:extLst>
              <a:ext uri="{FF2B5EF4-FFF2-40B4-BE49-F238E27FC236}">
                <a16:creationId xmlns:a16="http://schemas.microsoft.com/office/drawing/2014/main" id="{2702B7E4-DD93-4403-964F-982773FE3422}"/>
              </a:ext>
            </a:extLst>
          </p:cNvPr>
          <p:cNvSpPr>
            <a:spLocks noGrp="1"/>
          </p:cNvSpPr>
          <p:nvPr>
            <p:ph type="dt" sz="half" idx="2"/>
          </p:nvPr>
        </p:nvSpPr>
        <p:spPr>
          <a:xfrm>
            <a:off x="6873138" y="6425604"/>
            <a:ext cx="2743200" cy="363500"/>
          </a:xfrm>
          <a:prstGeom prst="rect">
            <a:avLst/>
          </a:prstGeom>
        </p:spPr>
        <p:txBody>
          <a:bodyPr vert="horz" lIns="0" tIns="0" rIns="0" bIns="0" rtlCol="0" anchor="ctr"/>
          <a:lstStyle>
            <a:lvl1pPr>
              <a:defRPr lang="en-US" sz="900" smtClean="0">
                <a:solidFill>
                  <a:srgbClr val="8B8580"/>
                </a:solidFill>
              </a:defRPr>
            </a:lvl1pPr>
          </a:lstStyle>
          <a:p>
            <a:r>
              <a:rPr lang="en-US"/>
              <a:t>[Date]</a:t>
            </a:r>
            <a:endParaRPr lang="en-US" dirty="0"/>
          </a:p>
        </p:txBody>
      </p:sp>
      <p:sp>
        <p:nvSpPr>
          <p:cNvPr id="2" name="Content">
            <a:extLst>
              <a:ext uri="{FF2B5EF4-FFF2-40B4-BE49-F238E27FC236}">
                <a16:creationId xmlns:a16="http://schemas.microsoft.com/office/drawing/2014/main" id="{5D03235E-81C6-F058-9141-4468DA219785}"/>
              </a:ext>
            </a:extLst>
          </p:cNvPr>
          <p:cNvSpPr>
            <a:spLocks noGrp="1"/>
          </p:cNvSpPr>
          <p:nvPr>
            <p:ph sz="quarter" idx="14"/>
          </p:nvPr>
        </p:nvSpPr>
        <p:spPr>
          <a:xfrm>
            <a:off x="766762" y="1600199"/>
            <a:ext cx="10671048" cy="4507992"/>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Tree>
    <p:extLst>
      <p:ext uri="{BB962C8B-B14F-4D97-AF65-F5344CB8AC3E}">
        <p14:creationId xmlns:p14="http://schemas.microsoft.com/office/powerpoint/2010/main" val="26935614"/>
      </p:ext>
    </p:extLst>
  </p:cSld>
  <p:clrMapOvr>
    <a:overrideClrMapping bg1="lt1" tx1="dk1" bg2="lt2" tx2="dk2" accent1="accent1" accent2="accent2" accent3="accent3" accent4="accent4" accent5="accent5" accent6="accent6" hlink="hlink" folHlink="folHlink"/>
  </p:clrMapOvr>
  <p:transition>
    <p:fade/>
  </p:transition>
</p:sldLayout>
</file>

<file path=ppt/slideLayouts/slideLayout28.xml><?xml version="1.0" encoding="utf-8"?>
<p:sldLayout xmlns:a="http://schemas.openxmlformats.org/drawingml/2006/main" xmlns:r="http://schemas.openxmlformats.org/officeDocument/2006/relationships" xmlns:p="http://schemas.openxmlformats.org/presentationml/2006/main" preserve="1" userDrawn="1">
  <p:cSld name="Light - Title 2 Column">
    <p:bg>
      <p:bgRef idx="1001">
        <a:schemeClr val="bg2"/>
      </p:bgRef>
    </p:bg>
    <p:spTree>
      <p:nvGrpSpPr>
        <p:cNvPr id="1" name=""/>
        <p:cNvGrpSpPr/>
        <p:nvPr/>
      </p:nvGrpSpPr>
      <p:grpSpPr>
        <a:xfrm>
          <a:off x="0" y="0"/>
          <a:ext cx="0" cy="0"/>
          <a:chOff x="0" y="0"/>
          <a:chExt cx="0" cy="0"/>
        </a:xfrm>
      </p:grpSpPr>
      <p:sp>
        <p:nvSpPr>
          <p:cNvPr id="5" name="Title 4">
            <a:extLst>
              <a:ext uri="{FF2B5EF4-FFF2-40B4-BE49-F238E27FC236}">
                <a16:creationId xmlns:a16="http://schemas.microsoft.com/office/drawing/2014/main" id="{D69740FE-E1B8-466B-970A-4E081BCA3143}"/>
              </a:ext>
            </a:extLst>
          </p:cNvPr>
          <p:cNvSpPr>
            <a:spLocks noGrp="1"/>
          </p:cNvSpPr>
          <p:nvPr>
            <p:ph type="title" hasCustomPrompt="1"/>
          </p:nvPr>
        </p:nvSpPr>
        <p:spPr/>
        <p:txBody>
          <a:bodyPr/>
          <a:lstStyle>
            <a:lvl1pPr>
              <a:defRPr b="1" i="0">
                <a:solidFill>
                  <a:schemeClr val="tx1"/>
                </a:solidFill>
                <a:latin typeface="Oracle Sans Tab" panose="020B0503020204020204" pitchFamily="34" charset="0"/>
                <a:cs typeface="Oracle Sans Tab" panose="020B0503020204020204" pitchFamily="34" charset="0"/>
              </a:defRPr>
            </a:lvl1pPr>
          </a:lstStyle>
          <a:p>
            <a:r>
              <a:rPr lang="en-US" dirty="0"/>
              <a:t>Title</a:t>
            </a:r>
          </a:p>
        </p:txBody>
      </p:sp>
      <p:cxnSp>
        <p:nvCxnSpPr>
          <p:cNvPr id="15" name="Column Divider">
            <a:extLst>
              <a:ext uri="{FF2B5EF4-FFF2-40B4-BE49-F238E27FC236}">
                <a16:creationId xmlns:a16="http://schemas.microsoft.com/office/drawing/2014/main" id="{C3377C95-3E35-473F-8E81-1FDFBEBC758A}"/>
              </a:ext>
              <a:ext uri="{C183D7F6-B498-43B3-948B-1728B52AA6E4}">
                <adec:decorative xmlns:adec="http://schemas.microsoft.com/office/drawing/2017/decorative" val="1"/>
              </a:ext>
            </a:extLst>
          </p:cNvPr>
          <p:cNvCxnSpPr>
            <a:cxnSpLocks/>
          </p:cNvCxnSpPr>
          <p:nvPr userDrawn="1"/>
        </p:nvCxnSpPr>
        <p:spPr>
          <a:xfrm>
            <a:off x="6109577" y="1608575"/>
            <a:ext cx="0" cy="4507992"/>
          </a:xfrm>
          <a:prstGeom prst="line">
            <a:avLst/>
          </a:prstGeom>
          <a:ln w="19050" cap="flat">
            <a:solidFill>
              <a:srgbClr val="8B8580">
                <a:alpha val="25000"/>
              </a:srgbClr>
            </a:solidFill>
            <a:prstDash val="solid"/>
          </a:ln>
        </p:spPr>
        <p:style>
          <a:lnRef idx="1">
            <a:schemeClr val="accent1"/>
          </a:lnRef>
          <a:fillRef idx="0">
            <a:schemeClr val="accent1"/>
          </a:fillRef>
          <a:effectRef idx="0">
            <a:schemeClr val="accent1"/>
          </a:effectRef>
          <a:fontRef idx="minor">
            <a:schemeClr val="tx1"/>
          </a:fontRef>
        </p:style>
      </p:cxnSp>
      <p:sp>
        <p:nvSpPr>
          <p:cNvPr id="9" name="Slide Number Placeholder 8">
            <a:extLst>
              <a:ext uri="{FF2B5EF4-FFF2-40B4-BE49-F238E27FC236}">
                <a16:creationId xmlns:a16="http://schemas.microsoft.com/office/drawing/2014/main" id="{424C32FC-D616-45B7-A051-90859CE92D73}"/>
              </a:ext>
            </a:extLst>
          </p:cNvPr>
          <p:cNvSpPr>
            <a:spLocks noGrp="1"/>
          </p:cNvSpPr>
          <p:nvPr>
            <p:ph type="sldNum" sz="quarter" idx="18"/>
          </p:nvPr>
        </p:nvSpPr>
        <p:spPr/>
        <p:txBody>
          <a:bodyPr/>
          <a:lstStyle/>
          <a:p>
            <a:fld id="{345D60D9-5372-5F40-9443-0F9AE5BDC3C8}" type="slidenum">
              <a:rPr lang="en-US" smtClean="0"/>
              <a:pPr/>
              <a:t>‹#›</a:t>
            </a:fld>
            <a:endParaRPr lang="en-US" dirty="0"/>
          </a:p>
        </p:txBody>
      </p:sp>
      <p:sp>
        <p:nvSpPr>
          <p:cNvPr id="8" name="Footer Placeholder 7">
            <a:extLst>
              <a:ext uri="{FF2B5EF4-FFF2-40B4-BE49-F238E27FC236}">
                <a16:creationId xmlns:a16="http://schemas.microsoft.com/office/drawing/2014/main" id="{48F71CDA-982A-476F-ADB7-47031714FD6F}"/>
              </a:ext>
            </a:extLst>
          </p:cNvPr>
          <p:cNvSpPr>
            <a:spLocks noGrp="1"/>
          </p:cNvSpPr>
          <p:nvPr>
            <p:ph type="ftr" sz="quarter" idx="17"/>
          </p:nvPr>
        </p:nvSpPr>
        <p:spPr/>
        <p:txBody>
          <a:bodyPr/>
          <a:lstStyle/>
          <a:p>
            <a:r>
              <a:rPr lang="en-US"/>
              <a:t>Copyright © 2025, Oracle and/or its affiliates |  Confidential: Internal/Restricted/Highly Restricted</a:t>
            </a:r>
            <a:endParaRPr lang="en-US" dirty="0"/>
          </a:p>
        </p:txBody>
      </p:sp>
      <p:sp>
        <p:nvSpPr>
          <p:cNvPr id="4" name="Date Placeholder 3">
            <a:extLst>
              <a:ext uri="{FF2B5EF4-FFF2-40B4-BE49-F238E27FC236}">
                <a16:creationId xmlns:a16="http://schemas.microsoft.com/office/drawing/2014/main" id="{4B5A409C-CB05-4133-9F5F-1D2097DE34E0}"/>
              </a:ext>
            </a:extLst>
          </p:cNvPr>
          <p:cNvSpPr>
            <a:spLocks noGrp="1"/>
          </p:cNvSpPr>
          <p:nvPr>
            <p:ph type="dt" sz="half" idx="16"/>
          </p:nvPr>
        </p:nvSpPr>
        <p:spPr/>
        <p:txBody>
          <a:bodyPr/>
          <a:lstStyle/>
          <a:p>
            <a:r>
              <a:rPr lang="en-US"/>
              <a:t>[Date]</a:t>
            </a:r>
            <a:endParaRPr lang="en-US" dirty="0"/>
          </a:p>
        </p:txBody>
      </p:sp>
      <p:sp>
        <p:nvSpPr>
          <p:cNvPr id="2" name="Content">
            <a:extLst>
              <a:ext uri="{FF2B5EF4-FFF2-40B4-BE49-F238E27FC236}">
                <a16:creationId xmlns:a16="http://schemas.microsoft.com/office/drawing/2014/main" id="{002F888E-0FBB-6617-9462-4201B11F2A44}"/>
              </a:ext>
            </a:extLst>
          </p:cNvPr>
          <p:cNvSpPr>
            <a:spLocks noGrp="1"/>
          </p:cNvSpPr>
          <p:nvPr>
            <p:ph sz="quarter" idx="14"/>
          </p:nvPr>
        </p:nvSpPr>
        <p:spPr>
          <a:xfrm>
            <a:off x="766762" y="1600199"/>
            <a:ext cx="5084064" cy="4507992"/>
          </a:xfrm>
        </p:spPr>
        <p:txBody>
          <a:bodyPr/>
          <a:lstStyle>
            <a:lvl1pPr>
              <a:defRPr>
                <a:solidFill>
                  <a:schemeClr val="tx1"/>
                </a:solidFill>
              </a:defRPr>
            </a:lvl1pPr>
            <a:lvl2pPr>
              <a:defRPr>
                <a:solidFill>
                  <a:schemeClr val="tx1"/>
                </a:solidFill>
              </a:defRPr>
            </a:lvl2pPr>
            <a:lvl3pPr>
              <a:defRPr>
                <a:solidFill>
                  <a:schemeClr val="tx1"/>
                </a:solidFill>
              </a:defRPr>
            </a:lvl3pPr>
            <a:lvl4pPr>
              <a:defRPr>
                <a:solidFill>
                  <a:schemeClr val="tx1"/>
                </a:solidFill>
              </a:defRPr>
            </a:lvl4pPr>
            <a:lvl5pPr>
              <a:defRPr>
                <a:solidFill>
                  <a:schemeClr val="tx1"/>
                </a:solidFill>
              </a:defRPr>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3" name="Content">
            <a:extLst>
              <a:ext uri="{FF2B5EF4-FFF2-40B4-BE49-F238E27FC236}">
                <a16:creationId xmlns:a16="http://schemas.microsoft.com/office/drawing/2014/main" id="{4F57E862-706F-9432-1E5B-C66745958B78}"/>
              </a:ext>
            </a:extLst>
          </p:cNvPr>
          <p:cNvSpPr>
            <a:spLocks noGrp="1"/>
          </p:cNvSpPr>
          <p:nvPr>
            <p:ph sz="quarter" idx="19"/>
          </p:nvPr>
        </p:nvSpPr>
        <p:spPr>
          <a:xfrm>
            <a:off x="6370317" y="1600220"/>
            <a:ext cx="5084064" cy="4507992"/>
          </a:xfrm>
        </p:spPr>
        <p:txBody>
          <a:bodyPr/>
          <a:lstStyle>
            <a:lvl1pPr>
              <a:defRPr>
                <a:solidFill>
                  <a:schemeClr val="tx1"/>
                </a:solidFill>
              </a:defRPr>
            </a:lvl1pPr>
            <a:lvl2pPr>
              <a:defRPr>
                <a:solidFill>
                  <a:schemeClr val="tx1"/>
                </a:solidFill>
              </a:defRPr>
            </a:lvl2pPr>
            <a:lvl3pPr>
              <a:defRPr>
                <a:solidFill>
                  <a:schemeClr val="tx1"/>
                </a:solidFill>
              </a:defRPr>
            </a:lvl3pPr>
            <a:lvl4pPr>
              <a:defRPr>
                <a:solidFill>
                  <a:schemeClr val="tx1"/>
                </a:solidFill>
              </a:defRPr>
            </a:lvl4pPr>
            <a:lvl5pPr>
              <a:defRPr>
                <a:solidFill>
                  <a:schemeClr val="tx1"/>
                </a:solidFill>
              </a:defRPr>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Tree>
    <p:extLst>
      <p:ext uri="{BB962C8B-B14F-4D97-AF65-F5344CB8AC3E}">
        <p14:creationId xmlns:p14="http://schemas.microsoft.com/office/powerpoint/2010/main" val="3947178181"/>
      </p:ext>
    </p:extLst>
  </p:cSld>
  <p:clrMapOvr>
    <a:overrideClrMapping bg1="lt1" tx1="dk1" bg2="lt2" tx2="dk2" accent1="accent1" accent2="accent2" accent3="accent3" accent4="accent4" accent5="accent5" accent6="accent6" hlink="hlink" folHlink="folHlink"/>
  </p:clrMapOvr>
  <p:transition>
    <p:fade/>
  </p:transition>
</p:sldLayout>
</file>

<file path=ppt/slideLayouts/slideLayout29.xml><?xml version="1.0" encoding="utf-8"?>
<p:sldLayout xmlns:a="http://schemas.openxmlformats.org/drawingml/2006/main" xmlns:r="http://schemas.openxmlformats.org/officeDocument/2006/relationships" xmlns:p="http://schemas.openxmlformats.org/presentationml/2006/main" preserve="1" userDrawn="1">
  <p:cSld name="Light - Title/Subtitle 1 Column">
    <p:bg>
      <p:bgRef idx="1001">
        <a:schemeClr val="bg2"/>
      </p:bgRef>
    </p:bg>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DEE4D9CD-CDC4-4642-8CDA-7351404FC2D2}"/>
              </a:ext>
            </a:extLst>
          </p:cNvPr>
          <p:cNvSpPr>
            <a:spLocks noGrp="1"/>
          </p:cNvSpPr>
          <p:nvPr>
            <p:ph type="title" hasCustomPrompt="1"/>
          </p:nvPr>
        </p:nvSpPr>
        <p:spPr/>
        <p:txBody>
          <a:bodyPr/>
          <a:lstStyle>
            <a:lvl1pPr>
              <a:defRPr b="1" i="0">
                <a:latin typeface="Oracle Sans Tab" panose="020B0503020204020204" pitchFamily="34" charset="0"/>
                <a:cs typeface="Oracle Sans Tab" panose="020B0503020204020204" pitchFamily="34" charset="0"/>
              </a:defRPr>
            </a:lvl1pPr>
          </a:lstStyle>
          <a:p>
            <a:r>
              <a:rPr lang="en-US" dirty="0"/>
              <a:t>Title</a:t>
            </a:r>
          </a:p>
        </p:txBody>
      </p:sp>
      <p:sp>
        <p:nvSpPr>
          <p:cNvPr id="8" name="Slide Number Placeholder 7">
            <a:extLst>
              <a:ext uri="{FF2B5EF4-FFF2-40B4-BE49-F238E27FC236}">
                <a16:creationId xmlns:a16="http://schemas.microsoft.com/office/drawing/2014/main" id="{7A59FA82-C146-45DF-AE7B-4B5698706BEA}"/>
              </a:ext>
            </a:extLst>
          </p:cNvPr>
          <p:cNvSpPr>
            <a:spLocks noGrp="1"/>
          </p:cNvSpPr>
          <p:nvPr>
            <p:ph type="sldNum" sz="quarter" idx="17"/>
          </p:nvPr>
        </p:nvSpPr>
        <p:spPr/>
        <p:txBody>
          <a:bodyPr/>
          <a:lstStyle/>
          <a:p>
            <a:fld id="{345D60D9-5372-5F40-9443-0F9AE5BDC3C8}" type="slidenum">
              <a:rPr lang="en-US" smtClean="0"/>
              <a:pPr/>
              <a:t>‹#›</a:t>
            </a:fld>
            <a:endParaRPr lang="en-US" dirty="0"/>
          </a:p>
        </p:txBody>
      </p:sp>
      <p:sp>
        <p:nvSpPr>
          <p:cNvPr id="7" name="Footer Placeholder 6">
            <a:extLst>
              <a:ext uri="{FF2B5EF4-FFF2-40B4-BE49-F238E27FC236}">
                <a16:creationId xmlns:a16="http://schemas.microsoft.com/office/drawing/2014/main" id="{E2CE12F3-375D-4B05-A71D-DA14DF8ADB8E}"/>
              </a:ext>
            </a:extLst>
          </p:cNvPr>
          <p:cNvSpPr>
            <a:spLocks noGrp="1"/>
          </p:cNvSpPr>
          <p:nvPr>
            <p:ph type="ftr" sz="quarter" idx="16"/>
          </p:nvPr>
        </p:nvSpPr>
        <p:spPr/>
        <p:txBody>
          <a:bodyPr/>
          <a:lstStyle/>
          <a:p>
            <a:r>
              <a:rPr lang="en-US"/>
              <a:t>Copyright © 2025, Oracle and/or its affiliates |  Confidential: Internal/Restricted/Highly Restricted</a:t>
            </a:r>
            <a:endParaRPr lang="en-US" dirty="0"/>
          </a:p>
        </p:txBody>
      </p:sp>
      <p:sp>
        <p:nvSpPr>
          <p:cNvPr id="5" name="Date Placeholder 4">
            <a:extLst>
              <a:ext uri="{FF2B5EF4-FFF2-40B4-BE49-F238E27FC236}">
                <a16:creationId xmlns:a16="http://schemas.microsoft.com/office/drawing/2014/main" id="{48C5C278-52DE-4C8A-933B-1109B3282E51}"/>
              </a:ext>
            </a:extLst>
          </p:cNvPr>
          <p:cNvSpPr>
            <a:spLocks noGrp="1"/>
          </p:cNvSpPr>
          <p:nvPr>
            <p:ph type="dt" sz="half" idx="15"/>
          </p:nvPr>
        </p:nvSpPr>
        <p:spPr/>
        <p:txBody>
          <a:bodyPr/>
          <a:lstStyle/>
          <a:p>
            <a:r>
              <a:rPr lang="en-US"/>
              <a:t>[Date]</a:t>
            </a:r>
            <a:endParaRPr lang="en-US" dirty="0"/>
          </a:p>
        </p:txBody>
      </p:sp>
      <p:sp>
        <p:nvSpPr>
          <p:cNvPr id="4" name="Subtitle">
            <a:extLst>
              <a:ext uri="{FF2B5EF4-FFF2-40B4-BE49-F238E27FC236}">
                <a16:creationId xmlns:a16="http://schemas.microsoft.com/office/drawing/2014/main" id="{04A3DC4D-863F-59EA-783E-AF49D784110E}"/>
              </a:ext>
            </a:extLst>
          </p:cNvPr>
          <p:cNvSpPr>
            <a:spLocks noGrp="1"/>
          </p:cNvSpPr>
          <p:nvPr>
            <p:ph type="body" sz="quarter" idx="11" hasCustomPrompt="1"/>
          </p:nvPr>
        </p:nvSpPr>
        <p:spPr>
          <a:xfrm>
            <a:off x="762000" y="1024235"/>
            <a:ext cx="10671048" cy="330540"/>
          </a:xfrm>
          <a:prstGeom prst="rect">
            <a:avLst/>
          </a:prstGeom>
        </p:spPr>
        <p:txBody>
          <a:bodyPr lIns="0">
            <a:noAutofit/>
          </a:bodyPr>
          <a:lstStyle>
            <a:lvl1pPr marL="0" indent="0">
              <a:spcAft>
                <a:spcPts val="0"/>
              </a:spcAft>
              <a:buNone/>
              <a:defRPr sz="2000" b="0" i="0">
                <a:latin typeface="Oracle Sans Tab" panose="020B0503020204020204" pitchFamily="34" charset="0"/>
                <a:cs typeface="Oracle Sans Tab" panose="020B0503020204020204" pitchFamily="34" charset="0"/>
              </a:defRPr>
            </a:lvl1pPr>
          </a:lstStyle>
          <a:p>
            <a:pPr lvl="0"/>
            <a:r>
              <a:rPr lang="en-US" dirty="0"/>
              <a:t>Subtitle</a:t>
            </a:r>
          </a:p>
        </p:txBody>
      </p:sp>
      <p:sp>
        <p:nvSpPr>
          <p:cNvPr id="9" name="Content">
            <a:extLst>
              <a:ext uri="{FF2B5EF4-FFF2-40B4-BE49-F238E27FC236}">
                <a16:creationId xmlns:a16="http://schemas.microsoft.com/office/drawing/2014/main" id="{B95271D6-CF2C-D8C3-F7FB-D555FC2D9469}"/>
              </a:ext>
            </a:extLst>
          </p:cNvPr>
          <p:cNvSpPr>
            <a:spLocks noGrp="1"/>
          </p:cNvSpPr>
          <p:nvPr>
            <p:ph sz="quarter" idx="14"/>
          </p:nvPr>
        </p:nvSpPr>
        <p:spPr>
          <a:xfrm>
            <a:off x="766762" y="1600199"/>
            <a:ext cx="10671048" cy="4507992"/>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Tree>
    <p:extLst>
      <p:ext uri="{BB962C8B-B14F-4D97-AF65-F5344CB8AC3E}">
        <p14:creationId xmlns:p14="http://schemas.microsoft.com/office/powerpoint/2010/main" val="3953832449"/>
      </p:ext>
    </p:extLst>
  </p:cSld>
  <p:clrMapOvr>
    <a:overrideClrMapping bg1="lt1" tx1="dk1" bg2="lt2" tx2="dk2" accent1="accent1" accent2="accent2" accent3="accent3" accent4="accent4" accent5="accent5" accent6="accent6" hlink="hlink" folHlink="folHlink"/>
  </p:clrMapOvr>
  <p:transition>
    <p:fade/>
  </p:transition>
</p:sldLayout>
</file>

<file path=ppt/slideLayouts/slideLayout30.xml><?xml version="1.0" encoding="utf-8"?>
<p:sldLayout xmlns:a="http://schemas.openxmlformats.org/drawingml/2006/main" xmlns:r="http://schemas.openxmlformats.org/officeDocument/2006/relationships" xmlns:p="http://schemas.openxmlformats.org/presentationml/2006/main" preserve="1" userDrawn="1">
  <p:cSld name="Dark - Title/Subtitle 1 Column">
    <p:bg>
      <p:bgRef idx="1001">
        <a:schemeClr val="bg1"/>
      </p:bgRef>
    </p:bg>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C3E68516-E3E0-4F22-9EB7-1A85E1D3B5A1}"/>
              </a:ext>
            </a:extLst>
          </p:cNvPr>
          <p:cNvSpPr>
            <a:spLocks noGrp="1"/>
          </p:cNvSpPr>
          <p:nvPr>
            <p:ph type="title" hasCustomPrompt="1"/>
          </p:nvPr>
        </p:nvSpPr>
        <p:spPr/>
        <p:txBody>
          <a:bodyPr/>
          <a:lstStyle>
            <a:lvl1pPr>
              <a:defRPr b="1" i="0">
                <a:latin typeface="Oracle Sans Tab" panose="020B0503020204020204" pitchFamily="34" charset="0"/>
                <a:cs typeface="Oracle Sans Tab" panose="020B0503020204020204" pitchFamily="34" charset="0"/>
              </a:defRPr>
            </a:lvl1pPr>
          </a:lstStyle>
          <a:p>
            <a:r>
              <a:rPr lang="en-US" dirty="0"/>
              <a:t>Title</a:t>
            </a:r>
          </a:p>
        </p:txBody>
      </p:sp>
      <p:sp>
        <p:nvSpPr>
          <p:cNvPr id="3" name="Subtitle">
            <a:extLst>
              <a:ext uri="{FF2B5EF4-FFF2-40B4-BE49-F238E27FC236}">
                <a16:creationId xmlns:a16="http://schemas.microsoft.com/office/drawing/2014/main" id="{46A3BF75-E03A-3149-A8B6-C22593F32B62}"/>
              </a:ext>
            </a:extLst>
          </p:cNvPr>
          <p:cNvSpPr>
            <a:spLocks noGrp="1"/>
          </p:cNvSpPr>
          <p:nvPr>
            <p:ph type="body" sz="quarter" idx="11" hasCustomPrompt="1"/>
          </p:nvPr>
        </p:nvSpPr>
        <p:spPr>
          <a:xfrm>
            <a:off x="766763" y="1009904"/>
            <a:ext cx="10671048" cy="330540"/>
          </a:xfrm>
          <a:prstGeom prst="rect">
            <a:avLst/>
          </a:prstGeom>
        </p:spPr>
        <p:txBody>
          <a:bodyPr lIns="0">
            <a:noAutofit/>
          </a:bodyPr>
          <a:lstStyle>
            <a:lvl1pPr marL="0" indent="0">
              <a:spcAft>
                <a:spcPts val="0"/>
              </a:spcAft>
              <a:buNone/>
              <a:defRPr sz="2000" b="0" i="0">
                <a:latin typeface="Oracle Sans Tab" panose="020B0503020204020204" pitchFamily="34" charset="0"/>
                <a:cs typeface="Oracle Sans Tab" panose="020B0503020204020204" pitchFamily="34" charset="0"/>
              </a:defRPr>
            </a:lvl1pPr>
          </a:lstStyle>
          <a:p>
            <a:pPr lvl="0"/>
            <a:r>
              <a:rPr lang="en-US" dirty="0"/>
              <a:t>Subtitle</a:t>
            </a:r>
          </a:p>
        </p:txBody>
      </p:sp>
      <p:sp>
        <p:nvSpPr>
          <p:cNvPr id="6" name="Content">
            <a:extLst>
              <a:ext uri="{FF2B5EF4-FFF2-40B4-BE49-F238E27FC236}">
                <a16:creationId xmlns:a16="http://schemas.microsoft.com/office/drawing/2014/main" id="{238CEDEE-F37B-4496-9270-0479A31C9762}"/>
              </a:ext>
            </a:extLst>
          </p:cNvPr>
          <p:cNvSpPr>
            <a:spLocks noGrp="1"/>
          </p:cNvSpPr>
          <p:nvPr>
            <p:ph sz="quarter" idx="14"/>
          </p:nvPr>
        </p:nvSpPr>
        <p:spPr>
          <a:xfrm>
            <a:off x="766763" y="1600199"/>
            <a:ext cx="10671175" cy="4507992"/>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8" name="Slide Number Placeholder 7">
            <a:extLst>
              <a:ext uri="{FF2B5EF4-FFF2-40B4-BE49-F238E27FC236}">
                <a16:creationId xmlns:a16="http://schemas.microsoft.com/office/drawing/2014/main" id="{657290E2-8EA8-4572-BB48-C18007201785}"/>
              </a:ext>
            </a:extLst>
          </p:cNvPr>
          <p:cNvSpPr>
            <a:spLocks noGrp="1"/>
          </p:cNvSpPr>
          <p:nvPr>
            <p:ph type="sldNum" sz="quarter" idx="17"/>
          </p:nvPr>
        </p:nvSpPr>
        <p:spPr/>
        <p:txBody>
          <a:bodyPr/>
          <a:lstStyle>
            <a:lvl1pPr>
              <a:defRPr>
                <a:solidFill>
                  <a:srgbClr val="AEA8A2"/>
                </a:solidFill>
              </a:defRPr>
            </a:lvl1pPr>
          </a:lstStyle>
          <a:p>
            <a:fld id="{345D60D9-5372-5F40-9443-0F9AE5BDC3C8}" type="slidenum">
              <a:rPr lang="en-US" smtClean="0"/>
              <a:pPr/>
              <a:t>‹#›</a:t>
            </a:fld>
            <a:endParaRPr lang="en-US" dirty="0"/>
          </a:p>
        </p:txBody>
      </p:sp>
      <p:sp>
        <p:nvSpPr>
          <p:cNvPr id="7" name="Footer Placeholder 6">
            <a:extLst>
              <a:ext uri="{FF2B5EF4-FFF2-40B4-BE49-F238E27FC236}">
                <a16:creationId xmlns:a16="http://schemas.microsoft.com/office/drawing/2014/main" id="{C1A7F3B8-F794-4AF5-B07B-32A3084A6AB2}"/>
              </a:ext>
            </a:extLst>
          </p:cNvPr>
          <p:cNvSpPr>
            <a:spLocks noGrp="1"/>
          </p:cNvSpPr>
          <p:nvPr>
            <p:ph type="ftr" sz="quarter" idx="16"/>
          </p:nvPr>
        </p:nvSpPr>
        <p:spPr/>
        <p:txBody>
          <a:bodyPr/>
          <a:lstStyle>
            <a:lvl1pPr>
              <a:defRPr>
                <a:solidFill>
                  <a:srgbClr val="AEA8A2"/>
                </a:solidFill>
              </a:defRPr>
            </a:lvl1pPr>
          </a:lstStyle>
          <a:p>
            <a:r>
              <a:rPr lang="en-US"/>
              <a:t>Copyright © 2025, Oracle and/or its affiliates |  Confidential: Internal/Restricted/Highly Restricted</a:t>
            </a:r>
            <a:endParaRPr lang="en-US" dirty="0"/>
          </a:p>
        </p:txBody>
      </p:sp>
      <p:sp>
        <p:nvSpPr>
          <p:cNvPr id="5" name="Date Placeholder 4">
            <a:extLst>
              <a:ext uri="{FF2B5EF4-FFF2-40B4-BE49-F238E27FC236}">
                <a16:creationId xmlns:a16="http://schemas.microsoft.com/office/drawing/2014/main" id="{7A72FE7D-30FF-45E2-9F8B-D073887C33E8}"/>
              </a:ext>
            </a:extLst>
          </p:cNvPr>
          <p:cNvSpPr>
            <a:spLocks noGrp="1"/>
          </p:cNvSpPr>
          <p:nvPr>
            <p:ph type="dt" sz="half" idx="15"/>
          </p:nvPr>
        </p:nvSpPr>
        <p:spPr/>
        <p:txBody>
          <a:bodyPr/>
          <a:lstStyle>
            <a:lvl1pPr>
              <a:defRPr>
                <a:solidFill>
                  <a:srgbClr val="AEA8A2"/>
                </a:solidFill>
              </a:defRPr>
            </a:lvl1pPr>
          </a:lstStyle>
          <a:p>
            <a:r>
              <a:rPr lang="en-US"/>
              <a:t>[Date]</a:t>
            </a:r>
            <a:endParaRPr lang="en-US" dirty="0"/>
          </a:p>
        </p:txBody>
      </p:sp>
    </p:spTree>
    <p:extLst>
      <p:ext uri="{BB962C8B-B14F-4D97-AF65-F5344CB8AC3E}">
        <p14:creationId xmlns:p14="http://schemas.microsoft.com/office/powerpoint/2010/main" val="605829699"/>
      </p:ext>
    </p:extLst>
  </p:cSld>
  <p:clrMapOvr>
    <a:overrideClrMapping bg1="dk1" tx1="lt1" bg2="dk2" tx2="lt2" accent1="accent1" accent2="accent2" accent3="accent3" accent4="accent4" accent5="accent5" accent6="accent6" hlink="hlink" folHlink="folHlink"/>
  </p:clrMapOvr>
  <p:transition>
    <p:fade/>
  </p:transition>
</p:sldLayout>
</file>

<file path=ppt/slideLayouts/slideLayout31.xml><?xml version="1.0" encoding="utf-8"?>
<p:sldLayout xmlns:a="http://schemas.openxmlformats.org/drawingml/2006/main" xmlns:r="http://schemas.openxmlformats.org/officeDocument/2006/relationships" xmlns:p="http://schemas.openxmlformats.org/presentationml/2006/main" preserve="1" userDrawn="1">
  <p:cSld name="Dark - Title 2 Column">
    <p:bg>
      <p:bgRef idx="1001">
        <a:schemeClr val="bg1"/>
      </p:bgRef>
    </p:bg>
    <p:spTree>
      <p:nvGrpSpPr>
        <p:cNvPr id="1" name=""/>
        <p:cNvGrpSpPr/>
        <p:nvPr/>
      </p:nvGrpSpPr>
      <p:grpSpPr>
        <a:xfrm>
          <a:off x="0" y="0"/>
          <a:ext cx="0" cy="0"/>
          <a:chOff x="0" y="0"/>
          <a:chExt cx="0" cy="0"/>
        </a:xfrm>
      </p:grpSpPr>
      <p:sp>
        <p:nvSpPr>
          <p:cNvPr id="3" name="Title 2">
            <a:extLst>
              <a:ext uri="{FF2B5EF4-FFF2-40B4-BE49-F238E27FC236}">
                <a16:creationId xmlns:a16="http://schemas.microsoft.com/office/drawing/2014/main" id="{B1F59826-0B3C-4973-B5FA-B18F68758F38}"/>
              </a:ext>
            </a:extLst>
          </p:cNvPr>
          <p:cNvSpPr>
            <a:spLocks noGrp="1"/>
          </p:cNvSpPr>
          <p:nvPr>
            <p:ph type="title" hasCustomPrompt="1"/>
          </p:nvPr>
        </p:nvSpPr>
        <p:spPr/>
        <p:txBody>
          <a:bodyPr/>
          <a:lstStyle>
            <a:lvl1pPr>
              <a:defRPr b="1" i="0">
                <a:latin typeface="Oracle Sans Tab" panose="020B0503020204020204" pitchFamily="34" charset="0"/>
                <a:cs typeface="Oracle Sans Tab" panose="020B0503020204020204" pitchFamily="34" charset="0"/>
              </a:defRPr>
            </a:lvl1pPr>
          </a:lstStyle>
          <a:p>
            <a:r>
              <a:rPr lang="en-US" dirty="0"/>
              <a:t>Title</a:t>
            </a:r>
          </a:p>
        </p:txBody>
      </p:sp>
      <p:cxnSp>
        <p:nvCxnSpPr>
          <p:cNvPr id="15" name="Column Divider">
            <a:extLst>
              <a:ext uri="{FF2B5EF4-FFF2-40B4-BE49-F238E27FC236}">
                <a16:creationId xmlns:a16="http://schemas.microsoft.com/office/drawing/2014/main" id="{C3377C95-3E35-473F-8E81-1FDFBEBC758A}"/>
              </a:ext>
              <a:ext uri="{C183D7F6-B498-43B3-948B-1728B52AA6E4}">
                <adec:decorative xmlns:adec="http://schemas.microsoft.com/office/drawing/2017/decorative" val="1"/>
              </a:ext>
            </a:extLst>
          </p:cNvPr>
          <p:cNvCxnSpPr>
            <a:cxnSpLocks/>
          </p:cNvCxnSpPr>
          <p:nvPr userDrawn="1"/>
        </p:nvCxnSpPr>
        <p:spPr>
          <a:xfrm>
            <a:off x="6109577" y="1608575"/>
            <a:ext cx="0" cy="4507992"/>
          </a:xfrm>
          <a:prstGeom prst="line">
            <a:avLst/>
          </a:prstGeom>
          <a:ln w="19050" cap="flat">
            <a:solidFill>
              <a:srgbClr val="8B8580">
                <a:alpha val="25000"/>
              </a:srgbClr>
            </a:solidFill>
            <a:prstDash val="solid"/>
          </a:ln>
        </p:spPr>
        <p:style>
          <a:lnRef idx="1">
            <a:schemeClr val="accent1"/>
          </a:lnRef>
          <a:fillRef idx="0">
            <a:schemeClr val="accent1"/>
          </a:fillRef>
          <a:effectRef idx="0">
            <a:schemeClr val="accent1"/>
          </a:effectRef>
          <a:fontRef idx="minor">
            <a:schemeClr val="tx1"/>
          </a:fontRef>
        </p:style>
      </p:cxnSp>
      <p:sp>
        <p:nvSpPr>
          <p:cNvPr id="4" name="Content">
            <a:extLst>
              <a:ext uri="{FF2B5EF4-FFF2-40B4-BE49-F238E27FC236}">
                <a16:creationId xmlns:a16="http://schemas.microsoft.com/office/drawing/2014/main" id="{FA05E257-5557-514A-2025-3EF63D1140D3}"/>
              </a:ext>
            </a:extLst>
          </p:cNvPr>
          <p:cNvSpPr>
            <a:spLocks noGrp="1"/>
          </p:cNvSpPr>
          <p:nvPr>
            <p:ph sz="quarter" idx="14"/>
          </p:nvPr>
        </p:nvSpPr>
        <p:spPr>
          <a:xfrm>
            <a:off x="766762" y="1600199"/>
            <a:ext cx="5084064" cy="4507992"/>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8" name="Content">
            <a:extLst>
              <a:ext uri="{FF2B5EF4-FFF2-40B4-BE49-F238E27FC236}">
                <a16:creationId xmlns:a16="http://schemas.microsoft.com/office/drawing/2014/main" id="{1A8D2713-0A2C-B9EC-921A-E43EBB54D7F1}"/>
              </a:ext>
            </a:extLst>
          </p:cNvPr>
          <p:cNvSpPr>
            <a:spLocks noGrp="1"/>
          </p:cNvSpPr>
          <p:nvPr>
            <p:ph sz="quarter" idx="19"/>
          </p:nvPr>
        </p:nvSpPr>
        <p:spPr>
          <a:xfrm>
            <a:off x="6370317" y="1600220"/>
            <a:ext cx="5084064" cy="4507992"/>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2" name="Slide Number Placeholder 7">
            <a:extLst>
              <a:ext uri="{FF2B5EF4-FFF2-40B4-BE49-F238E27FC236}">
                <a16:creationId xmlns:a16="http://schemas.microsoft.com/office/drawing/2014/main" id="{7F0F3812-0E62-2E09-C9AB-79F13108F9A8}"/>
              </a:ext>
            </a:extLst>
          </p:cNvPr>
          <p:cNvSpPr>
            <a:spLocks noGrp="1"/>
          </p:cNvSpPr>
          <p:nvPr>
            <p:ph type="sldNum" sz="quarter" idx="17"/>
          </p:nvPr>
        </p:nvSpPr>
        <p:spPr>
          <a:xfrm>
            <a:off x="762000" y="6423660"/>
            <a:ext cx="365760" cy="365760"/>
          </a:xfrm>
        </p:spPr>
        <p:txBody>
          <a:bodyPr/>
          <a:lstStyle>
            <a:lvl1pPr>
              <a:defRPr>
                <a:solidFill>
                  <a:srgbClr val="AEA8A2"/>
                </a:solidFill>
              </a:defRPr>
            </a:lvl1pPr>
          </a:lstStyle>
          <a:p>
            <a:fld id="{345D60D9-5372-5F40-9443-0F9AE5BDC3C8}" type="slidenum">
              <a:rPr lang="en-US" smtClean="0"/>
              <a:pPr/>
              <a:t>‹#›</a:t>
            </a:fld>
            <a:endParaRPr lang="en-US" dirty="0"/>
          </a:p>
        </p:txBody>
      </p:sp>
      <p:sp>
        <p:nvSpPr>
          <p:cNvPr id="5" name="Footer Placeholder 6">
            <a:extLst>
              <a:ext uri="{FF2B5EF4-FFF2-40B4-BE49-F238E27FC236}">
                <a16:creationId xmlns:a16="http://schemas.microsoft.com/office/drawing/2014/main" id="{4D96D9B3-827E-BCDB-1DEF-84EB5E7E90C2}"/>
              </a:ext>
            </a:extLst>
          </p:cNvPr>
          <p:cNvSpPr>
            <a:spLocks noGrp="1"/>
          </p:cNvSpPr>
          <p:nvPr>
            <p:ph type="ftr" sz="quarter" idx="16"/>
          </p:nvPr>
        </p:nvSpPr>
        <p:spPr>
          <a:xfrm>
            <a:off x="1127759" y="6423978"/>
            <a:ext cx="5745379" cy="365125"/>
          </a:xfrm>
        </p:spPr>
        <p:txBody>
          <a:bodyPr/>
          <a:lstStyle>
            <a:lvl1pPr>
              <a:defRPr>
                <a:solidFill>
                  <a:srgbClr val="AEA8A2"/>
                </a:solidFill>
              </a:defRPr>
            </a:lvl1pPr>
          </a:lstStyle>
          <a:p>
            <a:r>
              <a:rPr lang="en-US"/>
              <a:t>Copyright © 2025, Oracle and/or its affiliates |  Confidential: Internal/Restricted/Highly Restricted</a:t>
            </a:r>
            <a:endParaRPr lang="en-US" dirty="0"/>
          </a:p>
        </p:txBody>
      </p:sp>
      <p:sp>
        <p:nvSpPr>
          <p:cNvPr id="7" name="Date Placeholder 4">
            <a:extLst>
              <a:ext uri="{FF2B5EF4-FFF2-40B4-BE49-F238E27FC236}">
                <a16:creationId xmlns:a16="http://schemas.microsoft.com/office/drawing/2014/main" id="{6FBD1657-DE16-5859-6047-8B20D7971D48}"/>
              </a:ext>
            </a:extLst>
          </p:cNvPr>
          <p:cNvSpPr>
            <a:spLocks noGrp="1"/>
          </p:cNvSpPr>
          <p:nvPr>
            <p:ph type="dt" sz="half" idx="15"/>
          </p:nvPr>
        </p:nvSpPr>
        <p:spPr>
          <a:xfrm>
            <a:off x="6873138" y="6425604"/>
            <a:ext cx="2743200" cy="363500"/>
          </a:xfrm>
        </p:spPr>
        <p:txBody>
          <a:bodyPr/>
          <a:lstStyle>
            <a:lvl1pPr>
              <a:defRPr>
                <a:solidFill>
                  <a:srgbClr val="AEA8A2"/>
                </a:solidFill>
              </a:defRPr>
            </a:lvl1pPr>
          </a:lstStyle>
          <a:p>
            <a:r>
              <a:rPr lang="en-US"/>
              <a:t>[Date]</a:t>
            </a:r>
            <a:endParaRPr lang="en-US" dirty="0"/>
          </a:p>
        </p:txBody>
      </p:sp>
    </p:spTree>
    <p:extLst>
      <p:ext uri="{BB962C8B-B14F-4D97-AF65-F5344CB8AC3E}">
        <p14:creationId xmlns:p14="http://schemas.microsoft.com/office/powerpoint/2010/main" val="2612614253"/>
      </p:ext>
    </p:extLst>
  </p:cSld>
  <p:clrMapOvr>
    <a:overrideClrMapping bg1="dk1" tx1="lt1" bg2="dk2" tx2="lt2" accent1="accent1" accent2="accent2" accent3="accent3" accent4="accent4" accent5="accent5" accent6="accent6" hlink="hlink" folHlink="folHlink"/>
  </p:clrMapOvr>
  <p:transition>
    <p:fade/>
  </p:transition>
</p:sldLayout>
</file>

<file path=ppt/slideLayouts/slideLayout32.xml><?xml version="1.0" encoding="utf-8"?>
<p:sldLayout xmlns:a="http://schemas.openxmlformats.org/drawingml/2006/main" xmlns:r="http://schemas.openxmlformats.org/officeDocument/2006/relationships" xmlns:p="http://schemas.openxmlformats.org/presentationml/2006/main" preserve="1" userDrawn="1">
  <p:cSld name="Light - Quote with Picture">
    <p:bg>
      <p:bgRef idx="1001">
        <a:schemeClr val="bg2"/>
      </p:bgRef>
    </p:bg>
    <p:spTree>
      <p:nvGrpSpPr>
        <p:cNvPr id="1" name=""/>
        <p:cNvGrpSpPr/>
        <p:nvPr/>
      </p:nvGrpSpPr>
      <p:grpSpPr>
        <a:xfrm>
          <a:off x="0" y="0"/>
          <a:ext cx="0" cy="0"/>
          <a:chOff x="0" y="0"/>
          <a:chExt cx="0" cy="0"/>
        </a:xfrm>
      </p:grpSpPr>
      <p:sp>
        <p:nvSpPr>
          <p:cNvPr id="3" name="Quote">
            <a:extLst>
              <a:ext uri="{FF2B5EF4-FFF2-40B4-BE49-F238E27FC236}">
                <a16:creationId xmlns:a16="http://schemas.microsoft.com/office/drawing/2014/main" id="{A13E52A3-3B72-407D-BD94-ADB27B9FCE9C}"/>
              </a:ext>
            </a:extLst>
          </p:cNvPr>
          <p:cNvSpPr>
            <a:spLocks noGrp="1"/>
          </p:cNvSpPr>
          <p:nvPr>
            <p:ph type="title" hasCustomPrompt="1"/>
          </p:nvPr>
        </p:nvSpPr>
        <p:spPr>
          <a:xfrm>
            <a:off x="5220586" y="2896192"/>
            <a:ext cx="6219354" cy="1384995"/>
          </a:xfrm>
          <a:noFill/>
        </p:spPr>
        <p:txBody>
          <a:bodyPr vert="horz" wrap="square" lIns="0" tIns="0" rIns="0" bIns="0" rtlCol="0" anchor="b" anchorCtr="0">
            <a:spAutoFit/>
          </a:bodyPr>
          <a:lstStyle>
            <a:lvl1pPr marL="179388" indent="-179388">
              <a:lnSpc>
                <a:spcPct val="100000"/>
              </a:lnSpc>
              <a:tabLst/>
              <a:defRPr lang="en-US" sz="3000" b="0" i="0" dirty="0">
                <a:latin typeface="+mj-lt"/>
                <a:cs typeface="Oracle Sans Tab" panose="020B0503020204020204" pitchFamily="34" charset="0"/>
              </a:defRPr>
            </a:lvl1pPr>
          </a:lstStyle>
          <a:p>
            <a:pPr lvl="0"/>
            <a:r>
              <a:rPr lang="en-US" dirty="0"/>
              <a:t>“Click to type customer or</a:t>
            </a:r>
            <a:br>
              <a:rPr lang="en-US" dirty="0"/>
            </a:br>
            <a:r>
              <a:rPr lang="en-US" dirty="0"/>
              <a:t>partner quote surrounded</a:t>
            </a:r>
            <a:br>
              <a:rPr lang="en-US" dirty="0"/>
            </a:br>
            <a:r>
              <a:rPr lang="en-US" dirty="0"/>
              <a:t>by quotation marks.”</a:t>
            </a:r>
          </a:p>
        </p:txBody>
      </p:sp>
      <p:sp>
        <p:nvSpPr>
          <p:cNvPr id="13" name="Text Field">
            <a:extLst>
              <a:ext uri="{FF2B5EF4-FFF2-40B4-BE49-F238E27FC236}">
                <a16:creationId xmlns:a16="http://schemas.microsoft.com/office/drawing/2014/main" id="{04A571F4-71E4-264A-BBD5-0475995E681B}"/>
              </a:ext>
            </a:extLst>
          </p:cNvPr>
          <p:cNvSpPr>
            <a:spLocks noGrp="1"/>
          </p:cNvSpPr>
          <p:nvPr>
            <p:ph type="body" sz="quarter" idx="37" hasCustomPrompt="1"/>
          </p:nvPr>
        </p:nvSpPr>
        <p:spPr>
          <a:xfrm>
            <a:off x="5372844" y="4983135"/>
            <a:ext cx="6054629" cy="266291"/>
          </a:xfrm>
          <a:prstGeom prst="rect">
            <a:avLst/>
          </a:prstGeom>
        </p:spPr>
        <p:txBody>
          <a:bodyPr>
            <a:noAutofit/>
          </a:bodyPr>
          <a:lstStyle>
            <a:lvl1pPr>
              <a:defRPr b="1"/>
            </a:lvl1pPr>
          </a:lstStyle>
          <a:p>
            <a:pPr lvl="0"/>
            <a:r>
              <a:rPr lang="en-US" dirty="0"/>
              <a:t>Name of person quoted</a:t>
            </a:r>
          </a:p>
        </p:txBody>
      </p:sp>
      <p:sp>
        <p:nvSpPr>
          <p:cNvPr id="11" name="Text Field 2">
            <a:extLst>
              <a:ext uri="{FF2B5EF4-FFF2-40B4-BE49-F238E27FC236}">
                <a16:creationId xmlns:a16="http://schemas.microsoft.com/office/drawing/2014/main" id="{CBFB97F9-F988-C34C-8B6D-BB4A4D881736}"/>
              </a:ext>
            </a:extLst>
          </p:cNvPr>
          <p:cNvSpPr>
            <a:spLocks noGrp="1"/>
          </p:cNvSpPr>
          <p:nvPr>
            <p:ph type="body" sz="quarter" idx="36" hasCustomPrompt="1"/>
          </p:nvPr>
        </p:nvSpPr>
        <p:spPr>
          <a:xfrm>
            <a:off x="5372844" y="5320728"/>
            <a:ext cx="6054629" cy="786385"/>
          </a:xfrm>
          <a:prstGeom prst="rect">
            <a:avLst/>
          </a:prstGeom>
        </p:spPr>
        <p:txBody>
          <a:bodyPr>
            <a:noAutofit/>
          </a:bodyPr>
          <a:lstStyle>
            <a:lvl1pPr>
              <a:defRPr/>
            </a:lvl1pPr>
          </a:lstStyle>
          <a:p>
            <a:pPr lvl="0"/>
            <a:r>
              <a:rPr lang="en-US" dirty="0"/>
              <a:t>Additional information if needed</a:t>
            </a:r>
          </a:p>
        </p:txBody>
      </p:sp>
      <p:sp>
        <p:nvSpPr>
          <p:cNvPr id="2" name="Content Placeholder 2">
            <a:extLst>
              <a:ext uri="{FF2B5EF4-FFF2-40B4-BE49-F238E27FC236}">
                <a16:creationId xmlns:a16="http://schemas.microsoft.com/office/drawing/2014/main" id="{6190524B-9853-A3B5-6016-2D547D457D4C}"/>
              </a:ext>
            </a:extLst>
          </p:cNvPr>
          <p:cNvSpPr>
            <a:spLocks noGrp="1" noChangeAspect="1"/>
          </p:cNvSpPr>
          <p:nvPr>
            <p:ph sz="quarter" idx="47" hasCustomPrompt="1"/>
          </p:nvPr>
        </p:nvSpPr>
        <p:spPr>
          <a:xfrm>
            <a:off x="5372844" y="1203405"/>
            <a:ext cx="2447584" cy="673743"/>
          </a:xfrm>
        </p:spPr>
        <p:txBody>
          <a:bodyPr/>
          <a:lstStyle>
            <a:lvl5pPr marL="731520" indent="0">
              <a:buNone/>
              <a:defRPr/>
            </a:lvl5pPr>
          </a:lstStyle>
          <a:p>
            <a:pPr lvl="0"/>
            <a:r>
              <a:rPr lang="en-US" dirty="0"/>
              <a:t>Click to add logo</a:t>
            </a:r>
          </a:p>
        </p:txBody>
      </p:sp>
      <p:sp>
        <p:nvSpPr>
          <p:cNvPr id="7" name="Picture Placeholder 6">
            <a:extLst>
              <a:ext uri="{FF2B5EF4-FFF2-40B4-BE49-F238E27FC236}">
                <a16:creationId xmlns:a16="http://schemas.microsoft.com/office/drawing/2014/main" id="{6145069B-D056-45AF-BC91-ABDBFD0C3D17}"/>
              </a:ext>
            </a:extLst>
          </p:cNvPr>
          <p:cNvSpPr>
            <a:spLocks noGrp="1"/>
          </p:cNvSpPr>
          <p:nvPr>
            <p:ph type="pic" sz="quarter" idx="42" hasCustomPrompt="1"/>
          </p:nvPr>
        </p:nvSpPr>
        <p:spPr>
          <a:xfrm>
            <a:off x="0" y="-2"/>
            <a:ext cx="4876800" cy="6858000"/>
          </a:xfrm>
        </p:spPr>
        <p:txBody>
          <a:bodyPr anchor="ctr" anchorCtr="1"/>
          <a:lstStyle>
            <a:lvl1pPr>
              <a:defRPr/>
            </a:lvl1pPr>
          </a:lstStyle>
          <a:p>
            <a:r>
              <a:rPr lang="en-US" dirty="0"/>
              <a:t>Click to add image</a:t>
            </a:r>
          </a:p>
        </p:txBody>
      </p:sp>
      <p:cxnSp>
        <p:nvCxnSpPr>
          <p:cNvPr id="6" name="Accent Mark">
            <a:extLst>
              <a:ext uri="{FF2B5EF4-FFF2-40B4-BE49-F238E27FC236}">
                <a16:creationId xmlns:a16="http://schemas.microsoft.com/office/drawing/2014/main" id="{364D363B-9D8A-8861-ACAD-1C4D7415A8BD}"/>
              </a:ext>
              <a:ext uri="{C183D7F6-B498-43B3-948B-1728B52AA6E4}">
                <adec:decorative xmlns:adec="http://schemas.microsoft.com/office/drawing/2017/decorative" val="1"/>
              </a:ext>
            </a:extLst>
          </p:cNvPr>
          <p:cNvCxnSpPr>
            <a:cxnSpLocks/>
          </p:cNvCxnSpPr>
          <p:nvPr userDrawn="1"/>
        </p:nvCxnSpPr>
        <p:spPr>
          <a:xfrm flipH="1">
            <a:off x="5354944" y="4656875"/>
            <a:ext cx="374904" cy="0"/>
          </a:xfrm>
          <a:prstGeom prst="line">
            <a:avLst/>
          </a:prstGeom>
          <a:ln w="38100" cap="flat">
            <a:solidFill>
              <a:srgbClr val="C74634"/>
            </a:solidFill>
            <a:prstDash val="solid"/>
          </a:ln>
        </p:spPr>
        <p:style>
          <a:lnRef idx="1">
            <a:schemeClr val="accent1"/>
          </a:lnRef>
          <a:fillRef idx="0">
            <a:schemeClr val="accent1"/>
          </a:fillRef>
          <a:effectRef idx="0">
            <a:schemeClr val="accent1"/>
          </a:effectRef>
          <a:fontRef idx="minor">
            <a:schemeClr val="tx1"/>
          </a:fontRef>
        </p:style>
      </p:cxnSp>
      <p:sp>
        <p:nvSpPr>
          <p:cNvPr id="9" name="Slide Number Placeholder 5">
            <a:extLst>
              <a:ext uri="{FF2B5EF4-FFF2-40B4-BE49-F238E27FC236}">
                <a16:creationId xmlns:a16="http://schemas.microsoft.com/office/drawing/2014/main" id="{6D383948-15D7-7125-EC6C-CB63EC77CA18}"/>
              </a:ext>
            </a:extLst>
          </p:cNvPr>
          <p:cNvSpPr>
            <a:spLocks noGrp="1"/>
          </p:cNvSpPr>
          <p:nvPr>
            <p:ph type="sldNum" sz="quarter" idx="40"/>
          </p:nvPr>
        </p:nvSpPr>
        <p:spPr>
          <a:xfrm>
            <a:off x="762000" y="6423660"/>
            <a:ext cx="365760" cy="365760"/>
          </a:xfrm>
        </p:spPr>
        <p:txBody>
          <a:bodyPr/>
          <a:lstStyle>
            <a:lvl1pPr>
              <a:defRPr>
                <a:solidFill>
                  <a:srgbClr val="8B8580"/>
                </a:solidFill>
              </a:defRPr>
            </a:lvl1pPr>
          </a:lstStyle>
          <a:p>
            <a:fld id="{345D60D9-5372-5F40-9443-0F9AE5BDC3C8}" type="slidenum">
              <a:rPr lang="en-US" smtClean="0"/>
              <a:pPr/>
              <a:t>‹#›</a:t>
            </a:fld>
            <a:endParaRPr lang="en-US" dirty="0"/>
          </a:p>
        </p:txBody>
      </p:sp>
      <p:sp>
        <p:nvSpPr>
          <p:cNvPr id="10" name="Footer Placeholder 4">
            <a:extLst>
              <a:ext uri="{FF2B5EF4-FFF2-40B4-BE49-F238E27FC236}">
                <a16:creationId xmlns:a16="http://schemas.microsoft.com/office/drawing/2014/main" id="{FD46CC1D-F4C5-32B1-5BBE-B6CFF28BAB96}"/>
              </a:ext>
            </a:extLst>
          </p:cNvPr>
          <p:cNvSpPr>
            <a:spLocks noGrp="1"/>
          </p:cNvSpPr>
          <p:nvPr>
            <p:ph type="ftr" sz="quarter" idx="39"/>
          </p:nvPr>
        </p:nvSpPr>
        <p:spPr>
          <a:xfrm>
            <a:off x="1127759" y="6423978"/>
            <a:ext cx="5745379" cy="365125"/>
          </a:xfrm>
        </p:spPr>
        <p:txBody>
          <a:bodyPr/>
          <a:lstStyle>
            <a:lvl1pPr>
              <a:defRPr>
                <a:solidFill>
                  <a:srgbClr val="8B8580"/>
                </a:solidFill>
              </a:defRPr>
            </a:lvl1pPr>
          </a:lstStyle>
          <a:p>
            <a:r>
              <a:rPr lang="en-US"/>
              <a:t>Copyright © 2025, Oracle and/or its affiliates |  Confidential: Internal/Restricted/Highly Restricted</a:t>
            </a:r>
            <a:endParaRPr lang="en-US" dirty="0"/>
          </a:p>
        </p:txBody>
      </p:sp>
      <p:sp>
        <p:nvSpPr>
          <p:cNvPr id="12" name="Date Placeholder 3">
            <a:extLst>
              <a:ext uri="{FF2B5EF4-FFF2-40B4-BE49-F238E27FC236}">
                <a16:creationId xmlns:a16="http://schemas.microsoft.com/office/drawing/2014/main" id="{9D38F3F9-78BB-AD8B-F9E3-58010BFE256F}"/>
              </a:ext>
            </a:extLst>
          </p:cNvPr>
          <p:cNvSpPr>
            <a:spLocks noGrp="1"/>
          </p:cNvSpPr>
          <p:nvPr>
            <p:ph type="dt" sz="half" idx="38"/>
          </p:nvPr>
        </p:nvSpPr>
        <p:spPr>
          <a:xfrm>
            <a:off x="6873138" y="6425604"/>
            <a:ext cx="2743200" cy="363500"/>
          </a:xfrm>
        </p:spPr>
        <p:txBody>
          <a:bodyPr/>
          <a:lstStyle>
            <a:lvl1pPr>
              <a:defRPr>
                <a:solidFill>
                  <a:srgbClr val="8B8580"/>
                </a:solidFill>
              </a:defRPr>
            </a:lvl1pPr>
          </a:lstStyle>
          <a:p>
            <a:r>
              <a:rPr lang="en-US"/>
              <a:t>[Date]</a:t>
            </a:r>
            <a:endParaRPr lang="en-US" dirty="0"/>
          </a:p>
        </p:txBody>
      </p:sp>
    </p:spTree>
    <p:extLst>
      <p:ext uri="{BB962C8B-B14F-4D97-AF65-F5344CB8AC3E}">
        <p14:creationId xmlns:p14="http://schemas.microsoft.com/office/powerpoint/2010/main" val="4137002036"/>
      </p:ext>
    </p:extLst>
  </p:cSld>
  <p:clrMapOvr>
    <a:overrideClrMapping bg1="lt1" tx1="dk1" bg2="lt2" tx2="dk2" accent1="accent1" accent2="accent2" accent3="accent3" accent4="accent4" accent5="accent5" accent6="accent6" hlink="hlink" folHlink="folHlink"/>
  </p:clrMapOvr>
  <p:transition>
    <p:fade/>
  </p:transition>
</p:sldLayout>
</file>

<file path=ppt/slideLayouts/slideLayout33.xml><?xml version="1.0" encoding="utf-8"?>
<p:sldLayout xmlns:a="http://schemas.openxmlformats.org/drawingml/2006/main" xmlns:r="http://schemas.openxmlformats.org/officeDocument/2006/relationships" xmlns:p="http://schemas.openxmlformats.org/presentationml/2006/main" preserve="1" userDrawn="1">
  <p:cSld name="Dark - Quote with Picture">
    <p:bg>
      <p:bgPr>
        <a:blipFill dpi="0" rotWithShape="1">
          <a:blip r:embed="rId2">
            <a:lum/>
          </a:blip>
          <a:srcRect/>
          <a:stretch>
            <a:fillRect/>
          </a:stretch>
        </a:blipFill>
        <a:effectLst/>
      </p:bgPr>
    </p:bg>
    <p:spTree>
      <p:nvGrpSpPr>
        <p:cNvPr id="1" name=""/>
        <p:cNvGrpSpPr/>
        <p:nvPr/>
      </p:nvGrpSpPr>
      <p:grpSpPr>
        <a:xfrm>
          <a:off x="0" y="0"/>
          <a:ext cx="0" cy="0"/>
          <a:chOff x="0" y="0"/>
          <a:chExt cx="0" cy="0"/>
        </a:xfrm>
      </p:grpSpPr>
      <p:sp>
        <p:nvSpPr>
          <p:cNvPr id="10" name="Quote">
            <a:extLst>
              <a:ext uri="{FF2B5EF4-FFF2-40B4-BE49-F238E27FC236}">
                <a16:creationId xmlns:a16="http://schemas.microsoft.com/office/drawing/2014/main" id="{04AE5B2A-AF85-83D6-EC24-EFCB6E567112}"/>
              </a:ext>
            </a:extLst>
          </p:cNvPr>
          <p:cNvSpPr>
            <a:spLocks noGrp="1"/>
          </p:cNvSpPr>
          <p:nvPr>
            <p:ph type="title" hasCustomPrompt="1"/>
          </p:nvPr>
        </p:nvSpPr>
        <p:spPr>
          <a:xfrm>
            <a:off x="5220586" y="2896192"/>
            <a:ext cx="6219354" cy="1384995"/>
          </a:xfrm>
          <a:noFill/>
        </p:spPr>
        <p:txBody>
          <a:bodyPr vert="horz" wrap="square" lIns="0" tIns="0" rIns="0" bIns="0" rtlCol="0" anchor="b" anchorCtr="0">
            <a:spAutoFit/>
          </a:bodyPr>
          <a:lstStyle>
            <a:lvl1pPr marL="179388" indent="-179388">
              <a:lnSpc>
                <a:spcPct val="100000"/>
              </a:lnSpc>
              <a:tabLst/>
              <a:defRPr lang="en-US" sz="3000" b="0" i="0" dirty="0">
                <a:latin typeface="+mj-lt"/>
                <a:cs typeface="Oracle Sans Tab" panose="020B0503020204020204" pitchFamily="34" charset="0"/>
              </a:defRPr>
            </a:lvl1pPr>
          </a:lstStyle>
          <a:p>
            <a:pPr lvl="0"/>
            <a:r>
              <a:rPr lang="en-US" dirty="0"/>
              <a:t>“Click to type customer or</a:t>
            </a:r>
            <a:br>
              <a:rPr lang="en-US" dirty="0"/>
            </a:br>
            <a:r>
              <a:rPr lang="en-US" dirty="0"/>
              <a:t>partner quote surrounded</a:t>
            </a:r>
            <a:br>
              <a:rPr lang="en-US" dirty="0"/>
            </a:br>
            <a:r>
              <a:rPr lang="en-US" dirty="0"/>
              <a:t>by quotation marks.”</a:t>
            </a:r>
          </a:p>
        </p:txBody>
      </p:sp>
      <p:sp>
        <p:nvSpPr>
          <p:cNvPr id="13" name="Text Field">
            <a:extLst>
              <a:ext uri="{FF2B5EF4-FFF2-40B4-BE49-F238E27FC236}">
                <a16:creationId xmlns:a16="http://schemas.microsoft.com/office/drawing/2014/main" id="{04A571F4-71E4-264A-BBD5-0475995E681B}"/>
              </a:ext>
            </a:extLst>
          </p:cNvPr>
          <p:cNvSpPr>
            <a:spLocks noGrp="1"/>
          </p:cNvSpPr>
          <p:nvPr>
            <p:ph type="body" sz="quarter" idx="37" hasCustomPrompt="1"/>
          </p:nvPr>
        </p:nvSpPr>
        <p:spPr>
          <a:xfrm>
            <a:off x="5385816" y="4983135"/>
            <a:ext cx="6051272" cy="266291"/>
          </a:xfrm>
          <a:prstGeom prst="rect">
            <a:avLst/>
          </a:prstGeom>
        </p:spPr>
        <p:txBody>
          <a:bodyPr>
            <a:noAutofit/>
          </a:bodyPr>
          <a:lstStyle>
            <a:lvl1pPr>
              <a:defRPr b="1"/>
            </a:lvl1pPr>
          </a:lstStyle>
          <a:p>
            <a:pPr lvl="0"/>
            <a:r>
              <a:rPr lang="en-US" dirty="0"/>
              <a:t>Name of person quoted</a:t>
            </a:r>
          </a:p>
        </p:txBody>
      </p:sp>
      <p:sp>
        <p:nvSpPr>
          <p:cNvPr id="11" name="Text Field 2">
            <a:extLst>
              <a:ext uri="{FF2B5EF4-FFF2-40B4-BE49-F238E27FC236}">
                <a16:creationId xmlns:a16="http://schemas.microsoft.com/office/drawing/2014/main" id="{CBFB97F9-F988-C34C-8B6D-BB4A4D881736}"/>
              </a:ext>
            </a:extLst>
          </p:cNvPr>
          <p:cNvSpPr>
            <a:spLocks noGrp="1"/>
          </p:cNvSpPr>
          <p:nvPr>
            <p:ph type="body" sz="quarter" idx="36" hasCustomPrompt="1"/>
          </p:nvPr>
        </p:nvSpPr>
        <p:spPr>
          <a:xfrm>
            <a:off x="5385816" y="5320728"/>
            <a:ext cx="6051272" cy="786385"/>
          </a:xfrm>
          <a:prstGeom prst="rect">
            <a:avLst/>
          </a:prstGeom>
        </p:spPr>
        <p:txBody>
          <a:bodyPr>
            <a:noAutofit/>
          </a:bodyPr>
          <a:lstStyle>
            <a:lvl1pPr>
              <a:defRPr/>
            </a:lvl1pPr>
          </a:lstStyle>
          <a:p>
            <a:pPr lvl="0"/>
            <a:r>
              <a:rPr lang="en-US" dirty="0"/>
              <a:t>Additional information if needed</a:t>
            </a:r>
          </a:p>
        </p:txBody>
      </p:sp>
      <p:sp>
        <p:nvSpPr>
          <p:cNvPr id="2" name="Content Placeholder 2">
            <a:extLst>
              <a:ext uri="{FF2B5EF4-FFF2-40B4-BE49-F238E27FC236}">
                <a16:creationId xmlns:a16="http://schemas.microsoft.com/office/drawing/2014/main" id="{3CB52BCF-4E23-BA44-5C50-AFEA7DFA337E}"/>
              </a:ext>
            </a:extLst>
          </p:cNvPr>
          <p:cNvSpPr>
            <a:spLocks noGrp="1" noChangeAspect="1"/>
          </p:cNvSpPr>
          <p:nvPr>
            <p:ph sz="quarter" idx="47" hasCustomPrompt="1"/>
          </p:nvPr>
        </p:nvSpPr>
        <p:spPr>
          <a:xfrm>
            <a:off x="5372844" y="1203405"/>
            <a:ext cx="2447584" cy="673743"/>
          </a:xfrm>
        </p:spPr>
        <p:txBody>
          <a:bodyPr/>
          <a:lstStyle>
            <a:lvl5pPr marL="731520" indent="0">
              <a:buNone/>
              <a:defRPr/>
            </a:lvl5pPr>
          </a:lstStyle>
          <a:p>
            <a:pPr lvl="0"/>
            <a:r>
              <a:rPr lang="en-US" dirty="0"/>
              <a:t>Click to add logo</a:t>
            </a:r>
          </a:p>
        </p:txBody>
      </p:sp>
      <p:sp>
        <p:nvSpPr>
          <p:cNvPr id="5" name="Picture Placeholder 4">
            <a:extLst>
              <a:ext uri="{FF2B5EF4-FFF2-40B4-BE49-F238E27FC236}">
                <a16:creationId xmlns:a16="http://schemas.microsoft.com/office/drawing/2014/main" id="{EF3D1FF3-649D-46E2-9FDF-D1A77643F22A}"/>
              </a:ext>
            </a:extLst>
          </p:cNvPr>
          <p:cNvSpPr>
            <a:spLocks noGrp="1"/>
          </p:cNvSpPr>
          <p:nvPr>
            <p:ph type="pic" sz="quarter" idx="42" hasCustomPrompt="1"/>
          </p:nvPr>
        </p:nvSpPr>
        <p:spPr>
          <a:xfrm>
            <a:off x="0" y="0"/>
            <a:ext cx="4876800" cy="6858000"/>
          </a:xfrm>
        </p:spPr>
        <p:txBody>
          <a:bodyPr anchor="ctr" anchorCtr="1"/>
          <a:lstStyle>
            <a:lvl1pPr marL="0" marR="0" indent="0" algn="l" defTabSz="914400" rtl="0" eaLnBrk="1" fontAlgn="auto" latinLnBrk="0" hangingPunct="1">
              <a:lnSpc>
                <a:spcPct val="95000"/>
              </a:lnSpc>
              <a:spcBef>
                <a:spcPts val="600"/>
              </a:spcBef>
              <a:spcAft>
                <a:spcPts val="0"/>
              </a:spcAft>
              <a:buClrTx/>
              <a:buSzTx/>
              <a:buFont typeface="System Font Regular"/>
              <a:buNone/>
              <a:tabLst/>
              <a:defRPr/>
            </a:lvl1pPr>
          </a:lstStyle>
          <a:p>
            <a:pPr marL="0" marR="0" lvl="0" indent="0" algn="l" defTabSz="914400" rtl="0" eaLnBrk="1" fontAlgn="auto" latinLnBrk="0" hangingPunct="1">
              <a:lnSpc>
                <a:spcPct val="95000"/>
              </a:lnSpc>
              <a:spcBef>
                <a:spcPts val="600"/>
              </a:spcBef>
              <a:spcAft>
                <a:spcPts val="0"/>
              </a:spcAft>
              <a:buClrTx/>
              <a:buSzTx/>
              <a:buFont typeface="System Font Regular"/>
              <a:buNone/>
              <a:tabLst/>
              <a:defRPr/>
            </a:pPr>
            <a:r>
              <a:rPr lang="en-US" dirty="0"/>
              <a:t>Click to add image</a:t>
            </a:r>
          </a:p>
        </p:txBody>
      </p:sp>
      <p:cxnSp>
        <p:nvCxnSpPr>
          <p:cNvPr id="3" name="Accent Mark">
            <a:extLst>
              <a:ext uri="{FF2B5EF4-FFF2-40B4-BE49-F238E27FC236}">
                <a16:creationId xmlns:a16="http://schemas.microsoft.com/office/drawing/2014/main" id="{FE8FBA6F-7322-C593-B2EC-4BE9A2DACF58}"/>
              </a:ext>
              <a:ext uri="{C183D7F6-B498-43B3-948B-1728B52AA6E4}">
                <adec:decorative xmlns:adec="http://schemas.microsoft.com/office/drawing/2017/decorative" val="1"/>
              </a:ext>
            </a:extLst>
          </p:cNvPr>
          <p:cNvCxnSpPr>
            <a:cxnSpLocks/>
          </p:cNvCxnSpPr>
          <p:nvPr userDrawn="1"/>
        </p:nvCxnSpPr>
        <p:spPr>
          <a:xfrm flipH="1">
            <a:off x="5354944" y="4656875"/>
            <a:ext cx="374904" cy="0"/>
          </a:xfrm>
          <a:prstGeom prst="line">
            <a:avLst/>
          </a:prstGeom>
          <a:ln w="38100" cap="flat">
            <a:solidFill>
              <a:srgbClr val="F0CC71"/>
            </a:solidFill>
            <a:prstDash val="solid"/>
          </a:ln>
        </p:spPr>
        <p:style>
          <a:lnRef idx="1">
            <a:schemeClr val="accent1"/>
          </a:lnRef>
          <a:fillRef idx="0">
            <a:schemeClr val="accent1"/>
          </a:fillRef>
          <a:effectRef idx="0">
            <a:schemeClr val="accent1"/>
          </a:effectRef>
          <a:fontRef idx="minor">
            <a:schemeClr val="tx1"/>
          </a:fontRef>
        </p:style>
      </p:cxnSp>
      <p:sp>
        <p:nvSpPr>
          <p:cNvPr id="8" name="Slide Number Placeholder 7">
            <a:extLst>
              <a:ext uri="{FF2B5EF4-FFF2-40B4-BE49-F238E27FC236}">
                <a16:creationId xmlns:a16="http://schemas.microsoft.com/office/drawing/2014/main" id="{74012F76-56F8-02E5-D4BF-72EE9E58CDB6}"/>
              </a:ext>
            </a:extLst>
          </p:cNvPr>
          <p:cNvSpPr>
            <a:spLocks noGrp="1"/>
          </p:cNvSpPr>
          <p:nvPr>
            <p:ph type="sldNum" sz="quarter" idx="17"/>
          </p:nvPr>
        </p:nvSpPr>
        <p:spPr>
          <a:xfrm>
            <a:off x="762000" y="6423660"/>
            <a:ext cx="365760" cy="365760"/>
          </a:xfrm>
        </p:spPr>
        <p:txBody>
          <a:bodyPr/>
          <a:lstStyle>
            <a:lvl1pPr>
              <a:defRPr>
                <a:solidFill>
                  <a:srgbClr val="AEA8A2"/>
                </a:solidFill>
              </a:defRPr>
            </a:lvl1pPr>
          </a:lstStyle>
          <a:p>
            <a:fld id="{345D60D9-5372-5F40-9443-0F9AE5BDC3C8}" type="slidenum">
              <a:rPr lang="en-US" smtClean="0"/>
              <a:pPr/>
              <a:t>‹#›</a:t>
            </a:fld>
            <a:endParaRPr lang="en-US" dirty="0"/>
          </a:p>
        </p:txBody>
      </p:sp>
      <p:sp>
        <p:nvSpPr>
          <p:cNvPr id="9" name="Footer Placeholder 6">
            <a:extLst>
              <a:ext uri="{FF2B5EF4-FFF2-40B4-BE49-F238E27FC236}">
                <a16:creationId xmlns:a16="http://schemas.microsoft.com/office/drawing/2014/main" id="{3DC697D7-91D3-03A4-C4DD-83F242623976}"/>
              </a:ext>
            </a:extLst>
          </p:cNvPr>
          <p:cNvSpPr>
            <a:spLocks noGrp="1"/>
          </p:cNvSpPr>
          <p:nvPr>
            <p:ph type="ftr" sz="quarter" idx="16"/>
          </p:nvPr>
        </p:nvSpPr>
        <p:spPr>
          <a:xfrm>
            <a:off x="1127759" y="6423978"/>
            <a:ext cx="5745379" cy="365125"/>
          </a:xfrm>
        </p:spPr>
        <p:txBody>
          <a:bodyPr/>
          <a:lstStyle>
            <a:lvl1pPr>
              <a:defRPr>
                <a:solidFill>
                  <a:srgbClr val="AEA8A2"/>
                </a:solidFill>
              </a:defRPr>
            </a:lvl1pPr>
          </a:lstStyle>
          <a:p>
            <a:r>
              <a:rPr lang="en-US"/>
              <a:t>Copyright © 2025, Oracle and/or its affiliates |  Confidential: Internal/Restricted/Highly Restricted</a:t>
            </a:r>
            <a:endParaRPr lang="en-US" dirty="0"/>
          </a:p>
        </p:txBody>
      </p:sp>
      <p:sp>
        <p:nvSpPr>
          <p:cNvPr id="12" name="Date Placeholder 4">
            <a:extLst>
              <a:ext uri="{FF2B5EF4-FFF2-40B4-BE49-F238E27FC236}">
                <a16:creationId xmlns:a16="http://schemas.microsoft.com/office/drawing/2014/main" id="{18E33BA5-8373-D6D1-7F87-133CF1849725}"/>
              </a:ext>
            </a:extLst>
          </p:cNvPr>
          <p:cNvSpPr>
            <a:spLocks noGrp="1"/>
          </p:cNvSpPr>
          <p:nvPr>
            <p:ph type="dt" sz="half" idx="15"/>
          </p:nvPr>
        </p:nvSpPr>
        <p:spPr>
          <a:xfrm>
            <a:off x="6873138" y="6425604"/>
            <a:ext cx="2743200" cy="363500"/>
          </a:xfrm>
        </p:spPr>
        <p:txBody>
          <a:bodyPr/>
          <a:lstStyle>
            <a:lvl1pPr>
              <a:defRPr>
                <a:solidFill>
                  <a:srgbClr val="AEA8A2"/>
                </a:solidFill>
              </a:defRPr>
            </a:lvl1pPr>
          </a:lstStyle>
          <a:p>
            <a:r>
              <a:rPr lang="en-US"/>
              <a:t>[Date]</a:t>
            </a:r>
            <a:endParaRPr lang="en-US" dirty="0"/>
          </a:p>
        </p:txBody>
      </p:sp>
    </p:spTree>
    <p:extLst>
      <p:ext uri="{BB962C8B-B14F-4D97-AF65-F5344CB8AC3E}">
        <p14:creationId xmlns:p14="http://schemas.microsoft.com/office/powerpoint/2010/main" val="1755320035"/>
      </p:ext>
    </p:extLst>
  </p:cSld>
  <p:clrMapOvr>
    <a:overrideClrMapping bg1="dk1" tx1="lt1" bg2="dk2" tx2="lt2" accent1="accent1" accent2="accent2" accent3="accent3" accent4="accent4" accent5="accent5" accent6="accent6" hlink="hlink" folHlink="folHlink"/>
  </p:clrMapOvr>
  <p:transition>
    <p:fade/>
  </p:transition>
</p:sldLayout>
</file>

<file path=ppt/slideLayouts/slideLayout34.xml><?xml version="1.0" encoding="utf-8"?>
<p:sldLayout xmlns:a="http://schemas.openxmlformats.org/drawingml/2006/main" xmlns:r="http://schemas.openxmlformats.org/officeDocument/2006/relationships" xmlns:p="http://schemas.openxmlformats.org/presentationml/2006/main" preserve="1" userDrawn="1">
  <p:cSld name="Content + Illustration_Light">
    <p:bg>
      <p:bgRef idx="1001">
        <a:schemeClr val="bg2"/>
      </p:bgRef>
    </p:bg>
    <p:spTree>
      <p:nvGrpSpPr>
        <p:cNvPr id="1" name=""/>
        <p:cNvGrpSpPr/>
        <p:nvPr/>
      </p:nvGrpSpPr>
      <p:grpSpPr>
        <a:xfrm>
          <a:off x="0" y="0"/>
          <a:ext cx="0" cy="0"/>
          <a:chOff x="0" y="0"/>
          <a:chExt cx="0" cy="0"/>
        </a:xfrm>
      </p:grpSpPr>
      <p:sp>
        <p:nvSpPr>
          <p:cNvPr id="18" name="Picture Placeholder 17">
            <a:extLst>
              <a:ext uri="{FF2B5EF4-FFF2-40B4-BE49-F238E27FC236}">
                <a16:creationId xmlns:a16="http://schemas.microsoft.com/office/drawing/2014/main" id="{BB55E146-CDC2-714E-AEDA-21D37E508E28}"/>
              </a:ext>
            </a:extLst>
          </p:cNvPr>
          <p:cNvSpPr>
            <a:spLocks noGrp="1"/>
          </p:cNvSpPr>
          <p:nvPr>
            <p:ph type="pic" sz="quarter" idx="11" hasCustomPrompt="1"/>
          </p:nvPr>
        </p:nvSpPr>
        <p:spPr>
          <a:xfrm>
            <a:off x="6096000" y="0"/>
            <a:ext cx="6096000" cy="6858000"/>
          </a:xfrm>
          <a:solidFill>
            <a:schemeClr val="bg1"/>
          </a:solidFill>
        </p:spPr>
        <p:txBody>
          <a:bodyPr lIns="72000" tIns="72000" rIns="0"/>
          <a:lstStyle>
            <a:lvl1pPr algn="ctr">
              <a:defRPr sz="1400" b="0" i="0">
                <a:solidFill>
                  <a:schemeClr val="tx1"/>
                </a:solidFill>
                <a:latin typeface="Oracle Sans Light" panose="020B0403020204020204" pitchFamily="34" charset="0"/>
                <a:cs typeface="Oracle Sans Light" panose="020B0403020204020204" pitchFamily="34" charset="0"/>
              </a:defRPr>
            </a:lvl1pPr>
          </a:lstStyle>
          <a:p>
            <a:r>
              <a:rPr lang="en-US" dirty="0"/>
              <a:t>Click icon to add illustration</a:t>
            </a:r>
          </a:p>
        </p:txBody>
      </p:sp>
      <p:sp>
        <p:nvSpPr>
          <p:cNvPr id="23" name="Title 1">
            <a:extLst>
              <a:ext uri="{FF2B5EF4-FFF2-40B4-BE49-F238E27FC236}">
                <a16:creationId xmlns:a16="http://schemas.microsoft.com/office/drawing/2014/main" id="{8A0A7166-96D6-457B-8CE6-21491B0153C5}"/>
              </a:ext>
            </a:extLst>
          </p:cNvPr>
          <p:cNvSpPr>
            <a:spLocks noGrp="1"/>
          </p:cNvSpPr>
          <p:nvPr>
            <p:ph type="title" hasCustomPrompt="1"/>
          </p:nvPr>
        </p:nvSpPr>
        <p:spPr>
          <a:xfrm>
            <a:off x="768875" y="182403"/>
            <a:ext cx="4758468" cy="822960"/>
          </a:xfrm>
        </p:spPr>
        <p:txBody>
          <a:bodyPr/>
          <a:lstStyle>
            <a:lvl1pPr>
              <a:defRPr b="1" i="0">
                <a:latin typeface="Oracle Sans Tab" panose="020B0503020204020204" pitchFamily="34" charset="0"/>
                <a:cs typeface="Oracle Sans Tab" panose="020B0503020204020204" pitchFamily="34" charset="0"/>
              </a:defRPr>
            </a:lvl1pPr>
          </a:lstStyle>
          <a:p>
            <a:r>
              <a:rPr lang="en-US" dirty="0"/>
              <a:t>Title</a:t>
            </a:r>
          </a:p>
        </p:txBody>
      </p:sp>
      <p:sp>
        <p:nvSpPr>
          <p:cNvPr id="20" name="Text Placeholder 21">
            <a:extLst>
              <a:ext uri="{FF2B5EF4-FFF2-40B4-BE49-F238E27FC236}">
                <a16:creationId xmlns:a16="http://schemas.microsoft.com/office/drawing/2014/main" id="{5FFA19F3-F0DE-904F-A1EB-1E14E01C018F}"/>
              </a:ext>
            </a:extLst>
          </p:cNvPr>
          <p:cNvSpPr>
            <a:spLocks noGrp="1"/>
          </p:cNvSpPr>
          <p:nvPr>
            <p:ph type="body" sz="quarter" idx="35" hasCustomPrompt="1"/>
          </p:nvPr>
        </p:nvSpPr>
        <p:spPr>
          <a:xfrm>
            <a:off x="738121" y="1737360"/>
            <a:ext cx="4762530" cy="720907"/>
          </a:xfrm>
          <a:prstGeom prst="rect">
            <a:avLst/>
          </a:prstGeom>
        </p:spPr>
        <p:txBody>
          <a:bodyPr lIns="0" tIns="0" rIns="0" bIns="0"/>
          <a:lstStyle>
            <a:lvl1pPr algn="l">
              <a:lnSpc>
                <a:spcPts val="1880"/>
              </a:lnSpc>
              <a:defRPr sz="1400" b="1" i="0">
                <a:solidFill>
                  <a:schemeClr val="tx1"/>
                </a:solidFill>
                <a:latin typeface="Oracle Sans" panose="020B0503020204020204" pitchFamily="34" charset="0"/>
                <a:cs typeface="Oracle Sans" panose="020B0503020204020204" pitchFamily="34" charset="0"/>
              </a:defRPr>
            </a:lvl1pPr>
          </a:lstStyle>
          <a:p>
            <a:pPr lvl="0"/>
            <a:r>
              <a:rPr lang="en-IN" dirty="0"/>
              <a:t>Lorem ipsum </a:t>
            </a:r>
            <a:r>
              <a:rPr lang="en-IN" dirty="0" err="1"/>
              <a:t>dolor</a:t>
            </a:r>
            <a:r>
              <a:rPr lang="en-IN" dirty="0"/>
              <a:t> sit </a:t>
            </a:r>
            <a:r>
              <a:rPr lang="en-IN" dirty="0" err="1"/>
              <a:t>amet</a:t>
            </a:r>
            <a:r>
              <a:rPr lang="en-IN" dirty="0"/>
              <a:t>, </a:t>
            </a:r>
            <a:r>
              <a:rPr lang="en-IN" dirty="0" err="1"/>
              <a:t>consectetur</a:t>
            </a:r>
            <a:r>
              <a:rPr lang="en-IN" dirty="0"/>
              <a:t> </a:t>
            </a:r>
            <a:r>
              <a:rPr lang="en-IN" dirty="0" err="1"/>
              <a:t>adipiscing</a:t>
            </a:r>
            <a:r>
              <a:rPr lang="en-IN" dirty="0"/>
              <a:t> </a:t>
            </a:r>
            <a:r>
              <a:rPr lang="en-IN" dirty="0" err="1"/>
              <a:t>elit</a:t>
            </a:r>
            <a:r>
              <a:rPr lang="en-IN" dirty="0"/>
              <a:t>, </a:t>
            </a:r>
            <a:r>
              <a:rPr lang="en-IN" dirty="0" err="1"/>
              <a:t>sed</a:t>
            </a:r>
            <a:r>
              <a:rPr lang="en-IN" dirty="0"/>
              <a:t> do </a:t>
            </a:r>
            <a:r>
              <a:rPr lang="en-IN" dirty="0" err="1"/>
              <a:t>eiusmod</a:t>
            </a:r>
            <a:r>
              <a:rPr lang="en-IN" dirty="0"/>
              <a:t> </a:t>
            </a:r>
            <a:r>
              <a:rPr lang="en-IN" dirty="0" err="1"/>
              <a:t>tempor</a:t>
            </a:r>
            <a:r>
              <a:rPr lang="en-IN" dirty="0"/>
              <a:t> </a:t>
            </a:r>
            <a:r>
              <a:rPr lang="en-IN" dirty="0" err="1"/>
              <a:t>incididunt</a:t>
            </a:r>
            <a:r>
              <a:rPr lang="en-IN" dirty="0"/>
              <a:t> </a:t>
            </a:r>
            <a:r>
              <a:rPr lang="en-IN" dirty="0" err="1"/>
              <a:t>ut</a:t>
            </a:r>
            <a:r>
              <a:rPr lang="en-IN" dirty="0"/>
              <a:t> </a:t>
            </a:r>
            <a:r>
              <a:rPr lang="en-IN" dirty="0" err="1"/>
              <a:t>labore</a:t>
            </a:r>
            <a:r>
              <a:rPr lang="en-IN" dirty="0"/>
              <a:t> et dolore magna </a:t>
            </a:r>
            <a:r>
              <a:rPr lang="en-IN" dirty="0" err="1"/>
              <a:t>aliqua</a:t>
            </a:r>
            <a:r>
              <a:rPr lang="en-IN" dirty="0"/>
              <a:t>. Ut </a:t>
            </a:r>
            <a:r>
              <a:rPr lang="en-IN" dirty="0" err="1"/>
              <a:t>enim</a:t>
            </a:r>
            <a:r>
              <a:rPr lang="en-IN" dirty="0"/>
              <a:t> ad minim </a:t>
            </a:r>
            <a:r>
              <a:rPr lang="en-IN" dirty="0" err="1"/>
              <a:t>veniam</a:t>
            </a:r>
            <a:r>
              <a:rPr lang="en-IN" dirty="0"/>
              <a:t>, </a:t>
            </a:r>
            <a:r>
              <a:rPr lang="en-IN" dirty="0" err="1"/>
              <a:t>quis</a:t>
            </a:r>
            <a:r>
              <a:rPr lang="en-IN" dirty="0"/>
              <a:t> </a:t>
            </a:r>
            <a:r>
              <a:rPr lang="en-IN" dirty="0" err="1"/>
              <a:t>nostrud</a:t>
            </a:r>
            <a:r>
              <a:rPr lang="en-IN" dirty="0"/>
              <a:t>.</a:t>
            </a:r>
            <a:endParaRPr lang="en-US" dirty="0"/>
          </a:p>
        </p:txBody>
      </p:sp>
      <p:sp>
        <p:nvSpPr>
          <p:cNvPr id="26" name="Text Placeholder 21">
            <a:extLst>
              <a:ext uri="{FF2B5EF4-FFF2-40B4-BE49-F238E27FC236}">
                <a16:creationId xmlns:a16="http://schemas.microsoft.com/office/drawing/2014/main" id="{57757A24-B32C-B04D-9BA0-AD7C02A73754}"/>
              </a:ext>
            </a:extLst>
          </p:cNvPr>
          <p:cNvSpPr>
            <a:spLocks noGrp="1"/>
          </p:cNvSpPr>
          <p:nvPr>
            <p:ph type="body" sz="quarter" idx="32" hasCustomPrompt="1"/>
          </p:nvPr>
        </p:nvSpPr>
        <p:spPr>
          <a:xfrm>
            <a:off x="738120" y="2690711"/>
            <a:ext cx="4762532" cy="162478"/>
          </a:xfrm>
          <a:prstGeom prst="rect">
            <a:avLst/>
          </a:prstGeom>
        </p:spPr>
        <p:txBody>
          <a:bodyPr lIns="0" tIns="0" rIns="0" bIns="0"/>
          <a:lstStyle>
            <a:lvl1pPr marL="180975" indent="-180975" algn="l">
              <a:spcAft>
                <a:spcPts val="600"/>
              </a:spcAft>
              <a:buClr>
                <a:schemeClr val="tx1"/>
              </a:buClr>
              <a:buFont typeface="Arial" panose="020B0604020202020204" pitchFamily="34" charset="0"/>
              <a:buChar char="•"/>
              <a:tabLst/>
              <a:defRPr sz="1400" b="1" i="0">
                <a:solidFill>
                  <a:schemeClr val="tx1"/>
                </a:solidFill>
                <a:latin typeface="Oracle Sans" panose="020B0503020204020204" pitchFamily="34" charset="0"/>
                <a:cs typeface="Oracle Sans" panose="020B0503020204020204" pitchFamily="34" charset="0"/>
              </a:defRPr>
            </a:lvl1pPr>
          </a:lstStyle>
          <a:p>
            <a:pPr lvl="0"/>
            <a:r>
              <a:rPr lang="en-IN" dirty="0"/>
              <a:t>Subhead goes here.</a:t>
            </a:r>
            <a:endParaRPr lang="en-US" dirty="0"/>
          </a:p>
        </p:txBody>
      </p:sp>
      <p:sp>
        <p:nvSpPr>
          <p:cNvPr id="22" name="Text Placeholder 21">
            <a:extLst>
              <a:ext uri="{FF2B5EF4-FFF2-40B4-BE49-F238E27FC236}">
                <a16:creationId xmlns:a16="http://schemas.microsoft.com/office/drawing/2014/main" id="{DBAD9E94-7A74-A34C-A552-EE0B94D10A1D}"/>
              </a:ext>
            </a:extLst>
          </p:cNvPr>
          <p:cNvSpPr>
            <a:spLocks noGrp="1"/>
          </p:cNvSpPr>
          <p:nvPr>
            <p:ph type="body" sz="quarter" idx="31" hasCustomPrompt="1"/>
          </p:nvPr>
        </p:nvSpPr>
        <p:spPr>
          <a:xfrm>
            <a:off x="738121" y="2932643"/>
            <a:ext cx="4762530" cy="606635"/>
          </a:xfrm>
          <a:prstGeom prst="rect">
            <a:avLst/>
          </a:prstGeom>
        </p:spPr>
        <p:txBody>
          <a:bodyPr lIns="180000" tIns="0" rIns="0" bIns="0"/>
          <a:lstStyle>
            <a:lvl1pPr algn="l">
              <a:lnSpc>
                <a:spcPts val="1680"/>
              </a:lnSpc>
              <a:defRPr sz="1200" b="0" i="0">
                <a:solidFill>
                  <a:schemeClr val="tx1"/>
                </a:solidFill>
                <a:latin typeface="Oracle Sans Light" panose="020B0403020204020204" pitchFamily="34" charset="0"/>
                <a:cs typeface="Oracle Sans Light" panose="020B0403020204020204" pitchFamily="34" charset="0"/>
              </a:defRPr>
            </a:lvl1pPr>
          </a:lstStyle>
          <a:p>
            <a:pPr lvl="0"/>
            <a:r>
              <a:rPr lang="en-IN" dirty="0"/>
              <a:t>Lorem ipsum </a:t>
            </a:r>
            <a:r>
              <a:rPr lang="en-IN" dirty="0" err="1"/>
              <a:t>dolor</a:t>
            </a:r>
            <a:r>
              <a:rPr lang="en-IN" dirty="0"/>
              <a:t> sit </a:t>
            </a:r>
            <a:r>
              <a:rPr lang="en-IN" dirty="0" err="1"/>
              <a:t>amet</a:t>
            </a:r>
            <a:r>
              <a:rPr lang="en-IN" dirty="0"/>
              <a:t>, </a:t>
            </a:r>
            <a:r>
              <a:rPr lang="en-IN" dirty="0" err="1"/>
              <a:t>consectetur</a:t>
            </a:r>
            <a:r>
              <a:rPr lang="en-IN" dirty="0"/>
              <a:t> </a:t>
            </a:r>
            <a:r>
              <a:rPr lang="en-IN" dirty="0" err="1"/>
              <a:t>adipiscing</a:t>
            </a:r>
            <a:r>
              <a:rPr lang="en-IN" dirty="0"/>
              <a:t> </a:t>
            </a:r>
            <a:r>
              <a:rPr lang="en-IN" dirty="0" err="1"/>
              <a:t>elit</a:t>
            </a:r>
            <a:r>
              <a:rPr lang="en-IN" dirty="0"/>
              <a:t>, </a:t>
            </a:r>
            <a:r>
              <a:rPr lang="en-IN" dirty="0" err="1"/>
              <a:t>sed</a:t>
            </a:r>
            <a:r>
              <a:rPr lang="en-IN" dirty="0"/>
              <a:t> do </a:t>
            </a:r>
            <a:r>
              <a:rPr lang="en-IN" dirty="0" err="1"/>
              <a:t>eiusmod</a:t>
            </a:r>
            <a:r>
              <a:rPr lang="en-IN" dirty="0"/>
              <a:t> </a:t>
            </a:r>
            <a:r>
              <a:rPr lang="en-IN" dirty="0" err="1"/>
              <a:t>tempor</a:t>
            </a:r>
            <a:r>
              <a:rPr lang="en-IN" dirty="0"/>
              <a:t> </a:t>
            </a:r>
            <a:r>
              <a:rPr lang="en-IN" dirty="0" err="1"/>
              <a:t>incididunt</a:t>
            </a:r>
            <a:r>
              <a:rPr lang="en-IN" dirty="0"/>
              <a:t> </a:t>
            </a:r>
            <a:r>
              <a:rPr lang="en-IN" dirty="0" err="1"/>
              <a:t>ut</a:t>
            </a:r>
            <a:r>
              <a:rPr lang="en-IN" dirty="0"/>
              <a:t> </a:t>
            </a:r>
            <a:r>
              <a:rPr lang="en-IN" dirty="0" err="1"/>
              <a:t>labore</a:t>
            </a:r>
            <a:r>
              <a:rPr lang="en-IN" dirty="0"/>
              <a:t> et dolore magna </a:t>
            </a:r>
            <a:r>
              <a:rPr lang="en-IN" dirty="0" err="1"/>
              <a:t>aliqua</a:t>
            </a:r>
            <a:r>
              <a:rPr lang="en-IN" dirty="0"/>
              <a:t>. Ut </a:t>
            </a:r>
            <a:r>
              <a:rPr lang="en-IN" dirty="0" err="1"/>
              <a:t>enim</a:t>
            </a:r>
            <a:r>
              <a:rPr lang="en-IN" dirty="0"/>
              <a:t> ad minim </a:t>
            </a:r>
            <a:r>
              <a:rPr lang="en-IN" dirty="0" err="1"/>
              <a:t>veniam</a:t>
            </a:r>
            <a:r>
              <a:rPr lang="en-IN" dirty="0"/>
              <a:t>, </a:t>
            </a:r>
            <a:r>
              <a:rPr lang="en-IN" dirty="0" err="1"/>
              <a:t>quis</a:t>
            </a:r>
            <a:r>
              <a:rPr lang="en-IN" dirty="0"/>
              <a:t> </a:t>
            </a:r>
            <a:r>
              <a:rPr lang="en-IN" dirty="0" err="1"/>
              <a:t>nostrud</a:t>
            </a:r>
            <a:r>
              <a:rPr lang="en-IN" dirty="0"/>
              <a:t>.</a:t>
            </a:r>
            <a:endParaRPr lang="en-US" dirty="0"/>
          </a:p>
        </p:txBody>
      </p:sp>
      <p:sp>
        <p:nvSpPr>
          <p:cNvPr id="27" name="Text Placeholder 21">
            <a:extLst>
              <a:ext uri="{FF2B5EF4-FFF2-40B4-BE49-F238E27FC236}">
                <a16:creationId xmlns:a16="http://schemas.microsoft.com/office/drawing/2014/main" id="{5E18D9EF-730F-E743-A97F-C6E404C510BC}"/>
              </a:ext>
            </a:extLst>
          </p:cNvPr>
          <p:cNvSpPr>
            <a:spLocks noGrp="1"/>
          </p:cNvSpPr>
          <p:nvPr>
            <p:ph type="body" sz="quarter" idx="38" hasCustomPrompt="1"/>
          </p:nvPr>
        </p:nvSpPr>
        <p:spPr>
          <a:xfrm>
            <a:off x="738120" y="3801890"/>
            <a:ext cx="4762532" cy="162478"/>
          </a:xfrm>
          <a:prstGeom prst="rect">
            <a:avLst/>
          </a:prstGeom>
        </p:spPr>
        <p:txBody>
          <a:bodyPr lIns="0" tIns="0" rIns="0" bIns="0"/>
          <a:lstStyle>
            <a:lvl1pPr marL="180975" indent="-180975" algn="l">
              <a:spcAft>
                <a:spcPts val="600"/>
              </a:spcAft>
              <a:buClr>
                <a:schemeClr val="tx1"/>
              </a:buClr>
              <a:buFont typeface="Arial" panose="020B0604020202020204" pitchFamily="34" charset="0"/>
              <a:buChar char="•"/>
              <a:tabLst/>
              <a:defRPr sz="1400" b="1" i="0">
                <a:solidFill>
                  <a:schemeClr val="tx1"/>
                </a:solidFill>
                <a:latin typeface="Oracle Sans" panose="020B0503020204020204" pitchFamily="34" charset="0"/>
                <a:cs typeface="Oracle Sans" panose="020B0503020204020204" pitchFamily="34" charset="0"/>
              </a:defRPr>
            </a:lvl1pPr>
          </a:lstStyle>
          <a:p>
            <a:pPr lvl="0"/>
            <a:r>
              <a:rPr lang="en-IN" dirty="0"/>
              <a:t>Subhead goes here.</a:t>
            </a:r>
            <a:endParaRPr lang="en-US" dirty="0"/>
          </a:p>
        </p:txBody>
      </p:sp>
      <p:sp>
        <p:nvSpPr>
          <p:cNvPr id="24" name="Text Placeholder 21">
            <a:extLst>
              <a:ext uri="{FF2B5EF4-FFF2-40B4-BE49-F238E27FC236}">
                <a16:creationId xmlns:a16="http://schemas.microsoft.com/office/drawing/2014/main" id="{9C359B9B-D2DA-FB4B-AAAD-6CFFD8E46CFA}"/>
              </a:ext>
            </a:extLst>
          </p:cNvPr>
          <p:cNvSpPr>
            <a:spLocks noGrp="1"/>
          </p:cNvSpPr>
          <p:nvPr>
            <p:ph type="body" sz="quarter" idx="36" hasCustomPrompt="1"/>
          </p:nvPr>
        </p:nvSpPr>
        <p:spPr>
          <a:xfrm>
            <a:off x="738121" y="4041610"/>
            <a:ext cx="4762530" cy="606635"/>
          </a:xfrm>
          <a:prstGeom prst="rect">
            <a:avLst/>
          </a:prstGeom>
        </p:spPr>
        <p:txBody>
          <a:bodyPr lIns="180000" tIns="0" rIns="0" bIns="0"/>
          <a:lstStyle>
            <a:lvl1pPr algn="l">
              <a:lnSpc>
                <a:spcPts val="1680"/>
              </a:lnSpc>
              <a:defRPr sz="1200" b="0" i="0">
                <a:solidFill>
                  <a:schemeClr val="tx1"/>
                </a:solidFill>
                <a:latin typeface="Oracle Sans Light" panose="020B0403020204020204" pitchFamily="34" charset="0"/>
                <a:cs typeface="Oracle Sans Light" panose="020B0403020204020204" pitchFamily="34" charset="0"/>
              </a:defRPr>
            </a:lvl1pPr>
          </a:lstStyle>
          <a:p>
            <a:pPr lvl="0"/>
            <a:r>
              <a:rPr lang="en-IN" dirty="0"/>
              <a:t>Lorem ipsum </a:t>
            </a:r>
            <a:r>
              <a:rPr lang="en-IN" dirty="0" err="1"/>
              <a:t>dolor</a:t>
            </a:r>
            <a:r>
              <a:rPr lang="en-IN" dirty="0"/>
              <a:t> sit </a:t>
            </a:r>
            <a:r>
              <a:rPr lang="en-IN" dirty="0" err="1"/>
              <a:t>amet</a:t>
            </a:r>
            <a:r>
              <a:rPr lang="en-IN" dirty="0"/>
              <a:t>, </a:t>
            </a:r>
            <a:r>
              <a:rPr lang="en-IN" dirty="0" err="1"/>
              <a:t>consectetur</a:t>
            </a:r>
            <a:r>
              <a:rPr lang="en-IN" dirty="0"/>
              <a:t> </a:t>
            </a:r>
            <a:r>
              <a:rPr lang="en-IN" dirty="0" err="1"/>
              <a:t>adipiscing</a:t>
            </a:r>
            <a:r>
              <a:rPr lang="en-IN" dirty="0"/>
              <a:t> </a:t>
            </a:r>
            <a:r>
              <a:rPr lang="en-IN" dirty="0" err="1"/>
              <a:t>elit</a:t>
            </a:r>
            <a:r>
              <a:rPr lang="en-IN" dirty="0"/>
              <a:t>, </a:t>
            </a:r>
            <a:r>
              <a:rPr lang="en-IN" dirty="0" err="1"/>
              <a:t>sed</a:t>
            </a:r>
            <a:r>
              <a:rPr lang="en-IN" dirty="0"/>
              <a:t> do </a:t>
            </a:r>
            <a:r>
              <a:rPr lang="en-IN" dirty="0" err="1"/>
              <a:t>eiusmod</a:t>
            </a:r>
            <a:r>
              <a:rPr lang="en-IN" dirty="0"/>
              <a:t> </a:t>
            </a:r>
            <a:r>
              <a:rPr lang="en-IN" dirty="0" err="1"/>
              <a:t>tempor</a:t>
            </a:r>
            <a:r>
              <a:rPr lang="en-IN" dirty="0"/>
              <a:t> </a:t>
            </a:r>
            <a:r>
              <a:rPr lang="en-IN" dirty="0" err="1"/>
              <a:t>incididunt</a:t>
            </a:r>
            <a:r>
              <a:rPr lang="en-IN" dirty="0"/>
              <a:t> </a:t>
            </a:r>
            <a:r>
              <a:rPr lang="en-IN" dirty="0" err="1"/>
              <a:t>ut</a:t>
            </a:r>
            <a:r>
              <a:rPr lang="en-IN" dirty="0"/>
              <a:t> </a:t>
            </a:r>
            <a:r>
              <a:rPr lang="en-IN" dirty="0" err="1"/>
              <a:t>labore</a:t>
            </a:r>
            <a:r>
              <a:rPr lang="en-IN" dirty="0"/>
              <a:t> et dolore magna </a:t>
            </a:r>
            <a:r>
              <a:rPr lang="en-IN" dirty="0" err="1"/>
              <a:t>aliqua</a:t>
            </a:r>
            <a:r>
              <a:rPr lang="en-IN" dirty="0"/>
              <a:t>. Ut </a:t>
            </a:r>
            <a:r>
              <a:rPr lang="en-IN" dirty="0" err="1"/>
              <a:t>enim</a:t>
            </a:r>
            <a:r>
              <a:rPr lang="en-IN" dirty="0"/>
              <a:t> ad minim </a:t>
            </a:r>
            <a:r>
              <a:rPr lang="en-IN" dirty="0" err="1"/>
              <a:t>veniam</a:t>
            </a:r>
            <a:r>
              <a:rPr lang="en-IN" dirty="0"/>
              <a:t>, </a:t>
            </a:r>
            <a:r>
              <a:rPr lang="en-IN" dirty="0" err="1"/>
              <a:t>quis</a:t>
            </a:r>
            <a:r>
              <a:rPr lang="en-IN" dirty="0"/>
              <a:t> </a:t>
            </a:r>
            <a:r>
              <a:rPr lang="en-IN" dirty="0" err="1"/>
              <a:t>nostrud</a:t>
            </a:r>
            <a:r>
              <a:rPr lang="en-IN" dirty="0"/>
              <a:t>.</a:t>
            </a:r>
            <a:endParaRPr lang="en-US" dirty="0"/>
          </a:p>
        </p:txBody>
      </p:sp>
      <p:sp>
        <p:nvSpPr>
          <p:cNvPr id="28" name="Text Placeholder 21">
            <a:extLst>
              <a:ext uri="{FF2B5EF4-FFF2-40B4-BE49-F238E27FC236}">
                <a16:creationId xmlns:a16="http://schemas.microsoft.com/office/drawing/2014/main" id="{705E9678-4AE2-9B4E-BFE6-764DF0EF5D48}"/>
              </a:ext>
            </a:extLst>
          </p:cNvPr>
          <p:cNvSpPr>
            <a:spLocks noGrp="1"/>
          </p:cNvSpPr>
          <p:nvPr>
            <p:ph type="body" sz="quarter" idx="39" hasCustomPrompt="1"/>
          </p:nvPr>
        </p:nvSpPr>
        <p:spPr>
          <a:xfrm>
            <a:off x="738120" y="4856833"/>
            <a:ext cx="4762532" cy="162478"/>
          </a:xfrm>
          <a:prstGeom prst="rect">
            <a:avLst/>
          </a:prstGeom>
        </p:spPr>
        <p:txBody>
          <a:bodyPr lIns="0" tIns="0" rIns="0" bIns="0"/>
          <a:lstStyle>
            <a:lvl1pPr marL="180975" indent="-180975" algn="l">
              <a:spcAft>
                <a:spcPts val="600"/>
              </a:spcAft>
              <a:buClr>
                <a:schemeClr val="tx1"/>
              </a:buClr>
              <a:buFont typeface="Arial" panose="020B0604020202020204" pitchFamily="34" charset="0"/>
              <a:buChar char="•"/>
              <a:tabLst/>
              <a:defRPr sz="1400" b="1" i="0">
                <a:solidFill>
                  <a:schemeClr val="tx1"/>
                </a:solidFill>
                <a:latin typeface="Oracle Sans" panose="020B0503020204020204" pitchFamily="34" charset="0"/>
                <a:cs typeface="Oracle Sans" panose="020B0503020204020204" pitchFamily="34" charset="0"/>
              </a:defRPr>
            </a:lvl1pPr>
          </a:lstStyle>
          <a:p>
            <a:pPr lvl="0"/>
            <a:r>
              <a:rPr lang="en-IN" dirty="0"/>
              <a:t>Subhead goes here.</a:t>
            </a:r>
            <a:endParaRPr lang="en-US" dirty="0"/>
          </a:p>
        </p:txBody>
      </p:sp>
      <p:sp>
        <p:nvSpPr>
          <p:cNvPr id="25" name="Text Placeholder 21">
            <a:extLst>
              <a:ext uri="{FF2B5EF4-FFF2-40B4-BE49-F238E27FC236}">
                <a16:creationId xmlns:a16="http://schemas.microsoft.com/office/drawing/2014/main" id="{7AAF4629-1659-1848-BBE3-0D9BF0259D97}"/>
              </a:ext>
            </a:extLst>
          </p:cNvPr>
          <p:cNvSpPr>
            <a:spLocks noGrp="1"/>
          </p:cNvSpPr>
          <p:nvPr>
            <p:ph type="body" sz="quarter" idx="37" hasCustomPrompt="1"/>
          </p:nvPr>
        </p:nvSpPr>
        <p:spPr>
          <a:xfrm>
            <a:off x="738121" y="5096553"/>
            <a:ext cx="4762530" cy="606635"/>
          </a:xfrm>
          <a:prstGeom prst="rect">
            <a:avLst/>
          </a:prstGeom>
        </p:spPr>
        <p:txBody>
          <a:bodyPr lIns="180000" tIns="0" rIns="0" bIns="0"/>
          <a:lstStyle>
            <a:lvl1pPr algn="l">
              <a:lnSpc>
                <a:spcPts val="1680"/>
              </a:lnSpc>
              <a:defRPr sz="1200" b="0" i="0">
                <a:solidFill>
                  <a:schemeClr val="tx1"/>
                </a:solidFill>
                <a:latin typeface="Oracle Sans Light" panose="020B0403020204020204" pitchFamily="34" charset="0"/>
                <a:cs typeface="Oracle Sans Light" panose="020B0403020204020204" pitchFamily="34" charset="0"/>
              </a:defRPr>
            </a:lvl1pPr>
          </a:lstStyle>
          <a:p>
            <a:pPr lvl="0"/>
            <a:r>
              <a:rPr lang="en-IN" dirty="0"/>
              <a:t>Lorem ipsum </a:t>
            </a:r>
            <a:r>
              <a:rPr lang="en-IN" dirty="0" err="1"/>
              <a:t>dolor</a:t>
            </a:r>
            <a:r>
              <a:rPr lang="en-IN" dirty="0"/>
              <a:t> sit </a:t>
            </a:r>
            <a:r>
              <a:rPr lang="en-IN" dirty="0" err="1"/>
              <a:t>amet</a:t>
            </a:r>
            <a:r>
              <a:rPr lang="en-IN" dirty="0"/>
              <a:t>, </a:t>
            </a:r>
            <a:r>
              <a:rPr lang="en-IN" dirty="0" err="1"/>
              <a:t>consectetur</a:t>
            </a:r>
            <a:r>
              <a:rPr lang="en-IN" dirty="0"/>
              <a:t> </a:t>
            </a:r>
            <a:r>
              <a:rPr lang="en-IN" dirty="0" err="1"/>
              <a:t>adipiscing</a:t>
            </a:r>
            <a:r>
              <a:rPr lang="en-IN" dirty="0"/>
              <a:t> </a:t>
            </a:r>
            <a:r>
              <a:rPr lang="en-IN" dirty="0" err="1"/>
              <a:t>elit</a:t>
            </a:r>
            <a:r>
              <a:rPr lang="en-IN" dirty="0"/>
              <a:t>, </a:t>
            </a:r>
            <a:r>
              <a:rPr lang="en-IN" dirty="0" err="1"/>
              <a:t>sed</a:t>
            </a:r>
            <a:r>
              <a:rPr lang="en-IN" dirty="0"/>
              <a:t> do </a:t>
            </a:r>
            <a:r>
              <a:rPr lang="en-IN" dirty="0" err="1"/>
              <a:t>eiusmod</a:t>
            </a:r>
            <a:r>
              <a:rPr lang="en-IN" dirty="0"/>
              <a:t> </a:t>
            </a:r>
            <a:r>
              <a:rPr lang="en-IN" dirty="0" err="1"/>
              <a:t>tempor</a:t>
            </a:r>
            <a:r>
              <a:rPr lang="en-IN" dirty="0"/>
              <a:t> </a:t>
            </a:r>
            <a:r>
              <a:rPr lang="en-IN" dirty="0" err="1"/>
              <a:t>incididunt</a:t>
            </a:r>
            <a:r>
              <a:rPr lang="en-IN" dirty="0"/>
              <a:t> </a:t>
            </a:r>
            <a:r>
              <a:rPr lang="en-IN" dirty="0" err="1"/>
              <a:t>ut</a:t>
            </a:r>
            <a:r>
              <a:rPr lang="en-IN" dirty="0"/>
              <a:t> </a:t>
            </a:r>
            <a:r>
              <a:rPr lang="en-IN" dirty="0" err="1"/>
              <a:t>labore</a:t>
            </a:r>
            <a:r>
              <a:rPr lang="en-IN" dirty="0"/>
              <a:t> et dolore magna </a:t>
            </a:r>
            <a:r>
              <a:rPr lang="en-IN" dirty="0" err="1"/>
              <a:t>aliqua</a:t>
            </a:r>
            <a:r>
              <a:rPr lang="en-IN" dirty="0"/>
              <a:t>. Ut </a:t>
            </a:r>
            <a:r>
              <a:rPr lang="en-IN" dirty="0" err="1"/>
              <a:t>enim</a:t>
            </a:r>
            <a:r>
              <a:rPr lang="en-IN" dirty="0"/>
              <a:t> ad minim </a:t>
            </a:r>
            <a:r>
              <a:rPr lang="en-IN" dirty="0" err="1"/>
              <a:t>veniam</a:t>
            </a:r>
            <a:r>
              <a:rPr lang="en-IN" dirty="0"/>
              <a:t>, </a:t>
            </a:r>
            <a:r>
              <a:rPr lang="en-IN" dirty="0" err="1"/>
              <a:t>quis</a:t>
            </a:r>
            <a:r>
              <a:rPr lang="en-IN" dirty="0"/>
              <a:t> </a:t>
            </a:r>
            <a:r>
              <a:rPr lang="en-IN" dirty="0" err="1"/>
              <a:t>nostrud</a:t>
            </a:r>
            <a:r>
              <a:rPr lang="en-IN" dirty="0"/>
              <a:t>.</a:t>
            </a:r>
            <a:endParaRPr lang="en-US" dirty="0"/>
          </a:p>
        </p:txBody>
      </p:sp>
      <p:pic>
        <p:nvPicPr>
          <p:cNvPr id="2" name="OTag">
            <a:extLst>
              <a:ext uri="{FF2B5EF4-FFF2-40B4-BE49-F238E27FC236}">
                <a16:creationId xmlns:a16="http://schemas.microsoft.com/office/drawing/2014/main" id="{01697E3B-EC33-E29C-6BC1-AB748D6E2D6C}"/>
              </a:ext>
              <a:ext uri="{C183D7F6-B498-43B3-948B-1728B52AA6E4}">
                <adec:decorative xmlns:adec="http://schemas.microsoft.com/office/drawing/2017/decorative" val="0"/>
              </a:ext>
            </a:extLst>
          </p:cNvPr>
          <p:cNvPicPr>
            <a:picLocks noChangeAspect="1"/>
          </p:cNvPicPr>
          <p:nvPr userDrawn="1"/>
        </p:nvPicPr>
        <p:blipFill>
          <a:blip r:embed="rId2" cstate="email">
            <a:extLst>
              <a:ext uri="{28A0092B-C50C-407E-A947-70E740481C1C}">
                <a14:useLocalDpi xmlns:a14="http://schemas.microsoft.com/office/drawing/2010/main"/>
              </a:ext>
            </a:extLst>
          </a:blip>
          <a:stretch>
            <a:fillRect/>
          </a:stretch>
        </p:blipFill>
        <p:spPr>
          <a:xfrm>
            <a:off x="11405616" y="6464808"/>
            <a:ext cx="393192" cy="393192"/>
          </a:xfrm>
          <a:prstGeom prst="rect">
            <a:avLst/>
          </a:prstGeom>
        </p:spPr>
      </p:pic>
      <p:sp>
        <p:nvSpPr>
          <p:cNvPr id="3" name="Slide Number Placeholder 5">
            <a:extLst>
              <a:ext uri="{FF2B5EF4-FFF2-40B4-BE49-F238E27FC236}">
                <a16:creationId xmlns:a16="http://schemas.microsoft.com/office/drawing/2014/main" id="{06ACA25F-CC85-E7AA-739E-4857A9A4C513}"/>
              </a:ext>
            </a:extLst>
          </p:cNvPr>
          <p:cNvSpPr>
            <a:spLocks noGrp="1"/>
          </p:cNvSpPr>
          <p:nvPr>
            <p:ph type="sldNum" sz="quarter" idx="40"/>
          </p:nvPr>
        </p:nvSpPr>
        <p:spPr>
          <a:xfrm>
            <a:off x="762000" y="6423660"/>
            <a:ext cx="365760" cy="365760"/>
          </a:xfrm>
        </p:spPr>
        <p:txBody>
          <a:bodyPr/>
          <a:lstStyle>
            <a:lvl1pPr>
              <a:defRPr>
                <a:solidFill>
                  <a:srgbClr val="8B8580"/>
                </a:solidFill>
              </a:defRPr>
            </a:lvl1pPr>
          </a:lstStyle>
          <a:p>
            <a:fld id="{345D60D9-5372-5F40-9443-0F9AE5BDC3C8}" type="slidenum">
              <a:rPr lang="en-US" smtClean="0"/>
              <a:pPr/>
              <a:t>‹#›</a:t>
            </a:fld>
            <a:endParaRPr lang="en-US" dirty="0"/>
          </a:p>
        </p:txBody>
      </p:sp>
      <p:sp>
        <p:nvSpPr>
          <p:cNvPr id="4" name="Footer Placeholder 4">
            <a:extLst>
              <a:ext uri="{FF2B5EF4-FFF2-40B4-BE49-F238E27FC236}">
                <a16:creationId xmlns:a16="http://schemas.microsoft.com/office/drawing/2014/main" id="{F8418BDB-0223-07FE-2DA4-AA8082E3A024}"/>
              </a:ext>
            </a:extLst>
          </p:cNvPr>
          <p:cNvSpPr>
            <a:spLocks noGrp="1"/>
          </p:cNvSpPr>
          <p:nvPr>
            <p:ph type="ftr" sz="quarter" idx="41"/>
          </p:nvPr>
        </p:nvSpPr>
        <p:spPr>
          <a:xfrm>
            <a:off x="1127759" y="6423978"/>
            <a:ext cx="5745379" cy="365125"/>
          </a:xfrm>
        </p:spPr>
        <p:txBody>
          <a:bodyPr/>
          <a:lstStyle>
            <a:lvl1pPr>
              <a:defRPr>
                <a:solidFill>
                  <a:srgbClr val="8B8580"/>
                </a:solidFill>
              </a:defRPr>
            </a:lvl1pPr>
          </a:lstStyle>
          <a:p>
            <a:r>
              <a:rPr lang="en-US"/>
              <a:t>Copyright © 2025, Oracle and/or its affiliates |  Confidential: Internal/Restricted/Highly Restricted</a:t>
            </a:r>
            <a:endParaRPr lang="en-US" dirty="0"/>
          </a:p>
        </p:txBody>
      </p:sp>
      <p:sp>
        <p:nvSpPr>
          <p:cNvPr id="5" name="Date Placeholder 3">
            <a:extLst>
              <a:ext uri="{FF2B5EF4-FFF2-40B4-BE49-F238E27FC236}">
                <a16:creationId xmlns:a16="http://schemas.microsoft.com/office/drawing/2014/main" id="{6515ECE0-428F-E310-54A1-3484DC2A75D2}"/>
              </a:ext>
            </a:extLst>
          </p:cNvPr>
          <p:cNvSpPr>
            <a:spLocks noGrp="1"/>
          </p:cNvSpPr>
          <p:nvPr>
            <p:ph type="dt" sz="half" idx="42"/>
          </p:nvPr>
        </p:nvSpPr>
        <p:spPr>
          <a:xfrm>
            <a:off x="6873138" y="6425604"/>
            <a:ext cx="2743200" cy="363500"/>
          </a:xfrm>
        </p:spPr>
        <p:txBody>
          <a:bodyPr/>
          <a:lstStyle>
            <a:lvl1pPr>
              <a:defRPr>
                <a:solidFill>
                  <a:srgbClr val="8B8580"/>
                </a:solidFill>
              </a:defRPr>
            </a:lvl1pPr>
          </a:lstStyle>
          <a:p>
            <a:r>
              <a:rPr lang="en-US"/>
              <a:t>[Date]</a:t>
            </a:r>
            <a:endParaRPr lang="en-US" dirty="0"/>
          </a:p>
        </p:txBody>
      </p:sp>
    </p:spTree>
    <p:extLst>
      <p:ext uri="{BB962C8B-B14F-4D97-AF65-F5344CB8AC3E}">
        <p14:creationId xmlns:p14="http://schemas.microsoft.com/office/powerpoint/2010/main" val="405923428"/>
      </p:ext>
    </p:extLst>
  </p:cSld>
  <p:clrMapOvr>
    <a:overrideClrMapping bg1="lt1" tx1="dk1" bg2="lt2" tx2="dk2" accent1="accent1" accent2="accent2" accent3="accent3" accent4="accent4" accent5="accent5" accent6="accent6" hlink="hlink" folHlink="folHlink"/>
  </p:clrMapOvr>
  <p:transition>
    <p:fade/>
  </p:transition>
  <p:extLst>
    <p:ext uri="{DCECCB84-F9BA-43D5-87BE-67443E8EF086}">
      <p15:sldGuideLst xmlns:p15="http://schemas.microsoft.com/office/powerpoint/2012/main">
        <p15:guide id="1" orient="horz" pos="2160">
          <p15:clr>
            <a:srgbClr val="FBAE40"/>
          </p15:clr>
        </p15:guide>
        <p15:guide id="2" pos="3840">
          <p15:clr>
            <a:srgbClr val="FBAE40"/>
          </p15:clr>
        </p15:guide>
      </p15:sldGuideLst>
    </p:ext>
  </p:extLst>
</p:sldLayout>
</file>

<file path=ppt/slideLayouts/slideLayout35.xml><?xml version="1.0" encoding="utf-8"?>
<p:sldLayout xmlns:a="http://schemas.openxmlformats.org/drawingml/2006/main" xmlns:r="http://schemas.openxmlformats.org/officeDocument/2006/relationships" xmlns:p="http://schemas.openxmlformats.org/presentationml/2006/main" preserve="1" userDrawn="1">
  <p:cSld name="Content + Illustration_Light_Pillar">
    <p:bg>
      <p:bgRef idx="1001">
        <a:schemeClr val="bg1"/>
      </p:bgRef>
    </p:bg>
    <p:spTree>
      <p:nvGrpSpPr>
        <p:cNvPr id="1" name=""/>
        <p:cNvGrpSpPr/>
        <p:nvPr/>
      </p:nvGrpSpPr>
      <p:grpSpPr>
        <a:xfrm>
          <a:off x="0" y="0"/>
          <a:ext cx="0" cy="0"/>
          <a:chOff x="0" y="0"/>
          <a:chExt cx="0" cy="0"/>
        </a:xfrm>
      </p:grpSpPr>
      <p:sp>
        <p:nvSpPr>
          <p:cNvPr id="19" name="Title 1">
            <a:extLst>
              <a:ext uri="{FF2B5EF4-FFF2-40B4-BE49-F238E27FC236}">
                <a16:creationId xmlns:a16="http://schemas.microsoft.com/office/drawing/2014/main" id="{C0384889-0D44-4623-9E36-973C30CA8FFC}"/>
              </a:ext>
            </a:extLst>
          </p:cNvPr>
          <p:cNvSpPr>
            <a:spLocks noGrp="1"/>
          </p:cNvSpPr>
          <p:nvPr>
            <p:ph type="title" hasCustomPrompt="1"/>
          </p:nvPr>
        </p:nvSpPr>
        <p:spPr>
          <a:xfrm>
            <a:off x="768875" y="182403"/>
            <a:ext cx="4758468" cy="822960"/>
          </a:xfrm>
        </p:spPr>
        <p:txBody>
          <a:bodyPr/>
          <a:lstStyle>
            <a:lvl1pPr>
              <a:defRPr b="1" i="0">
                <a:latin typeface="Oracle Sans Tab" panose="020B0503020204020204" pitchFamily="34" charset="0"/>
                <a:cs typeface="Oracle Sans Tab" panose="020B0503020204020204" pitchFamily="34" charset="0"/>
              </a:defRPr>
            </a:lvl1pPr>
          </a:lstStyle>
          <a:p>
            <a:r>
              <a:rPr lang="en-US" dirty="0"/>
              <a:t>Title</a:t>
            </a:r>
          </a:p>
        </p:txBody>
      </p:sp>
      <p:sp>
        <p:nvSpPr>
          <p:cNvPr id="20" name="Text Placeholder 21">
            <a:extLst>
              <a:ext uri="{FF2B5EF4-FFF2-40B4-BE49-F238E27FC236}">
                <a16:creationId xmlns:a16="http://schemas.microsoft.com/office/drawing/2014/main" id="{5FFA19F3-F0DE-904F-A1EB-1E14E01C018F}"/>
              </a:ext>
            </a:extLst>
          </p:cNvPr>
          <p:cNvSpPr>
            <a:spLocks noGrp="1"/>
          </p:cNvSpPr>
          <p:nvPr>
            <p:ph type="body" sz="quarter" idx="35" hasCustomPrompt="1"/>
          </p:nvPr>
        </p:nvSpPr>
        <p:spPr>
          <a:xfrm>
            <a:off x="738121" y="1737874"/>
            <a:ext cx="4762530" cy="720907"/>
          </a:xfrm>
          <a:prstGeom prst="rect">
            <a:avLst/>
          </a:prstGeom>
        </p:spPr>
        <p:txBody>
          <a:bodyPr lIns="0" tIns="0" rIns="0" bIns="0"/>
          <a:lstStyle>
            <a:lvl1pPr algn="l">
              <a:lnSpc>
                <a:spcPts val="1880"/>
              </a:lnSpc>
              <a:defRPr sz="1400" b="1" i="0">
                <a:solidFill>
                  <a:schemeClr val="tx1"/>
                </a:solidFill>
                <a:latin typeface="Oracle Sans" panose="020B0503020204020204" pitchFamily="34" charset="0"/>
                <a:cs typeface="Oracle Sans" panose="020B0503020204020204" pitchFamily="34" charset="0"/>
              </a:defRPr>
            </a:lvl1pPr>
          </a:lstStyle>
          <a:p>
            <a:pPr lvl="0"/>
            <a:r>
              <a:rPr lang="en-IN" dirty="0"/>
              <a:t>Lorem ipsum </a:t>
            </a:r>
            <a:r>
              <a:rPr lang="en-IN" dirty="0" err="1"/>
              <a:t>dolor</a:t>
            </a:r>
            <a:r>
              <a:rPr lang="en-IN" dirty="0"/>
              <a:t> sit </a:t>
            </a:r>
            <a:r>
              <a:rPr lang="en-IN" dirty="0" err="1"/>
              <a:t>amet</a:t>
            </a:r>
            <a:r>
              <a:rPr lang="en-IN" dirty="0"/>
              <a:t>, </a:t>
            </a:r>
            <a:r>
              <a:rPr lang="en-IN" dirty="0" err="1"/>
              <a:t>consectetur</a:t>
            </a:r>
            <a:r>
              <a:rPr lang="en-IN" dirty="0"/>
              <a:t> </a:t>
            </a:r>
            <a:r>
              <a:rPr lang="en-IN" dirty="0" err="1"/>
              <a:t>adipiscing</a:t>
            </a:r>
            <a:r>
              <a:rPr lang="en-IN" dirty="0"/>
              <a:t> </a:t>
            </a:r>
            <a:r>
              <a:rPr lang="en-IN" dirty="0" err="1"/>
              <a:t>elit</a:t>
            </a:r>
            <a:r>
              <a:rPr lang="en-IN" dirty="0"/>
              <a:t>, </a:t>
            </a:r>
            <a:r>
              <a:rPr lang="en-IN" dirty="0" err="1"/>
              <a:t>sed</a:t>
            </a:r>
            <a:r>
              <a:rPr lang="en-IN" dirty="0"/>
              <a:t> do </a:t>
            </a:r>
            <a:r>
              <a:rPr lang="en-IN" dirty="0" err="1"/>
              <a:t>eiusmod</a:t>
            </a:r>
            <a:r>
              <a:rPr lang="en-IN" dirty="0"/>
              <a:t> </a:t>
            </a:r>
            <a:r>
              <a:rPr lang="en-IN" dirty="0" err="1"/>
              <a:t>tempor</a:t>
            </a:r>
            <a:r>
              <a:rPr lang="en-IN" dirty="0"/>
              <a:t> </a:t>
            </a:r>
            <a:r>
              <a:rPr lang="en-IN" dirty="0" err="1"/>
              <a:t>incididunt</a:t>
            </a:r>
            <a:r>
              <a:rPr lang="en-IN" dirty="0"/>
              <a:t> </a:t>
            </a:r>
            <a:r>
              <a:rPr lang="en-IN" dirty="0" err="1"/>
              <a:t>ut</a:t>
            </a:r>
            <a:r>
              <a:rPr lang="en-IN" dirty="0"/>
              <a:t> </a:t>
            </a:r>
            <a:r>
              <a:rPr lang="en-IN" dirty="0" err="1"/>
              <a:t>labore</a:t>
            </a:r>
            <a:r>
              <a:rPr lang="en-IN" dirty="0"/>
              <a:t> et dolore magna </a:t>
            </a:r>
            <a:r>
              <a:rPr lang="en-IN" dirty="0" err="1"/>
              <a:t>aliqua</a:t>
            </a:r>
            <a:r>
              <a:rPr lang="en-IN" dirty="0"/>
              <a:t>. Ut </a:t>
            </a:r>
            <a:r>
              <a:rPr lang="en-IN" dirty="0" err="1"/>
              <a:t>enim</a:t>
            </a:r>
            <a:r>
              <a:rPr lang="en-IN" dirty="0"/>
              <a:t> ad minim </a:t>
            </a:r>
            <a:r>
              <a:rPr lang="en-IN" dirty="0" err="1"/>
              <a:t>veniam</a:t>
            </a:r>
            <a:r>
              <a:rPr lang="en-IN" dirty="0"/>
              <a:t>, </a:t>
            </a:r>
            <a:r>
              <a:rPr lang="en-IN" dirty="0" err="1"/>
              <a:t>quis</a:t>
            </a:r>
            <a:r>
              <a:rPr lang="en-IN" dirty="0"/>
              <a:t> </a:t>
            </a:r>
            <a:r>
              <a:rPr lang="en-IN" dirty="0" err="1"/>
              <a:t>nostrud</a:t>
            </a:r>
            <a:r>
              <a:rPr lang="en-IN" dirty="0"/>
              <a:t>.</a:t>
            </a:r>
            <a:endParaRPr lang="en-US" dirty="0"/>
          </a:p>
        </p:txBody>
      </p:sp>
      <p:sp>
        <p:nvSpPr>
          <p:cNvPr id="26" name="Text Placeholder 21">
            <a:extLst>
              <a:ext uri="{FF2B5EF4-FFF2-40B4-BE49-F238E27FC236}">
                <a16:creationId xmlns:a16="http://schemas.microsoft.com/office/drawing/2014/main" id="{57757A24-B32C-B04D-9BA0-AD7C02A73754}"/>
              </a:ext>
            </a:extLst>
          </p:cNvPr>
          <p:cNvSpPr>
            <a:spLocks noGrp="1"/>
          </p:cNvSpPr>
          <p:nvPr>
            <p:ph type="body" sz="quarter" idx="32" hasCustomPrompt="1"/>
          </p:nvPr>
        </p:nvSpPr>
        <p:spPr>
          <a:xfrm>
            <a:off x="738120" y="2690711"/>
            <a:ext cx="4762532" cy="162478"/>
          </a:xfrm>
          <a:prstGeom prst="rect">
            <a:avLst/>
          </a:prstGeom>
        </p:spPr>
        <p:txBody>
          <a:bodyPr lIns="0" tIns="0" rIns="0" bIns="0"/>
          <a:lstStyle>
            <a:lvl1pPr marL="180975" indent="-180975" algn="l">
              <a:spcAft>
                <a:spcPts val="600"/>
              </a:spcAft>
              <a:buClr>
                <a:schemeClr val="tx1"/>
              </a:buClr>
              <a:buFont typeface="Arial" panose="020B0604020202020204" pitchFamily="34" charset="0"/>
              <a:buChar char="•"/>
              <a:tabLst/>
              <a:defRPr sz="1400" b="1" i="0">
                <a:solidFill>
                  <a:schemeClr val="tx1"/>
                </a:solidFill>
                <a:latin typeface="Oracle Sans" panose="020B0503020204020204" pitchFamily="34" charset="0"/>
                <a:cs typeface="Oracle Sans" panose="020B0503020204020204" pitchFamily="34" charset="0"/>
              </a:defRPr>
            </a:lvl1pPr>
          </a:lstStyle>
          <a:p>
            <a:pPr lvl="0"/>
            <a:r>
              <a:rPr lang="en-IN" dirty="0"/>
              <a:t>Subhead goes here.</a:t>
            </a:r>
            <a:endParaRPr lang="en-US" dirty="0"/>
          </a:p>
        </p:txBody>
      </p:sp>
      <p:sp>
        <p:nvSpPr>
          <p:cNvPr id="22" name="Text Placeholder 21">
            <a:extLst>
              <a:ext uri="{FF2B5EF4-FFF2-40B4-BE49-F238E27FC236}">
                <a16:creationId xmlns:a16="http://schemas.microsoft.com/office/drawing/2014/main" id="{DBAD9E94-7A74-A34C-A552-EE0B94D10A1D}"/>
              </a:ext>
            </a:extLst>
          </p:cNvPr>
          <p:cNvSpPr>
            <a:spLocks noGrp="1"/>
          </p:cNvSpPr>
          <p:nvPr>
            <p:ph type="body" sz="quarter" idx="31" hasCustomPrompt="1"/>
          </p:nvPr>
        </p:nvSpPr>
        <p:spPr>
          <a:xfrm>
            <a:off x="738121" y="2932643"/>
            <a:ext cx="4762530" cy="606635"/>
          </a:xfrm>
          <a:prstGeom prst="rect">
            <a:avLst/>
          </a:prstGeom>
        </p:spPr>
        <p:txBody>
          <a:bodyPr lIns="180000" tIns="0" rIns="0" bIns="0"/>
          <a:lstStyle>
            <a:lvl1pPr algn="l">
              <a:lnSpc>
                <a:spcPts val="1680"/>
              </a:lnSpc>
              <a:defRPr sz="1200" b="0" i="0">
                <a:solidFill>
                  <a:schemeClr val="tx1"/>
                </a:solidFill>
                <a:latin typeface="Oracle Sans Light" panose="020B0403020204020204" pitchFamily="34" charset="0"/>
                <a:cs typeface="Oracle Sans Light" panose="020B0403020204020204" pitchFamily="34" charset="0"/>
              </a:defRPr>
            </a:lvl1pPr>
          </a:lstStyle>
          <a:p>
            <a:pPr lvl="0"/>
            <a:r>
              <a:rPr lang="en-IN" dirty="0"/>
              <a:t>Lorem ipsum </a:t>
            </a:r>
            <a:r>
              <a:rPr lang="en-IN" dirty="0" err="1"/>
              <a:t>dolor</a:t>
            </a:r>
            <a:r>
              <a:rPr lang="en-IN" dirty="0"/>
              <a:t> sit </a:t>
            </a:r>
            <a:r>
              <a:rPr lang="en-IN" dirty="0" err="1"/>
              <a:t>amet</a:t>
            </a:r>
            <a:r>
              <a:rPr lang="en-IN" dirty="0"/>
              <a:t>, </a:t>
            </a:r>
            <a:r>
              <a:rPr lang="en-IN" dirty="0" err="1"/>
              <a:t>consectetur</a:t>
            </a:r>
            <a:r>
              <a:rPr lang="en-IN" dirty="0"/>
              <a:t> </a:t>
            </a:r>
            <a:r>
              <a:rPr lang="en-IN" dirty="0" err="1"/>
              <a:t>adipiscing</a:t>
            </a:r>
            <a:r>
              <a:rPr lang="en-IN" dirty="0"/>
              <a:t> </a:t>
            </a:r>
            <a:r>
              <a:rPr lang="en-IN" dirty="0" err="1"/>
              <a:t>elit</a:t>
            </a:r>
            <a:r>
              <a:rPr lang="en-IN" dirty="0"/>
              <a:t>, </a:t>
            </a:r>
            <a:r>
              <a:rPr lang="en-IN" dirty="0" err="1"/>
              <a:t>sed</a:t>
            </a:r>
            <a:r>
              <a:rPr lang="en-IN" dirty="0"/>
              <a:t> do </a:t>
            </a:r>
            <a:r>
              <a:rPr lang="en-IN" dirty="0" err="1"/>
              <a:t>eiusmod</a:t>
            </a:r>
            <a:r>
              <a:rPr lang="en-IN" dirty="0"/>
              <a:t> </a:t>
            </a:r>
            <a:r>
              <a:rPr lang="en-IN" dirty="0" err="1"/>
              <a:t>tempor</a:t>
            </a:r>
            <a:r>
              <a:rPr lang="en-IN" dirty="0"/>
              <a:t> </a:t>
            </a:r>
            <a:r>
              <a:rPr lang="en-IN" dirty="0" err="1"/>
              <a:t>incididunt</a:t>
            </a:r>
            <a:r>
              <a:rPr lang="en-IN" dirty="0"/>
              <a:t> </a:t>
            </a:r>
            <a:r>
              <a:rPr lang="en-IN" dirty="0" err="1"/>
              <a:t>ut</a:t>
            </a:r>
            <a:r>
              <a:rPr lang="en-IN" dirty="0"/>
              <a:t> </a:t>
            </a:r>
            <a:r>
              <a:rPr lang="en-IN" dirty="0" err="1"/>
              <a:t>labore</a:t>
            </a:r>
            <a:r>
              <a:rPr lang="en-IN" dirty="0"/>
              <a:t> et dolore magna </a:t>
            </a:r>
            <a:r>
              <a:rPr lang="en-IN" dirty="0" err="1"/>
              <a:t>aliqua</a:t>
            </a:r>
            <a:r>
              <a:rPr lang="en-IN" dirty="0"/>
              <a:t>. Ut </a:t>
            </a:r>
            <a:r>
              <a:rPr lang="en-IN" dirty="0" err="1"/>
              <a:t>enim</a:t>
            </a:r>
            <a:r>
              <a:rPr lang="en-IN" dirty="0"/>
              <a:t> ad minim </a:t>
            </a:r>
            <a:r>
              <a:rPr lang="en-IN" dirty="0" err="1"/>
              <a:t>veniam</a:t>
            </a:r>
            <a:r>
              <a:rPr lang="en-IN" dirty="0"/>
              <a:t>, </a:t>
            </a:r>
            <a:r>
              <a:rPr lang="en-IN" dirty="0" err="1"/>
              <a:t>quis</a:t>
            </a:r>
            <a:r>
              <a:rPr lang="en-IN" dirty="0"/>
              <a:t> </a:t>
            </a:r>
            <a:r>
              <a:rPr lang="en-IN" dirty="0" err="1"/>
              <a:t>nostrud</a:t>
            </a:r>
            <a:r>
              <a:rPr lang="en-IN" dirty="0"/>
              <a:t>.</a:t>
            </a:r>
            <a:endParaRPr lang="en-US" dirty="0"/>
          </a:p>
        </p:txBody>
      </p:sp>
      <p:sp>
        <p:nvSpPr>
          <p:cNvPr id="27" name="Text Placeholder 21">
            <a:extLst>
              <a:ext uri="{FF2B5EF4-FFF2-40B4-BE49-F238E27FC236}">
                <a16:creationId xmlns:a16="http://schemas.microsoft.com/office/drawing/2014/main" id="{5E18D9EF-730F-E743-A97F-C6E404C510BC}"/>
              </a:ext>
            </a:extLst>
          </p:cNvPr>
          <p:cNvSpPr>
            <a:spLocks noGrp="1"/>
          </p:cNvSpPr>
          <p:nvPr>
            <p:ph type="body" sz="quarter" idx="38" hasCustomPrompt="1"/>
          </p:nvPr>
        </p:nvSpPr>
        <p:spPr>
          <a:xfrm>
            <a:off x="738120" y="3801890"/>
            <a:ext cx="4762532" cy="162478"/>
          </a:xfrm>
          <a:prstGeom prst="rect">
            <a:avLst/>
          </a:prstGeom>
        </p:spPr>
        <p:txBody>
          <a:bodyPr lIns="0" tIns="0" rIns="0" bIns="0"/>
          <a:lstStyle>
            <a:lvl1pPr marL="180975" indent="-180975" algn="l">
              <a:spcAft>
                <a:spcPts val="600"/>
              </a:spcAft>
              <a:buClr>
                <a:schemeClr val="tx1"/>
              </a:buClr>
              <a:buFont typeface="Arial" panose="020B0604020202020204" pitchFamily="34" charset="0"/>
              <a:buChar char="•"/>
              <a:tabLst/>
              <a:defRPr sz="1400" b="1" i="0">
                <a:solidFill>
                  <a:schemeClr val="tx1"/>
                </a:solidFill>
                <a:latin typeface="Oracle Sans" panose="020B0503020204020204" pitchFamily="34" charset="0"/>
                <a:cs typeface="Oracle Sans" panose="020B0503020204020204" pitchFamily="34" charset="0"/>
              </a:defRPr>
            </a:lvl1pPr>
          </a:lstStyle>
          <a:p>
            <a:pPr lvl="0"/>
            <a:r>
              <a:rPr lang="en-IN" dirty="0"/>
              <a:t>Subhead goes here.</a:t>
            </a:r>
            <a:endParaRPr lang="en-US" dirty="0"/>
          </a:p>
        </p:txBody>
      </p:sp>
      <p:sp>
        <p:nvSpPr>
          <p:cNvPr id="24" name="Text Placeholder 21">
            <a:extLst>
              <a:ext uri="{FF2B5EF4-FFF2-40B4-BE49-F238E27FC236}">
                <a16:creationId xmlns:a16="http://schemas.microsoft.com/office/drawing/2014/main" id="{9C359B9B-D2DA-FB4B-AAAD-6CFFD8E46CFA}"/>
              </a:ext>
            </a:extLst>
          </p:cNvPr>
          <p:cNvSpPr>
            <a:spLocks noGrp="1"/>
          </p:cNvSpPr>
          <p:nvPr>
            <p:ph type="body" sz="quarter" idx="36" hasCustomPrompt="1"/>
          </p:nvPr>
        </p:nvSpPr>
        <p:spPr>
          <a:xfrm>
            <a:off x="738121" y="4041610"/>
            <a:ext cx="4762530" cy="606635"/>
          </a:xfrm>
          <a:prstGeom prst="rect">
            <a:avLst/>
          </a:prstGeom>
        </p:spPr>
        <p:txBody>
          <a:bodyPr lIns="180000" tIns="0" rIns="0" bIns="0"/>
          <a:lstStyle>
            <a:lvl1pPr algn="l">
              <a:lnSpc>
                <a:spcPts val="1680"/>
              </a:lnSpc>
              <a:defRPr sz="1200" b="0" i="0">
                <a:solidFill>
                  <a:schemeClr val="tx1"/>
                </a:solidFill>
                <a:latin typeface="Oracle Sans Light" panose="020B0403020204020204" pitchFamily="34" charset="0"/>
                <a:cs typeface="Oracle Sans Light" panose="020B0403020204020204" pitchFamily="34" charset="0"/>
              </a:defRPr>
            </a:lvl1pPr>
          </a:lstStyle>
          <a:p>
            <a:pPr lvl="0"/>
            <a:r>
              <a:rPr lang="en-IN" dirty="0"/>
              <a:t>Lorem ipsum </a:t>
            </a:r>
            <a:r>
              <a:rPr lang="en-IN" dirty="0" err="1"/>
              <a:t>dolor</a:t>
            </a:r>
            <a:r>
              <a:rPr lang="en-IN" dirty="0"/>
              <a:t> sit </a:t>
            </a:r>
            <a:r>
              <a:rPr lang="en-IN" dirty="0" err="1"/>
              <a:t>amet</a:t>
            </a:r>
            <a:r>
              <a:rPr lang="en-IN" dirty="0"/>
              <a:t>, </a:t>
            </a:r>
            <a:r>
              <a:rPr lang="en-IN" dirty="0" err="1"/>
              <a:t>consectetur</a:t>
            </a:r>
            <a:r>
              <a:rPr lang="en-IN" dirty="0"/>
              <a:t> </a:t>
            </a:r>
            <a:r>
              <a:rPr lang="en-IN" dirty="0" err="1"/>
              <a:t>adipiscing</a:t>
            </a:r>
            <a:r>
              <a:rPr lang="en-IN" dirty="0"/>
              <a:t> </a:t>
            </a:r>
            <a:r>
              <a:rPr lang="en-IN" dirty="0" err="1"/>
              <a:t>elit</a:t>
            </a:r>
            <a:r>
              <a:rPr lang="en-IN" dirty="0"/>
              <a:t>, </a:t>
            </a:r>
            <a:r>
              <a:rPr lang="en-IN" dirty="0" err="1"/>
              <a:t>sed</a:t>
            </a:r>
            <a:r>
              <a:rPr lang="en-IN" dirty="0"/>
              <a:t> do </a:t>
            </a:r>
            <a:r>
              <a:rPr lang="en-IN" dirty="0" err="1"/>
              <a:t>eiusmod</a:t>
            </a:r>
            <a:r>
              <a:rPr lang="en-IN" dirty="0"/>
              <a:t> </a:t>
            </a:r>
            <a:r>
              <a:rPr lang="en-IN" dirty="0" err="1"/>
              <a:t>tempor</a:t>
            </a:r>
            <a:r>
              <a:rPr lang="en-IN" dirty="0"/>
              <a:t> </a:t>
            </a:r>
            <a:r>
              <a:rPr lang="en-IN" dirty="0" err="1"/>
              <a:t>incididunt</a:t>
            </a:r>
            <a:r>
              <a:rPr lang="en-IN" dirty="0"/>
              <a:t> </a:t>
            </a:r>
            <a:r>
              <a:rPr lang="en-IN" dirty="0" err="1"/>
              <a:t>ut</a:t>
            </a:r>
            <a:r>
              <a:rPr lang="en-IN" dirty="0"/>
              <a:t> </a:t>
            </a:r>
            <a:r>
              <a:rPr lang="en-IN" dirty="0" err="1"/>
              <a:t>labore</a:t>
            </a:r>
            <a:r>
              <a:rPr lang="en-IN" dirty="0"/>
              <a:t> et dolore magna </a:t>
            </a:r>
            <a:r>
              <a:rPr lang="en-IN" dirty="0" err="1"/>
              <a:t>aliqua</a:t>
            </a:r>
            <a:r>
              <a:rPr lang="en-IN" dirty="0"/>
              <a:t>. Ut </a:t>
            </a:r>
            <a:r>
              <a:rPr lang="en-IN" dirty="0" err="1"/>
              <a:t>enim</a:t>
            </a:r>
            <a:r>
              <a:rPr lang="en-IN" dirty="0"/>
              <a:t> ad minim </a:t>
            </a:r>
            <a:r>
              <a:rPr lang="en-IN" dirty="0" err="1"/>
              <a:t>veniam</a:t>
            </a:r>
            <a:r>
              <a:rPr lang="en-IN" dirty="0"/>
              <a:t>, </a:t>
            </a:r>
            <a:r>
              <a:rPr lang="en-IN" dirty="0" err="1"/>
              <a:t>quis</a:t>
            </a:r>
            <a:r>
              <a:rPr lang="en-IN" dirty="0"/>
              <a:t> </a:t>
            </a:r>
            <a:r>
              <a:rPr lang="en-IN" dirty="0" err="1"/>
              <a:t>nostrud</a:t>
            </a:r>
            <a:r>
              <a:rPr lang="en-IN" dirty="0"/>
              <a:t>.</a:t>
            </a:r>
            <a:endParaRPr lang="en-US" dirty="0"/>
          </a:p>
        </p:txBody>
      </p:sp>
      <p:sp>
        <p:nvSpPr>
          <p:cNvPr id="28" name="Text Placeholder 21">
            <a:extLst>
              <a:ext uri="{FF2B5EF4-FFF2-40B4-BE49-F238E27FC236}">
                <a16:creationId xmlns:a16="http://schemas.microsoft.com/office/drawing/2014/main" id="{705E9678-4AE2-9B4E-BFE6-764DF0EF5D48}"/>
              </a:ext>
            </a:extLst>
          </p:cNvPr>
          <p:cNvSpPr>
            <a:spLocks noGrp="1"/>
          </p:cNvSpPr>
          <p:nvPr>
            <p:ph type="body" sz="quarter" idx="39" hasCustomPrompt="1"/>
          </p:nvPr>
        </p:nvSpPr>
        <p:spPr>
          <a:xfrm>
            <a:off x="738120" y="4856833"/>
            <a:ext cx="4762532" cy="162478"/>
          </a:xfrm>
          <a:prstGeom prst="rect">
            <a:avLst/>
          </a:prstGeom>
        </p:spPr>
        <p:txBody>
          <a:bodyPr lIns="0" tIns="0" rIns="0" bIns="0"/>
          <a:lstStyle>
            <a:lvl1pPr marL="180975" indent="-180975" algn="l">
              <a:spcAft>
                <a:spcPts val="600"/>
              </a:spcAft>
              <a:buClr>
                <a:schemeClr val="tx1"/>
              </a:buClr>
              <a:buFont typeface="Arial" panose="020B0604020202020204" pitchFamily="34" charset="0"/>
              <a:buChar char="•"/>
              <a:tabLst/>
              <a:defRPr sz="1400" b="1" i="0">
                <a:solidFill>
                  <a:schemeClr val="tx1"/>
                </a:solidFill>
                <a:latin typeface="Oracle Sans" panose="020B0503020204020204" pitchFamily="34" charset="0"/>
                <a:cs typeface="Oracle Sans" panose="020B0503020204020204" pitchFamily="34" charset="0"/>
              </a:defRPr>
            </a:lvl1pPr>
          </a:lstStyle>
          <a:p>
            <a:pPr lvl="0"/>
            <a:r>
              <a:rPr lang="en-IN" dirty="0"/>
              <a:t>Subhead goes here.</a:t>
            </a:r>
            <a:endParaRPr lang="en-US" dirty="0"/>
          </a:p>
        </p:txBody>
      </p:sp>
      <p:sp>
        <p:nvSpPr>
          <p:cNvPr id="25" name="Text Placeholder 21">
            <a:extLst>
              <a:ext uri="{FF2B5EF4-FFF2-40B4-BE49-F238E27FC236}">
                <a16:creationId xmlns:a16="http://schemas.microsoft.com/office/drawing/2014/main" id="{7AAF4629-1659-1848-BBE3-0D9BF0259D97}"/>
              </a:ext>
            </a:extLst>
          </p:cNvPr>
          <p:cNvSpPr>
            <a:spLocks noGrp="1"/>
          </p:cNvSpPr>
          <p:nvPr>
            <p:ph type="body" sz="quarter" idx="37" hasCustomPrompt="1"/>
          </p:nvPr>
        </p:nvSpPr>
        <p:spPr>
          <a:xfrm>
            <a:off x="738121" y="5096553"/>
            <a:ext cx="4762530" cy="606635"/>
          </a:xfrm>
          <a:prstGeom prst="rect">
            <a:avLst/>
          </a:prstGeom>
        </p:spPr>
        <p:txBody>
          <a:bodyPr lIns="180000" tIns="0" rIns="0" bIns="0"/>
          <a:lstStyle>
            <a:lvl1pPr algn="l">
              <a:lnSpc>
                <a:spcPts val="1680"/>
              </a:lnSpc>
              <a:defRPr sz="1200" b="0" i="0">
                <a:solidFill>
                  <a:schemeClr val="tx1"/>
                </a:solidFill>
                <a:latin typeface="Oracle Sans Light" panose="020B0403020204020204" pitchFamily="34" charset="0"/>
                <a:cs typeface="Oracle Sans Light" panose="020B0403020204020204" pitchFamily="34" charset="0"/>
              </a:defRPr>
            </a:lvl1pPr>
          </a:lstStyle>
          <a:p>
            <a:pPr lvl="0"/>
            <a:r>
              <a:rPr lang="en-IN" dirty="0"/>
              <a:t>Lorem ipsum </a:t>
            </a:r>
            <a:r>
              <a:rPr lang="en-IN" dirty="0" err="1"/>
              <a:t>dolor</a:t>
            </a:r>
            <a:r>
              <a:rPr lang="en-IN" dirty="0"/>
              <a:t> sit </a:t>
            </a:r>
            <a:r>
              <a:rPr lang="en-IN" dirty="0" err="1"/>
              <a:t>amet</a:t>
            </a:r>
            <a:r>
              <a:rPr lang="en-IN" dirty="0"/>
              <a:t>, </a:t>
            </a:r>
            <a:r>
              <a:rPr lang="en-IN" dirty="0" err="1"/>
              <a:t>consectetur</a:t>
            </a:r>
            <a:r>
              <a:rPr lang="en-IN" dirty="0"/>
              <a:t> </a:t>
            </a:r>
            <a:r>
              <a:rPr lang="en-IN" dirty="0" err="1"/>
              <a:t>adipiscing</a:t>
            </a:r>
            <a:r>
              <a:rPr lang="en-IN" dirty="0"/>
              <a:t> </a:t>
            </a:r>
            <a:r>
              <a:rPr lang="en-IN" dirty="0" err="1"/>
              <a:t>elit</a:t>
            </a:r>
            <a:r>
              <a:rPr lang="en-IN" dirty="0"/>
              <a:t>, </a:t>
            </a:r>
            <a:r>
              <a:rPr lang="en-IN" dirty="0" err="1"/>
              <a:t>sed</a:t>
            </a:r>
            <a:r>
              <a:rPr lang="en-IN" dirty="0"/>
              <a:t> do </a:t>
            </a:r>
            <a:r>
              <a:rPr lang="en-IN" dirty="0" err="1"/>
              <a:t>eiusmod</a:t>
            </a:r>
            <a:r>
              <a:rPr lang="en-IN" dirty="0"/>
              <a:t> </a:t>
            </a:r>
            <a:r>
              <a:rPr lang="en-IN" dirty="0" err="1"/>
              <a:t>tempor</a:t>
            </a:r>
            <a:r>
              <a:rPr lang="en-IN" dirty="0"/>
              <a:t> </a:t>
            </a:r>
            <a:r>
              <a:rPr lang="en-IN" dirty="0" err="1"/>
              <a:t>incididunt</a:t>
            </a:r>
            <a:r>
              <a:rPr lang="en-IN" dirty="0"/>
              <a:t> </a:t>
            </a:r>
            <a:r>
              <a:rPr lang="en-IN" dirty="0" err="1"/>
              <a:t>ut</a:t>
            </a:r>
            <a:r>
              <a:rPr lang="en-IN" dirty="0"/>
              <a:t> </a:t>
            </a:r>
            <a:r>
              <a:rPr lang="en-IN" dirty="0" err="1"/>
              <a:t>labore</a:t>
            </a:r>
            <a:r>
              <a:rPr lang="en-IN" dirty="0"/>
              <a:t> et dolore magna </a:t>
            </a:r>
            <a:r>
              <a:rPr lang="en-IN" dirty="0" err="1"/>
              <a:t>aliqua</a:t>
            </a:r>
            <a:r>
              <a:rPr lang="en-IN" dirty="0"/>
              <a:t>. Ut </a:t>
            </a:r>
            <a:r>
              <a:rPr lang="en-IN" dirty="0" err="1"/>
              <a:t>enim</a:t>
            </a:r>
            <a:r>
              <a:rPr lang="en-IN" dirty="0"/>
              <a:t> ad minim </a:t>
            </a:r>
            <a:r>
              <a:rPr lang="en-IN" dirty="0" err="1"/>
              <a:t>veniam</a:t>
            </a:r>
            <a:r>
              <a:rPr lang="en-IN" dirty="0"/>
              <a:t>, </a:t>
            </a:r>
            <a:r>
              <a:rPr lang="en-IN" dirty="0" err="1"/>
              <a:t>quis</a:t>
            </a:r>
            <a:r>
              <a:rPr lang="en-IN" dirty="0"/>
              <a:t> </a:t>
            </a:r>
            <a:r>
              <a:rPr lang="en-IN" dirty="0" err="1"/>
              <a:t>nostrud</a:t>
            </a:r>
            <a:r>
              <a:rPr lang="en-IN" dirty="0"/>
              <a:t>.</a:t>
            </a:r>
            <a:endParaRPr lang="en-US" dirty="0"/>
          </a:p>
        </p:txBody>
      </p:sp>
      <p:sp>
        <p:nvSpPr>
          <p:cNvPr id="18" name="Picture Placeholder 17">
            <a:extLst>
              <a:ext uri="{FF2B5EF4-FFF2-40B4-BE49-F238E27FC236}">
                <a16:creationId xmlns:a16="http://schemas.microsoft.com/office/drawing/2014/main" id="{BB55E146-CDC2-714E-AEDA-21D37E508E28}"/>
              </a:ext>
            </a:extLst>
          </p:cNvPr>
          <p:cNvSpPr>
            <a:spLocks noGrp="1"/>
          </p:cNvSpPr>
          <p:nvPr>
            <p:ph type="pic" sz="quarter" idx="11" hasCustomPrompt="1"/>
          </p:nvPr>
        </p:nvSpPr>
        <p:spPr>
          <a:xfrm>
            <a:off x="6096000" y="0"/>
            <a:ext cx="6096000" cy="6858000"/>
          </a:xfrm>
          <a:solidFill>
            <a:schemeClr val="tx1"/>
          </a:solidFill>
        </p:spPr>
        <p:txBody>
          <a:bodyPr lIns="72000" tIns="72000" rIns="0"/>
          <a:lstStyle>
            <a:lvl1pPr algn="ctr">
              <a:defRPr sz="1400" b="0" i="0">
                <a:solidFill>
                  <a:schemeClr val="bg1"/>
                </a:solidFill>
                <a:latin typeface="Oracle Sans Light" panose="020B0403020204020204" pitchFamily="34" charset="0"/>
                <a:cs typeface="Oracle Sans Light" panose="020B0403020204020204" pitchFamily="34" charset="0"/>
              </a:defRPr>
            </a:lvl1pPr>
          </a:lstStyle>
          <a:p>
            <a:r>
              <a:rPr lang="en-US" dirty="0"/>
              <a:t>Click icon to add illustration</a:t>
            </a:r>
          </a:p>
        </p:txBody>
      </p:sp>
      <p:pic>
        <p:nvPicPr>
          <p:cNvPr id="2" name="OTag">
            <a:extLst>
              <a:ext uri="{FF2B5EF4-FFF2-40B4-BE49-F238E27FC236}">
                <a16:creationId xmlns:a16="http://schemas.microsoft.com/office/drawing/2014/main" id="{E2D47D66-0673-9FA9-7073-BF64CD36609E}"/>
              </a:ext>
              <a:ext uri="{C183D7F6-B498-43B3-948B-1728B52AA6E4}">
                <adec:decorative xmlns:adec="http://schemas.microsoft.com/office/drawing/2017/decorative" val="0"/>
              </a:ext>
            </a:extLst>
          </p:cNvPr>
          <p:cNvPicPr>
            <a:picLocks noChangeAspect="1"/>
          </p:cNvPicPr>
          <p:nvPr userDrawn="1"/>
        </p:nvPicPr>
        <p:blipFill>
          <a:blip r:embed="rId2" cstate="email">
            <a:extLst>
              <a:ext uri="{28A0092B-C50C-407E-A947-70E740481C1C}">
                <a14:useLocalDpi xmlns:a14="http://schemas.microsoft.com/office/drawing/2010/main"/>
              </a:ext>
            </a:extLst>
          </a:blip>
          <a:stretch>
            <a:fillRect/>
          </a:stretch>
        </p:blipFill>
        <p:spPr>
          <a:xfrm>
            <a:off x="11405616" y="6464808"/>
            <a:ext cx="393192" cy="393192"/>
          </a:xfrm>
          <a:prstGeom prst="rect">
            <a:avLst/>
          </a:prstGeom>
        </p:spPr>
      </p:pic>
      <p:sp>
        <p:nvSpPr>
          <p:cNvPr id="3" name="Slide Number Placeholder 7">
            <a:extLst>
              <a:ext uri="{FF2B5EF4-FFF2-40B4-BE49-F238E27FC236}">
                <a16:creationId xmlns:a16="http://schemas.microsoft.com/office/drawing/2014/main" id="{8AC454DE-00F0-4427-48D5-1DC459110090}"/>
              </a:ext>
            </a:extLst>
          </p:cNvPr>
          <p:cNvSpPr>
            <a:spLocks noGrp="1"/>
          </p:cNvSpPr>
          <p:nvPr>
            <p:ph type="sldNum" sz="quarter" idx="17"/>
          </p:nvPr>
        </p:nvSpPr>
        <p:spPr>
          <a:xfrm>
            <a:off x="762000" y="6423660"/>
            <a:ext cx="365760" cy="365760"/>
          </a:xfrm>
        </p:spPr>
        <p:txBody>
          <a:bodyPr/>
          <a:lstStyle>
            <a:lvl1pPr>
              <a:defRPr>
                <a:solidFill>
                  <a:srgbClr val="AEA8A2"/>
                </a:solidFill>
              </a:defRPr>
            </a:lvl1pPr>
          </a:lstStyle>
          <a:p>
            <a:fld id="{345D60D9-5372-5F40-9443-0F9AE5BDC3C8}" type="slidenum">
              <a:rPr lang="en-US" smtClean="0"/>
              <a:pPr/>
              <a:t>‹#›</a:t>
            </a:fld>
            <a:endParaRPr lang="en-US" dirty="0"/>
          </a:p>
        </p:txBody>
      </p:sp>
      <p:sp>
        <p:nvSpPr>
          <p:cNvPr id="4" name="Footer Placeholder 6">
            <a:extLst>
              <a:ext uri="{FF2B5EF4-FFF2-40B4-BE49-F238E27FC236}">
                <a16:creationId xmlns:a16="http://schemas.microsoft.com/office/drawing/2014/main" id="{28FED12C-599D-4CB3-E602-5CD82B6F039D}"/>
              </a:ext>
            </a:extLst>
          </p:cNvPr>
          <p:cNvSpPr>
            <a:spLocks noGrp="1"/>
          </p:cNvSpPr>
          <p:nvPr>
            <p:ph type="ftr" sz="quarter" idx="16"/>
          </p:nvPr>
        </p:nvSpPr>
        <p:spPr>
          <a:xfrm>
            <a:off x="1127759" y="6423978"/>
            <a:ext cx="5745379" cy="365125"/>
          </a:xfrm>
        </p:spPr>
        <p:txBody>
          <a:bodyPr/>
          <a:lstStyle>
            <a:lvl1pPr>
              <a:defRPr>
                <a:solidFill>
                  <a:srgbClr val="AEA8A2"/>
                </a:solidFill>
              </a:defRPr>
            </a:lvl1pPr>
          </a:lstStyle>
          <a:p>
            <a:r>
              <a:rPr lang="en-US"/>
              <a:t>Copyright © 2025, Oracle and/or its affiliates |  Confidential: Internal/Restricted/Highly Restricted</a:t>
            </a:r>
            <a:endParaRPr lang="en-US" dirty="0"/>
          </a:p>
        </p:txBody>
      </p:sp>
      <p:sp>
        <p:nvSpPr>
          <p:cNvPr id="5" name="Date Placeholder 4">
            <a:extLst>
              <a:ext uri="{FF2B5EF4-FFF2-40B4-BE49-F238E27FC236}">
                <a16:creationId xmlns:a16="http://schemas.microsoft.com/office/drawing/2014/main" id="{61F25286-7A1D-EBA0-D474-81129CEE733D}"/>
              </a:ext>
            </a:extLst>
          </p:cNvPr>
          <p:cNvSpPr>
            <a:spLocks noGrp="1"/>
          </p:cNvSpPr>
          <p:nvPr>
            <p:ph type="dt" sz="half" idx="15"/>
          </p:nvPr>
        </p:nvSpPr>
        <p:spPr>
          <a:xfrm>
            <a:off x="6873138" y="6425604"/>
            <a:ext cx="2743200" cy="363500"/>
          </a:xfrm>
        </p:spPr>
        <p:txBody>
          <a:bodyPr/>
          <a:lstStyle>
            <a:lvl1pPr>
              <a:defRPr>
                <a:solidFill>
                  <a:srgbClr val="AEA8A2"/>
                </a:solidFill>
              </a:defRPr>
            </a:lvl1pPr>
          </a:lstStyle>
          <a:p>
            <a:r>
              <a:rPr lang="en-US"/>
              <a:t>[Date]</a:t>
            </a:r>
            <a:endParaRPr lang="en-US" dirty="0"/>
          </a:p>
        </p:txBody>
      </p:sp>
    </p:spTree>
    <p:extLst>
      <p:ext uri="{BB962C8B-B14F-4D97-AF65-F5344CB8AC3E}">
        <p14:creationId xmlns:p14="http://schemas.microsoft.com/office/powerpoint/2010/main" val="1407150198"/>
      </p:ext>
    </p:extLst>
  </p:cSld>
  <p:clrMapOvr>
    <a:overrideClrMapping bg1="dk1" tx1="lt1" bg2="dk2" tx2="lt2" accent1="accent1" accent2="accent2" accent3="accent3" accent4="accent4" accent5="accent5" accent6="accent6" hlink="hlink" folHlink="folHlink"/>
  </p:clrMapOvr>
  <p:transition>
    <p:fade/>
  </p:transition>
  <p:extLst>
    <p:ext uri="{DCECCB84-F9BA-43D5-87BE-67443E8EF086}">
      <p15:sldGuideLst xmlns:p15="http://schemas.microsoft.com/office/powerpoint/2012/main">
        <p15:guide id="1" orient="horz" pos="2160">
          <p15:clr>
            <a:srgbClr val="FBAE40"/>
          </p15:clr>
        </p15:guide>
        <p15:guide id="2" pos="3840">
          <p15:clr>
            <a:srgbClr val="FBAE40"/>
          </p15:clr>
        </p15:guide>
      </p15:sldGuideLst>
    </p:ext>
  </p:extLst>
</p:sldLayout>
</file>

<file path=ppt/slideLayouts/slideLayout36.xml><?xml version="1.0" encoding="utf-8"?>
<p:sldLayout xmlns:a="http://schemas.openxmlformats.org/drawingml/2006/main" xmlns:r="http://schemas.openxmlformats.org/officeDocument/2006/relationships" xmlns:p="http://schemas.openxmlformats.org/presentationml/2006/main" preserve="1" userDrawn="1">
  <p:cSld name="3 Icons + Short Copy_White_Pillar">
    <p:bg>
      <p:bgRef idx="1001">
        <a:schemeClr val="bg2"/>
      </p:bgRef>
    </p:bg>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0F9FC0DC-6C36-4AC7-90FE-9BE28E17F1BF}"/>
              </a:ext>
            </a:extLst>
          </p:cNvPr>
          <p:cNvSpPr>
            <a:spLocks noGrp="1"/>
          </p:cNvSpPr>
          <p:nvPr>
            <p:ph type="title" hasCustomPrompt="1"/>
          </p:nvPr>
        </p:nvSpPr>
        <p:spPr/>
        <p:txBody>
          <a:bodyPr/>
          <a:lstStyle>
            <a:lvl1pPr>
              <a:defRPr b="1" i="0">
                <a:latin typeface="Oracle Sans Tab" panose="020B0503020204020204" pitchFamily="34" charset="0"/>
                <a:cs typeface="Oracle Sans Tab" panose="020B0503020204020204" pitchFamily="34" charset="0"/>
              </a:defRPr>
            </a:lvl1pPr>
          </a:lstStyle>
          <a:p>
            <a:r>
              <a:rPr lang="en-US" dirty="0"/>
              <a:t>Title</a:t>
            </a:r>
          </a:p>
        </p:txBody>
      </p:sp>
      <p:sp>
        <p:nvSpPr>
          <p:cNvPr id="3" name="Picture Placeholder 2">
            <a:extLst>
              <a:ext uri="{FF2B5EF4-FFF2-40B4-BE49-F238E27FC236}">
                <a16:creationId xmlns:a16="http://schemas.microsoft.com/office/drawing/2014/main" id="{C4A0F212-7687-B242-8162-FFAC910A60EF}"/>
              </a:ext>
            </a:extLst>
          </p:cNvPr>
          <p:cNvSpPr>
            <a:spLocks noGrp="1" noChangeAspect="1"/>
          </p:cNvSpPr>
          <p:nvPr>
            <p:ph type="pic" sz="quarter" idx="26" hasCustomPrompt="1"/>
          </p:nvPr>
        </p:nvSpPr>
        <p:spPr>
          <a:xfrm>
            <a:off x="905836" y="1903856"/>
            <a:ext cx="1893870" cy="1698098"/>
          </a:xfrm>
          <a:noFill/>
        </p:spPr>
        <p:txBody>
          <a:bodyPr/>
          <a:lstStyle>
            <a:lvl1pPr>
              <a:defRPr sz="1200" b="0" i="0">
                <a:latin typeface="Oracle Sans Light" panose="020B0403020204020204" pitchFamily="34" charset="0"/>
                <a:cs typeface="Oracle Sans Light" panose="020B0403020204020204" pitchFamily="34" charset="0"/>
              </a:defRPr>
            </a:lvl1pPr>
          </a:lstStyle>
          <a:p>
            <a:r>
              <a:rPr lang="en-US" dirty="0"/>
              <a:t>Click to insert icon</a:t>
            </a:r>
          </a:p>
        </p:txBody>
      </p:sp>
      <p:sp>
        <p:nvSpPr>
          <p:cNvPr id="14" name="Text Placeholder 21">
            <a:extLst>
              <a:ext uri="{FF2B5EF4-FFF2-40B4-BE49-F238E27FC236}">
                <a16:creationId xmlns:a16="http://schemas.microsoft.com/office/drawing/2014/main" id="{920A2EEA-131E-DA4C-92C3-898A80B8B561}"/>
              </a:ext>
            </a:extLst>
          </p:cNvPr>
          <p:cNvSpPr>
            <a:spLocks noGrp="1"/>
          </p:cNvSpPr>
          <p:nvPr>
            <p:ph type="body" sz="quarter" idx="25" hasCustomPrompt="1"/>
          </p:nvPr>
        </p:nvSpPr>
        <p:spPr>
          <a:xfrm>
            <a:off x="911114" y="3983730"/>
            <a:ext cx="2276930" cy="323885"/>
          </a:xfrm>
          <a:prstGeom prst="rect">
            <a:avLst/>
          </a:prstGeom>
          <a:noFill/>
        </p:spPr>
        <p:txBody>
          <a:bodyPr lIns="0" tIns="0" rIns="0" bIns="0"/>
          <a:lstStyle>
            <a:lvl1pPr algn="l">
              <a:lnSpc>
                <a:spcPts val="1880"/>
              </a:lnSpc>
              <a:defRPr sz="1400" b="1" i="0">
                <a:solidFill>
                  <a:schemeClr val="tx1"/>
                </a:solidFill>
                <a:latin typeface="Oracle Sans" panose="020B0503020204020204" pitchFamily="34" charset="0"/>
                <a:cs typeface="Oracle Sans" panose="020B0503020204020204" pitchFamily="34" charset="0"/>
              </a:defRPr>
            </a:lvl1pPr>
          </a:lstStyle>
          <a:p>
            <a:pPr lvl="0"/>
            <a:r>
              <a:rPr lang="en-IN" dirty="0"/>
              <a:t>Subhead goes here.</a:t>
            </a:r>
            <a:endParaRPr lang="en-US" dirty="0"/>
          </a:p>
        </p:txBody>
      </p:sp>
      <p:sp>
        <p:nvSpPr>
          <p:cNvPr id="11" name="Text Placeholder 21">
            <a:extLst>
              <a:ext uri="{FF2B5EF4-FFF2-40B4-BE49-F238E27FC236}">
                <a16:creationId xmlns:a16="http://schemas.microsoft.com/office/drawing/2014/main" id="{442F0FF9-B575-DD4A-AF68-999EE8B4FE0D}"/>
              </a:ext>
            </a:extLst>
          </p:cNvPr>
          <p:cNvSpPr>
            <a:spLocks noGrp="1"/>
          </p:cNvSpPr>
          <p:nvPr>
            <p:ph type="body" sz="quarter" idx="24" hasCustomPrompt="1"/>
          </p:nvPr>
        </p:nvSpPr>
        <p:spPr>
          <a:xfrm>
            <a:off x="911114" y="4377376"/>
            <a:ext cx="2276930" cy="1244947"/>
          </a:xfrm>
          <a:prstGeom prst="rect">
            <a:avLst/>
          </a:prstGeom>
          <a:noFill/>
        </p:spPr>
        <p:txBody>
          <a:bodyPr lIns="0" tIns="0" rIns="0" bIns="0"/>
          <a:lstStyle>
            <a:lvl1pPr algn="l">
              <a:lnSpc>
                <a:spcPct val="100000"/>
              </a:lnSpc>
              <a:defRPr sz="1200" b="0" i="0">
                <a:solidFill>
                  <a:schemeClr val="tx2"/>
                </a:solidFill>
                <a:latin typeface="Oracle Sans Light" panose="020B0403020204020204" pitchFamily="34" charset="0"/>
                <a:cs typeface="Oracle Sans Light" panose="020B0403020204020204" pitchFamily="34" charset="0"/>
              </a:defRPr>
            </a:lvl1pPr>
          </a:lstStyle>
          <a:p>
            <a:pPr lvl="0"/>
            <a:r>
              <a:rPr lang="en-IN" dirty="0"/>
              <a:t>Lorem ipsum </a:t>
            </a:r>
            <a:r>
              <a:rPr lang="en-IN" dirty="0" err="1"/>
              <a:t>dolor</a:t>
            </a:r>
            <a:r>
              <a:rPr lang="en-IN" dirty="0"/>
              <a:t> sit </a:t>
            </a:r>
            <a:r>
              <a:rPr lang="en-IN" dirty="0" err="1"/>
              <a:t>amet</a:t>
            </a:r>
            <a:r>
              <a:rPr lang="en-IN" dirty="0"/>
              <a:t>, </a:t>
            </a:r>
            <a:r>
              <a:rPr lang="en-IN" dirty="0" err="1"/>
              <a:t>consectetur</a:t>
            </a:r>
            <a:r>
              <a:rPr lang="en-IN" dirty="0"/>
              <a:t> </a:t>
            </a:r>
            <a:r>
              <a:rPr lang="en-IN" dirty="0" err="1"/>
              <a:t>adipiscing</a:t>
            </a:r>
            <a:r>
              <a:rPr lang="en-IN" dirty="0"/>
              <a:t> </a:t>
            </a:r>
            <a:r>
              <a:rPr lang="en-IN" dirty="0" err="1"/>
              <a:t>elit</a:t>
            </a:r>
            <a:r>
              <a:rPr lang="en-IN" dirty="0"/>
              <a:t>, </a:t>
            </a:r>
            <a:r>
              <a:rPr lang="en-IN" dirty="0" err="1"/>
              <a:t>sed</a:t>
            </a:r>
            <a:r>
              <a:rPr lang="en-IN" dirty="0"/>
              <a:t> do </a:t>
            </a:r>
            <a:r>
              <a:rPr lang="en-IN" dirty="0" err="1"/>
              <a:t>eiusmod</a:t>
            </a:r>
            <a:r>
              <a:rPr lang="en-IN" dirty="0"/>
              <a:t> </a:t>
            </a:r>
            <a:r>
              <a:rPr lang="en-IN" dirty="0" err="1"/>
              <a:t>tempor</a:t>
            </a:r>
            <a:r>
              <a:rPr lang="en-IN" dirty="0"/>
              <a:t> </a:t>
            </a:r>
            <a:r>
              <a:rPr lang="en-IN" dirty="0" err="1"/>
              <a:t>incididunt</a:t>
            </a:r>
            <a:r>
              <a:rPr lang="en-IN" dirty="0"/>
              <a:t> </a:t>
            </a:r>
            <a:r>
              <a:rPr lang="en-IN" dirty="0" err="1"/>
              <a:t>ut</a:t>
            </a:r>
            <a:r>
              <a:rPr lang="en-IN" dirty="0"/>
              <a:t> </a:t>
            </a:r>
            <a:r>
              <a:rPr lang="en-IN" dirty="0" err="1"/>
              <a:t>labore</a:t>
            </a:r>
            <a:r>
              <a:rPr lang="en-IN" dirty="0"/>
              <a:t> et dolore magna </a:t>
            </a:r>
            <a:r>
              <a:rPr lang="en-IN" dirty="0" err="1"/>
              <a:t>aliqua</a:t>
            </a:r>
            <a:r>
              <a:rPr lang="en-IN" dirty="0"/>
              <a:t>. </a:t>
            </a:r>
            <a:endParaRPr lang="en-US" dirty="0"/>
          </a:p>
        </p:txBody>
      </p:sp>
      <p:cxnSp>
        <p:nvCxnSpPr>
          <p:cNvPr id="5" name="Straight Connector 4">
            <a:extLst>
              <a:ext uri="{FF2B5EF4-FFF2-40B4-BE49-F238E27FC236}">
                <a16:creationId xmlns:a16="http://schemas.microsoft.com/office/drawing/2014/main" id="{64BB08A7-EFFF-E144-B8F2-3D5B80F0DC46}"/>
              </a:ext>
              <a:ext uri="{C183D7F6-B498-43B3-948B-1728B52AA6E4}">
                <adec:decorative xmlns:adec="http://schemas.microsoft.com/office/drawing/2017/decorative" val="1"/>
              </a:ext>
            </a:extLst>
          </p:cNvPr>
          <p:cNvCxnSpPr>
            <a:cxnSpLocks/>
          </p:cNvCxnSpPr>
          <p:nvPr userDrawn="1"/>
        </p:nvCxnSpPr>
        <p:spPr>
          <a:xfrm>
            <a:off x="4003589" y="1588179"/>
            <a:ext cx="0" cy="4378421"/>
          </a:xfrm>
          <a:prstGeom prst="line">
            <a:avLst/>
          </a:prstGeom>
          <a:ln>
            <a:solidFill>
              <a:srgbClr val="AEA8A2">
                <a:alpha val="50000"/>
              </a:srgbClr>
            </a:solidFill>
          </a:ln>
        </p:spPr>
        <p:style>
          <a:lnRef idx="1">
            <a:schemeClr val="accent1"/>
          </a:lnRef>
          <a:fillRef idx="0">
            <a:schemeClr val="accent1"/>
          </a:fillRef>
          <a:effectRef idx="0">
            <a:schemeClr val="accent1"/>
          </a:effectRef>
          <a:fontRef idx="minor">
            <a:schemeClr val="tx1"/>
          </a:fontRef>
        </p:style>
      </p:cxnSp>
      <p:sp>
        <p:nvSpPr>
          <p:cNvPr id="22" name="Picture Placeholder 2">
            <a:extLst>
              <a:ext uri="{FF2B5EF4-FFF2-40B4-BE49-F238E27FC236}">
                <a16:creationId xmlns:a16="http://schemas.microsoft.com/office/drawing/2014/main" id="{00545EAB-02F2-4D35-839F-11095FE3779B}"/>
              </a:ext>
            </a:extLst>
          </p:cNvPr>
          <p:cNvSpPr>
            <a:spLocks noGrp="1" noChangeAspect="1"/>
          </p:cNvSpPr>
          <p:nvPr>
            <p:ph type="pic" sz="quarter" idx="33" hasCustomPrompt="1"/>
          </p:nvPr>
        </p:nvSpPr>
        <p:spPr>
          <a:xfrm>
            <a:off x="4797315" y="1917370"/>
            <a:ext cx="1893870" cy="1698098"/>
          </a:xfrm>
          <a:noFill/>
        </p:spPr>
        <p:txBody>
          <a:bodyPr/>
          <a:lstStyle>
            <a:lvl1pPr>
              <a:defRPr sz="1200" b="0" i="0">
                <a:latin typeface="Oracle Sans Light" panose="020B0403020204020204" pitchFamily="34" charset="0"/>
                <a:cs typeface="Oracle Sans Light" panose="020B0403020204020204" pitchFamily="34" charset="0"/>
              </a:defRPr>
            </a:lvl1pPr>
          </a:lstStyle>
          <a:p>
            <a:r>
              <a:rPr lang="en-US" dirty="0"/>
              <a:t>Click to insert icon</a:t>
            </a:r>
          </a:p>
        </p:txBody>
      </p:sp>
      <p:sp>
        <p:nvSpPr>
          <p:cNvPr id="23" name="Text Placeholder 21">
            <a:extLst>
              <a:ext uri="{FF2B5EF4-FFF2-40B4-BE49-F238E27FC236}">
                <a16:creationId xmlns:a16="http://schemas.microsoft.com/office/drawing/2014/main" id="{C85CBC82-72D6-46B3-9B52-627E5BC2BC55}"/>
              </a:ext>
            </a:extLst>
          </p:cNvPr>
          <p:cNvSpPr>
            <a:spLocks noGrp="1"/>
          </p:cNvSpPr>
          <p:nvPr>
            <p:ph type="body" sz="quarter" idx="34" hasCustomPrompt="1"/>
          </p:nvPr>
        </p:nvSpPr>
        <p:spPr>
          <a:xfrm>
            <a:off x="4797315" y="3983730"/>
            <a:ext cx="2276930" cy="323885"/>
          </a:xfrm>
          <a:prstGeom prst="rect">
            <a:avLst/>
          </a:prstGeom>
          <a:noFill/>
        </p:spPr>
        <p:txBody>
          <a:bodyPr lIns="0" tIns="0" rIns="0" bIns="0"/>
          <a:lstStyle>
            <a:lvl1pPr algn="l">
              <a:lnSpc>
                <a:spcPts val="1880"/>
              </a:lnSpc>
              <a:defRPr sz="1400" b="1" i="0">
                <a:solidFill>
                  <a:schemeClr val="tx1"/>
                </a:solidFill>
                <a:latin typeface="Oracle Sans" panose="020B0503020204020204" pitchFamily="34" charset="0"/>
                <a:cs typeface="Oracle Sans" panose="020B0503020204020204" pitchFamily="34" charset="0"/>
              </a:defRPr>
            </a:lvl1pPr>
          </a:lstStyle>
          <a:p>
            <a:pPr lvl="0"/>
            <a:r>
              <a:rPr lang="en-IN" dirty="0"/>
              <a:t>Subhead goes here.</a:t>
            </a:r>
            <a:endParaRPr lang="en-US" dirty="0"/>
          </a:p>
        </p:txBody>
      </p:sp>
      <p:sp>
        <p:nvSpPr>
          <p:cNvPr id="29" name="Text Placeholder 21">
            <a:extLst>
              <a:ext uri="{FF2B5EF4-FFF2-40B4-BE49-F238E27FC236}">
                <a16:creationId xmlns:a16="http://schemas.microsoft.com/office/drawing/2014/main" id="{0FA9D0FA-EA15-4919-BEB9-4C5EE9D8CDFF}"/>
              </a:ext>
            </a:extLst>
          </p:cNvPr>
          <p:cNvSpPr>
            <a:spLocks noGrp="1"/>
          </p:cNvSpPr>
          <p:nvPr>
            <p:ph type="body" sz="quarter" idx="35" hasCustomPrompt="1"/>
          </p:nvPr>
        </p:nvSpPr>
        <p:spPr>
          <a:xfrm>
            <a:off x="4797315" y="4377376"/>
            <a:ext cx="2276930" cy="1244947"/>
          </a:xfrm>
          <a:prstGeom prst="rect">
            <a:avLst/>
          </a:prstGeom>
          <a:noFill/>
        </p:spPr>
        <p:txBody>
          <a:bodyPr lIns="0" tIns="0" rIns="0" bIns="0"/>
          <a:lstStyle>
            <a:lvl1pPr algn="l">
              <a:lnSpc>
                <a:spcPct val="100000"/>
              </a:lnSpc>
              <a:defRPr sz="1200" b="0" i="0">
                <a:solidFill>
                  <a:schemeClr val="tx2"/>
                </a:solidFill>
                <a:latin typeface="Oracle Sans Light" panose="020B0403020204020204" pitchFamily="34" charset="0"/>
                <a:cs typeface="Oracle Sans Light" panose="020B0403020204020204" pitchFamily="34" charset="0"/>
              </a:defRPr>
            </a:lvl1pPr>
          </a:lstStyle>
          <a:p>
            <a:pPr lvl="0"/>
            <a:r>
              <a:rPr lang="en-IN" dirty="0"/>
              <a:t>Lorem ipsum </a:t>
            </a:r>
            <a:r>
              <a:rPr lang="en-IN" dirty="0" err="1"/>
              <a:t>dolor</a:t>
            </a:r>
            <a:r>
              <a:rPr lang="en-IN" dirty="0"/>
              <a:t> sit </a:t>
            </a:r>
            <a:r>
              <a:rPr lang="en-IN" dirty="0" err="1"/>
              <a:t>amet</a:t>
            </a:r>
            <a:r>
              <a:rPr lang="en-IN" dirty="0"/>
              <a:t>, </a:t>
            </a:r>
            <a:r>
              <a:rPr lang="en-IN" dirty="0" err="1"/>
              <a:t>consectetur</a:t>
            </a:r>
            <a:r>
              <a:rPr lang="en-IN" dirty="0"/>
              <a:t> </a:t>
            </a:r>
            <a:r>
              <a:rPr lang="en-IN" dirty="0" err="1"/>
              <a:t>adipiscing</a:t>
            </a:r>
            <a:r>
              <a:rPr lang="en-IN" dirty="0"/>
              <a:t> </a:t>
            </a:r>
            <a:r>
              <a:rPr lang="en-IN" dirty="0" err="1"/>
              <a:t>elit</a:t>
            </a:r>
            <a:r>
              <a:rPr lang="en-IN" dirty="0"/>
              <a:t>, </a:t>
            </a:r>
            <a:r>
              <a:rPr lang="en-IN" dirty="0" err="1"/>
              <a:t>sed</a:t>
            </a:r>
            <a:r>
              <a:rPr lang="en-IN" dirty="0"/>
              <a:t> do </a:t>
            </a:r>
            <a:r>
              <a:rPr lang="en-IN" dirty="0" err="1"/>
              <a:t>eiusmod</a:t>
            </a:r>
            <a:r>
              <a:rPr lang="en-IN" dirty="0"/>
              <a:t> </a:t>
            </a:r>
            <a:r>
              <a:rPr lang="en-IN" dirty="0" err="1"/>
              <a:t>tempor</a:t>
            </a:r>
            <a:r>
              <a:rPr lang="en-IN" dirty="0"/>
              <a:t> </a:t>
            </a:r>
            <a:r>
              <a:rPr lang="en-IN" dirty="0" err="1"/>
              <a:t>incididunt</a:t>
            </a:r>
            <a:r>
              <a:rPr lang="en-IN" dirty="0"/>
              <a:t> </a:t>
            </a:r>
            <a:r>
              <a:rPr lang="en-IN" dirty="0" err="1"/>
              <a:t>ut</a:t>
            </a:r>
            <a:r>
              <a:rPr lang="en-IN" dirty="0"/>
              <a:t> </a:t>
            </a:r>
            <a:r>
              <a:rPr lang="en-IN" dirty="0" err="1"/>
              <a:t>labore</a:t>
            </a:r>
            <a:r>
              <a:rPr lang="en-IN" dirty="0"/>
              <a:t> et dolore magna </a:t>
            </a:r>
            <a:r>
              <a:rPr lang="en-IN" dirty="0" err="1"/>
              <a:t>aliqua</a:t>
            </a:r>
            <a:r>
              <a:rPr lang="en-IN" dirty="0"/>
              <a:t>. </a:t>
            </a:r>
            <a:endParaRPr lang="en-US" dirty="0"/>
          </a:p>
        </p:txBody>
      </p:sp>
      <p:cxnSp>
        <p:nvCxnSpPr>
          <p:cNvPr id="28" name="Straight Connector 27">
            <a:extLst>
              <a:ext uri="{FF2B5EF4-FFF2-40B4-BE49-F238E27FC236}">
                <a16:creationId xmlns:a16="http://schemas.microsoft.com/office/drawing/2014/main" id="{A0082647-1E21-E741-BAE0-54CD63A1A8A2}"/>
              </a:ext>
              <a:ext uri="{C183D7F6-B498-43B3-948B-1728B52AA6E4}">
                <adec:decorative xmlns:adec="http://schemas.microsoft.com/office/drawing/2017/decorative" val="1"/>
              </a:ext>
            </a:extLst>
          </p:cNvPr>
          <p:cNvCxnSpPr>
            <a:cxnSpLocks/>
          </p:cNvCxnSpPr>
          <p:nvPr userDrawn="1"/>
        </p:nvCxnSpPr>
        <p:spPr>
          <a:xfrm>
            <a:off x="7863016" y="1588179"/>
            <a:ext cx="0" cy="4378421"/>
          </a:xfrm>
          <a:prstGeom prst="line">
            <a:avLst/>
          </a:prstGeom>
          <a:ln>
            <a:solidFill>
              <a:srgbClr val="AEA8A2">
                <a:alpha val="50000"/>
              </a:srgbClr>
            </a:solidFill>
          </a:ln>
        </p:spPr>
        <p:style>
          <a:lnRef idx="1">
            <a:schemeClr val="accent1"/>
          </a:lnRef>
          <a:fillRef idx="0">
            <a:schemeClr val="accent1"/>
          </a:fillRef>
          <a:effectRef idx="0">
            <a:schemeClr val="accent1"/>
          </a:effectRef>
          <a:fontRef idx="minor">
            <a:schemeClr val="tx1"/>
          </a:fontRef>
        </p:style>
      </p:cxnSp>
      <p:sp>
        <p:nvSpPr>
          <p:cNvPr id="30" name="Picture Placeholder 2">
            <a:extLst>
              <a:ext uri="{FF2B5EF4-FFF2-40B4-BE49-F238E27FC236}">
                <a16:creationId xmlns:a16="http://schemas.microsoft.com/office/drawing/2014/main" id="{7E0E7E15-3D7B-4123-8321-B073C59133A1}"/>
              </a:ext>
            </a:extLst>
          </p:cNvPr>
          <p:cNvSpPr>
            <a:spLocks noGrp="1" noChangeAspect="1"/>
          </p:cNvSpPr>
          <p:nvPr>
            <p:ph type="pic" sz="quarter" idx="36" hasCustomPrompt="1"/>
          </p:nvPr>
        </p:nvSpPr>
        <p:spPr>
          <a:xfrm>
            <a:off x="8645868" y="1917370"/>
            <a:ext cx="1893870" cy="1698098"/>
          </a:xfrm>
          <a:noFill/>
        </p:spPr>
        <p:txBody>
          <a:bodyPr/>
          <a:lstStyle>
            <a:lvl1pPr>
              <a:defRPr sz="1200" b="0" i="0">
                <a:latin typeface="Oracle Sans Light" panose="020B0403020204020204" pitchFamily="34" charset="0"/>
                <a:cs typeface="Oracle Sans Light" panose="020B0403020204020204" pitchFamily="34" charset="0"/>
              </a:defRPr>
            </a:lvl1pPr>
          </a:lstStyle>
          <a:p>
            <a:r>
              <a:rPr lang="en-US" dirty="0"/>
              <a:t>Click to insert icon</a:t>
            </a:r>
          </a:p>
        </p:txBody>
      </p:sp>
      <p:sp>
        <p:nvSpPr>
          <p:cNvPr id="31" name="Text Placeholder 21">
            <a:extLst>
              <a:ext uri="{FF2B5EF4-FFF2-40B4-BE49-F238E27FC236}">
                <a16:creationId xmlns:a16="http://schemas.microsoft.com/office/drawing/2014/main" id="{8C820BCB-F093-47C5-A402-60E80288139D}"/>
              </a:ext>
            </a:extLst>
          </p:cNvPr>
          <p:cNvSpPr>
            <a:spLocks noGrp="1"/>
          </p:cNvSpPr>
          <p:nvPr>
            <p:ph type="body" sz="quarter" idx="37" hasCustomPrompt="1"/>
          </p:nvPr>
        </p:nvSpPr>
        <p:spPr>
          <a:xfrm>
            <a:off x="8648346" y="3983730"/>
            <a:ext cx="2276930" cy="323885"/>
          </a:xfrm>
          <a:prstGeom prst="rect">
            <a:avLst/>
          </a:prstGeom>
          <a:noFill/>
        </p:spPr>
        <p:txBody>
          <a:bodyPr lIns="0" tIns="0" rIns="0" bIns="0"/>
          <a:lstStyle>
            <a:lvl1pPr algn="l">
              <a:lnSpc>
                <a:spcPts val="1880"/>
              </a:lnSpc>
              <a:defRPr sz="1400" b="1" i="0">
                <a:solidFill>
                  <a:schemeClr val="tx1"/>
                </a:solidFill>
                <a:latin typeface="Oracle Sans" panose="020B0503020204020204" pitchFamily="34" charset="0"/>
                <a:cs typeface="Oracle Sans" panose="020B0503020204020204" pitchFamily="34" charset="0"/>
              </a:defRPr>
            </a:lvl1pPr>
          </a:lstStyle>
          <a:p>
            <a:pPr lvl="0"/>
            <a:r>
              <a:rPr lang="en-IN" dirty="0"/>
              <a:t>Subhead goes here.</a:t>
            </a:r>
            <a:endParaRPr lang="en-US" dirty="0"/>
          </a:p>
        </p:txBody>
      </p:sp>
      <p:sp>
        <p:nvSpPr>
          <p:cNvPr id="32" name="Text Placeholder 21">
            <a:extLst>
              <a:ext uri="{FF2B5EF4-FFF2-40B4-BE49-F238E27FC236}">
                <a16:creationId xmlns:a16="http://schemas.microsoft.com/office/drawing/2014/main" id="{F1AF7868-3C5C-49BB-8190-B4107C4DC70C}"/>
              </a:ext>
            </a:extLst>
          </p:cNvPr>
          <p:cNvSpPr>
            <a:spLocks noGrp="1"/>
          </p:cNvSpPr>
          <p:nvPr>
            <p:ph type="body" sz="quarter" idx="38" hasCustomPrompt="1"/>
          </p:nvPr>
        </p:nvSpPr>
        <p:spPr>
          <a:xfrm>
            <a:off x="8648346" y="4377376"/>
            <a:ext cx="2276930" cy="1244947"/>
          </a:xfrm>
          <a:prstGeom prst="rect">
            <a:avLst/>
          </a:prstGeom>
          <a:noFill/>
        </p:spPr>
        <p:txBody>
          <a:bodyPr lIns="0" tIns="0" rIns="0" bIns="0"/>
          <a:lstStyle>
            <a:lvl1pPr algn="l">
              <a:lnSpc>
                <a:spcPct val="100000"/>
              </a:lnSpc>
              <a:defRPr sz="1200" b="0" i="0">
                <a:solidFill>
                  <a:schemeClr val="tx2"/>
                </a:solidFill>
                <a:latin typeface="Oracle Sans Light" panose="020B0403020204020204" pitchFamily="34" charset="0"/>
                <a:cs typeface="Oracle Sans Light" panose="020B0403020204020204" pitchFamily="34" charset="0"/>
              </a:defRPr>
            </a:lvl1pPr>
          </a:lstStyle>
          <a:p>
            <a:pPr lvl="0"/>
            <a:r>
              <a:rPr lang="en-IN" dirty="0"/>
              <a:t>Lorem ipsum </a:t>
            </a:r>
            <a:r>
              <a:rPr lang="en-IN" dirty="0" err="1"/>
              <a:t>dolor</a:t>
            </a:r>
            <a:r>
              <a:rPr lang="en-IN" dirty="0"/>
              <a:t> sit </a:t>
            </a:r>
            <a:r>
              <a:rPr lang="en-IN" dirty="0" err="1"/>
              <a:t>amet</a:t>
            </a:r>
            <a:r>
              <a:rPr lang="en-IN" dirty="0"/>
              <a:t>, </a:t>
            </a:r>
            <a:r>
              <a:rPr lang="en-IN" dirty="0" err="1"/>
              <a:t>consectetur</a:t>
            </a:r>
            <a:r>
              <a:rPr lang="en-IN" dirty="0"/>
              <a:t> </a:t>
            </a:r>
            <a:r>
              <a:rPr lang="en-IN" dirty="0" err="1"/>
              <a:t>adipiscing</a:t>
            </a:r>
            <a:r>
              <a:rPr lang="en-IN" dirty="0"/>
              <a:t> </a:t>
            </a:r>
            <a:r>
              <a:rPr lang="en-IN" dirty="0" err="1"/>
              <a:t>elit</a:t>
            </a:r>
            <a:r>
              <a:rPr lang="en-IN" dirty="0"/>
              <a:t>, </a:t>
            </a:r>
            <a:r>
              <a:rPr lang="en-IN" dirty="0" err="1"/>
              <a:t>sed</a:t>
            </a:r>
            <a:r>
              <a:rPr lang="en-IN" dirty="0"/>
              <a:t> do </a:t>
            </a:r>
            <a:r>
              <a:rPr lang="en-IN" dirty="0" err="1"/>
              <a:t>eiusmod</a:t>
            </a:r>
            <a:r>
              <a:rPr lang="en-IN" dirty="0"/>
              <a:t> </a:t>
            </a:r>
            <a:r>
              <a:rPr lang="en-IN" dirty="0" err="1"/>
              <a:t>tempor</a:t>
            </a:r>
            <a:r>
              <a:rPr lang="en-IN" dirty="0"/>
              <a:t> </a:t>
            </a:r>
            <a:r>
              <a:rPr lang="en-IN" dirty="0" err="1"/>
              <a:t>incididunt</a:t>
            </a:r>
            <a:r>
              <a:rPr lang="en-IN" dirty="0"/>
              <a:t> </a:t>
            </a:r>
            <a:r>
              <a:rPr lang="en-IN" dirty="0" err="1"/>
              <a:t>ut</a:t>
            </a:r>
            <a:r>
              <a:rPr lang="en-IN" dirty="0"/>
              <a:t> </a:t>
            </a:r>
            <a:r>
              <a:rPr lang="en-IN" dirty="0" err="1"/>
              <a:t>labore</a:t>
            </a:r>
            <a:r>
              <a:rPr lang="en-IN" dirty="0"/>
              <a:t> et dolore magna </a:t>
            </a:r>
            <a:r>
              <a:rPr lang="en-IN" dirty="0" err="1"/>
              <a:t>aliqua</a:t>
            </a:r>
            <a:r>
              <a:rPr lang="en-IN" dirty="0"/>
              <a:t>. </a:t>
            </a:r>
            <a:endParaRPr lang="en-US" dirty="0"/>
          </a:p>
        </p:txBody>
      </p:sp>
      <p:sp>
        <p:nvSpPr>
          <p:cNvPr id="4" name="Slide Number Placeholder 5">
            <a:extLst>
              <a:ext uri="{FF2B5EF4-FFF2-40B4-BE49-F238E27FC236}">
                <a16:creationId xmlns:a16="http://schemas.microsoft.com/office/drawing/2014/main" id="{AE1C95CF-F269-5F1F-6878-E31BB7E6DA51}"/>
              </a:ext>
            </a:extLst>
          </p:cNvPr>
          <p:cNvSpPr>
            <a:spLocks noGrp="1"/>
          </p:cNvSpPr>
          <p:nvPr>
            <p:ph type="sldNum" sz="quarter" idx="40"/>
          </p:nvPr>
        </p:nvSpPr>
        <p:spPr>
          <a:xfrm>
            <a:off x="762000" y="6423660"/>
            <a:ext cx="365760" cy="365760"/>
          </a:xfrm>
        </p:spPr>
        <p:txBody>
          <a:bodyPr/>
          <a:lstStyle>
            <a:lvl1pPr>
              <a:defRPr>
                <a:solidFill>
                  <a:srgbClr val="8B8580"/>
                </a:solidFill>
              </a:defRPr>
            </a:lvl1pPr>
          </a:lstStyle>
          <a:p>
            <a:fld id="{345D60D9-5372-5F40-9443-0F9AE5BDC3C8}" type="slidenum">
              <a:rPr lang="en-US" smtClean="0"/>
              <a:pPr/>
              <a:t>‹#›</a:t>
            </a:fld>
            <a:endParaRPr lang="en-US" dirty="0"/>
          </a:p>
        </p:txBody>
      </p:sp>
      <p:sp>
        <p:nvSpPr>
          <p:cNvPr id="6" name="Footer Placeholder 4">
            <a:extLst>
              <a:ext uri="{FF2B5EF4-FFF2-40B4-BE49-F238E27FC236}">
                <a16:creationId xmlns:a16="http://schemas.microsoft.com/office/drawing/2014/main" id="{4A0783C2-2CC2-5640-FD6B-DEB62ABFFB97}"/>
              </a:ext>
            </a:extLst>
          </p:cNvPr>
          <p:cNvSpPr>
            <a:spLocks noGrp="1"/>
          </p:cNvSpPr>
          <p:nvPr>
            <p:ph type="ftr" sz="quarter" idx="39"/>
          </p:nvPr>
        </p:nvSpPr>
        <p:spPr>
          <a:xfrm>
            <a:off x="1127759" y="6423978"/>
            <a:ext cx="5745379" cy="365125"/>
          </a:xfrm>
        </p:spPr>
        <p:txBody>
          <a:bodyPr/>
          <a:lstStyle>
            <a:lvl1pPr>
              <a:defRPr>
                <a:solidFill>
                  <a:srgbClr val="8B8580"/>
                </a:solidFill>
              </a:defRPr>
            </a:lvl1pPr>
          </a:lstStyle>
          <a:p>
            <a:r>
              <a:rPr lang="en-US"/>
              <a:t>Copyright © 2025, Oracle and/or its affiliates |  Confidential: Internal/Restricted/Highly Restricted</a:t>
            </a:r>
            <a:endParaRPr lang="en-US" dirty="0"/>
          </a:p>
        </p:txBody>
      </p:sp>
      <p:sp>
        <p:nvSpPr>
          <p:cNvPr id="7" name="Date Placeholder 3">
            <a:extLst>
              <a:ext uri="{FF2B5EF4-FFF2-40B4-BE49-F238E27FC236}">
                <a16:creationId xmlns:a16="http://schemas.microsoft.com/office/drawing/2014/main" id="{6C7FE1B8-D108-64BE-0789-76ACB40807F7}"/>
              </a:ext>
            </a:extLst>
          </p:cNvPr>
          <p:cNvSpPr>
            <a:spLocks noGrp="1"/>
          </p:cNvSpPr>
          <p:nvPr>
            <p:ph type="dt" sz="half" idx="41"/>
          </p:nvPr>
        </p:nvSpPr>
        <p:spPr>
          <a:xfrm>
            <a:off x="6873138" y="6425604"/>
            <a:ext cx="2743200" cy="363500"/>
          </a:xfrm>
        </p:spPr>
        <p:txBody>
          <a:bodyPr/>
          <a:lstStyle>
            <a:lvl1pPr>
              <a:defRPr>
                <a:solidFill>
                  <a:srgbClr val="8B8580"/>
                </a:solidFill>
              </a:defRPr>
            </a:lvl1pPr>
          </a:lstStyle>
          <a:p>
            <a:r>
              <a:rPr lang="en-US"/>
              <a:t>[Date]</a:t>
            </a:r>
            <a:endParaRPr lang="en-US" dirty="0"/>
          </a:p>
        </p:txBody>
      </p:sp>
    </p:spTree>
    <p:extLst>
      <p:ext uri="{BB962C8B-B14F-4D97-AF65-F5344CB8AC3E}">
        <p14:creationId xmlns:p14="http://schemas.microsoft.com/office/powerpoint/2010/main" val="1289974976"/>
      </p:ext>
    </p:extLst>
  </p:cSld>
  <p:clrMapOvr>
    <a:overrideClrMapping bg1="lt1" tx1="dk1" bg2="lt2" tx2="dk2" accent1="accent1" accent2="accent2" accent3="accent3" accent4="accent4" accent5="accent5" accent6="accent6" hlink="hlink" folHlink="folHlink"/>
  </p:clrMapOvr>
  <p:transition>
    <p:fade/>
  </p:transition>
  <p:extLst>
    <p:ext uri="{DCECCB84-F9BA-43D5-87BE-67443E8EF086}">
      <p15:sldGuideLst xmlns:p15="http://schemas.microsoft.com/office/powerpoint/2012/main">
        <p15:guide id="1" orient="horz" pos="2160">
          <p15:clr>
            <a:srgbClr val="FBAE40"/>
          </p15:clr>
        </p15:guide>
        <p15:guide id="2" pos="3840">
          <p15:clr>
            <a:srgbClr val="FBAE40"/>
          </p15:clr>
        </p15:guide>
      </p15:sldGuideLst>
    </p:ext>
  </p:extLst>
</p:sldLayout>
</file>

<file path=ppt/slideLayouts/slideLayout37.xml><?xml version="1.0" encoding="utf-8"?>
<p:sldLayout xmlns:a="http://schemas.openxmlformats.org/drawingml/2006/main" xmlns:r="http://schemas.openxmlformats.org/officeDocument/2006/relationships" xmlns:p="http://schemas.openxmlformats.org/presentationml/2006/main" preserve="1" userDrawn="1">
  <p:cSld name="3 Icons + Short Copy_Bark">
    <p:bg>
      <p:bgRef idx="1001">
        <a:schemeClr val="bg1"/>
      </p:bgRef>
    </p:bg>
    <p:spTree>
      <p:nvGrpSpPr>
        <p:cNvPr id="1" name=""/>
        <p:cNvGrpSpPr/>
        <p:nvPr/>
      </p:nvGrpSpPr>
      <p:grpSpPr>
        <a:xfrm>
          <a:off x="0" y="0"/>
          <a:ext cx="0" cy="0"/>
          <a:chOff x="0" y="0"/>
          <a:chExt cx="0" cy="0"/>
        </a:xfrm>
      </p:grpSpPr>
      <p:sp>
        <p:nvSpPr>
          <p:cNvPr id="8" name="Title 7">
            <a:extLst>
              <a:ext uri="{FF2B5EF4-FFF2-40B4-BE49-F238E27FC236}">
                <a16:creationId xmlns:a16="http://schemas.microsoft.com/office/drawing/2014/main" id="{358B48DD-4D54-4AC7-8AB9-59BEB3B7003A}"/>
              </a:ext>
            </a:extLst>
          </p:cNvPr>
          <p:cNvSpPr>
            <a:spLocks noGrp="1"/>
          </p:cNvSpPr>
          <p:nvPr>
            <p:ph type="title" hasCustomPrompt="1"/>
          </p:nvPr>
        </p:nvSpPr>
        <p:spPr/>
        <p:txBody>
          <a:bodyPr/>
          <a:lstStyle>
            <a:lvl1pPr>
              <a:defRPr b="1" i="0">
                <a:latin typeface="Oracle Sans Tab" panose="020B0503020204020204" pitchFamily="34" charset="0"/>
                <a:cs typeface="Oracle Sans Tab" panose="020B0503020204020204" pitchFamily="34" charset="0"/>
              </a:defRPr>
            </a:lvl1pPr>
          </a:lstStyle>
          <a:p>
            <a:r>
              <a:rPr lang="en-US" dirty="0"/>
              <a:t>Title</a:t>
            </a:r>
          </a:p>
        </p:txBody>
      </p:sp>
      <p:sp>
        <p:nvSpPr>
          <p:cNvPr id="18" name="Picture Placeholder 2">
            <a:extLst>
              <a:ext uri="{FF2B5EF4-FFF2-40B4-BE49-F238E27FC236}">
                <a16:creationId xmlns:a16="http://schemas.microsoft.com/office/drawing/2014/main" id="{6A71FCB8-1058-4D1C-AED7-FAA7D744D71E}"/>
              </a:ext>
            </a:extLst>
          </p:cNvPr>
          <p:cNvSpPr>
            <a:spLocks noGrp="1" noChangeAspect="1"/>
          </p:cNvSpPr>
          <p:nvPr>
            <p:ph type="pic" sz="quarter" idx="26" hasCustomPrompt="1"/>
          </p:nvPr>
        </p:nvSpPr>
        <p:spPr>
          <a:xfrm>
            <a:off x="897834" y="1903921"/>
            <a:ext cx="1893870" cy="1698098"/>
          </a:xfrm>
          <a:noFill/>
        </p:spPr>
        <p:txBody>
          <a:bodyPr/>
          <a:lstStyle>
            <a:lvl1pPr>
              <a:defRPr sz="1200" b="0" i="0">
                <a:latin typeface="Oracle Sans Light" panose="020B0403020204020204" pitchFamily="34" charset="0"/>
                <a:cs typeface="Oracle Sans Light" panose="020B0403020204020204" pitchFamily="34" charset="0"/>
              </a:defRPr>
            </a:lvl1pPr>
          </a:lstStyle>
          <a:p>
            <a:r>
              <a:rPr lang="en-US" dirty="0"/>
              <a:t>Click to insert icon</a:t>
            </a:r>
          </a:p>
        </p:txBody>
      </p:sp>
      <p:sp>
        <p:nvSpPr>
          <p:cNvPr id="19" name="Text Placeholder 21">
            <a:extLst>
              <a:ext uri="{FF2B5EF4-FFF2-40B4-BE49-F238E27FC236}">
                <a16:creationId xmlns:a16="http://schemas.microsoft.com/office/drawing/2014/main" id="{86408202-D3B4-402D-BC69-53C3509E8A7B}"/>
              </a:ext>
            </a:extLst>
          </p:cNvPr>
          <p:cNvSpPr>
            <a:spLocks noGrp="1"/>
          </p:cNvSpPr>
          <p:nvPr>
            <p:ph type="body" sz="quarter" idx="25" hasCustomPrompt="1"/>
          </p:nvPr>
        </p:nvSpPr>
        <p:spPr>
          <a:xfrm>
            <a:off x="911114" y="3983730"/>
            <a:ext cx="2276930" cy="323885"/>
          </a:xfrm>
          <a:prstGeom prst="rect">
            <a:avLst/>
          </a:prstGeom>
          <a:noFill/>
        </p:spPr>
        <p:txBody>
          <a:bodyPr lIns="0" tIns="0" rIns="0" bIns="0"/>
          <a:lstStyle>
            <a:lvl1pPr algn="l">
              <a:lnSpc>
                <a:spcPts val="1880"/>
              </a:lnSpc>
              <a:defRPr sz="1400" b="1" i="0">
                <a:solidFill>
                  <a:schemeClr val="tx1"/>
                </a:solidFill>
                <a:latin typeface="Oracle Sans" panose="020B0503020204020204" pitchFamily="34" charset="0"/>
                <a:cs typeface="Oracle Sans" panose="020B0503020204020204" pitchFamily="34" charset="0"/>
              </a:defRPr>
            </a:lvl1pPr>
          </a:lstStyle>
          <a:p>
            <a:pPr lvl="0"/>
            <a:r>
              <a:rPr lang="en-IN" dirty="0"/>
              <a:t>Subhead goes here.</a:t>
            </a:r>
            <a:endParaRPr lang="en-US" dirty="0"/>
          </a:p>
        </p:txBody>
      </p:sp>
      <p:sp>
        <p:nvSpPr>
          <p:cNvPr id="21" name="Text Placeholder 21">
            <a:extLst>
              <a:ext uri="{FF2B5EF4-FFF2-40B4-BE49-F238E27FC236}">
                <a16:creationId xmlns:a16="http://schemas.microsoft.com/office/drawing/2014/main" id="{5CF397F4-2EE2-483E-8C39-8DB6BD107811}"/>
              </a:ext>
            </a:extLst>
          </p:cNvPr>
          <p:cNvSpPr>
            <a:spLocks noGrp="1"/>
          </p:cNvSpPr>
          <p:nvPr>
            <p:ph type="body" sz="quarter" idx="24" hasCustomPrompt="1"/>
          </p:nvPr>
        </p:nvSpPr>
        <p:spPr>
          <a:xfrm>
            <a:off x="911114" y="4377376"/>
            <a:ext cx="2276930" cy="1244947"/>
          </a:xfrm>
          <a:prstGeom prst="rect">
            <a:avLst/>
          </a:prstGeom>
          <a:noFill/>
        </p:spPr>
        <p:txBody>
          <a:bodyPr lIns="0" tIns="0" rIns="0" bIns="0"/>
          <a:lstStyle>
            <a:lvl1pPr algn="l">
              <a:lnSpc>
                <a:spcPct val="100000"/>
              </a:lnSpc>
              <a:defRPr sz="1200" b="0" i="0">
                <a:solidFill>
                  <a:schemeClr val="tx2"/>
                </a:solidFill>
                <a:latin typeface="Oracle Sans Light" panose="020B0403020204020204" pitchFamily="34" charset="0"/>
                <a:cs typeface="Oracle Sans Light" panose="020B0403020204020204" pitchFamily="34" charset="0"/>
              </a:defRPr>
            </a:lvl1pPr>
          </a:lstStyle>
          <a:p>
            <a:pPr lvl="0"/>
            <a:r>
              <a:rPr lang="en-IN" dirty="0"/>
              <a:t>Lorem ipsum </a:t>
            </a:r>
            <a:r>
              <a:rPr lang="en-IN" dirty="0" err="1"/>
              <a:t>dolor</a:t>
            </a:r>
            <a:r>
              <a:rPr lang="en-IN" dirty="0"/>
              <a:t> sit </a:t>
            </a:r>
            <a:r>
              <a:rPr lang="en-IN" dirty="0" err="1"/>
              <a:t>amet</a:t>
            </a:r>
            <a:r>
              <a:rPr lang="en-IN" dirty="0"/>
              <a:t>, </a:t>
            </a:r>
            <a:r>
              <a:rPr lang="en-IN" dirty="0" err="1"/>
              <a:t>consectetur</a:t>
            </a:r>
            <a:r>
              <a:rPr lang="en-IN" dirty="0"/>
              <a:t> </a:t>
            </a:r>
            <a:r>
              <a:rPr lang="en-IN" dirty="0" err="1"/>
              <a:t>adipiscing</a:t>
            </a:r>
            <a:r>
              <a:rPr lang="en-IN" dirty="0"/>
              <a:t> </a:t>
            </a:r>
            <a:r>
              <a:rPr lang="en-IN" dirty="0" err="1"/>
              <a:t>elit</a:t>
            </a:r>
            <a:r>
              <a:rPr lang="en-IN" dirty="0"/>
              <a:t>, </a:t>
            </a:r>
            <a:r>
              <a:rPr lang="en-IN" dirty="0" err="1"/>
              <a:t>sed</a:t>
            </a:r>
            <a:r>
              <a:rPr lang="en-IN" dirty="0"/>
              <a:t> do </a:t>
            </a:r>
            <a:r>
              <a:rPr lang="en-IN" dirty="0" err="1"/>
              <a:t>eiusmod</a:t>
            </a:r>
            <a:r>
              <a:rPr lang="en-IN" dirty="0"/>
              <a:t> </a:t>
            </a:r>
            <a:r>
              <a:rPr lang="en-IN" dirty="0" err="1"/>
              <a:t>tempor</a:t>
            </a:r>
            <a:r>
              <a:rPr lang="en-IN" dirty="0"/>
              <a:t> </a:t>
            </a:r>
            <a:r>
              <a:rPr lang="en-IN" dirty="0" err="1"/>
              <a:t>incididunt</a:t>
            </a:r>
            <a:r>
              <a:rPr lang="en-IN" dirty="0"/>
              <a:t> </a:t>
            </a:r>
            <a:r>
              <a:rPr lang="en-IN" dirty="0" err="1"/>
              <a:t>ut</a:t>
            </a:r>
            <a:r>
              <a:rPr lang="en-IN" dirty="0"/>
              <a:t> </a:t>
            </a:r>
            <a:r>
              <a:rPr lang="en-IN" dirty="0" err="1"/>
              <a:t>labore</a:t>
            </a:r>
            <a:r>
              <a:rPr lang="en-IN" dirty="0"/>
              <a:t> et dolore magna </a:t>
            </a:r>
            <a:r>
              <a:rPr lang="en-IN" dirty="0" err="1"/>
              <a:t>aliqua</a:t>
            </a:r>
            <a:r>
              <a:rPr lang="en-IN" dirty="0"/>
              <a:t>. </a:t>
            </a:r>
            <a:endParaRPr lang="en-US" dirty="0"/>
          </a:p>
        </p:txBody>
      </p:sp>
      <p:cxnSp>
        <p:nvCxnSpPr>
          <p:cNvPr id="22" name="Straight Connector 21">
            <a:extLst>
              <a:ext uri="{FF2B5EF4-FFF2-40B4-BE49-F238E27FC236}">
                <a16:creationId xmlns:a16="http://schemas.microsoft.com/office/drawing/2014/main" id="{1208D043-EF97-4765-9F13-A77BC3793B55}"/>
              </a:ext>
              <a:ext uri="{C183D7F6-B498-43B3-948B-1728B52AA6E4}">
                <adec:decorative xmlns:adec="http://schemas.microsoft.com/office/drawing/2017/decorative" val="1"/>
              </a:ext>
            </a:extLst>
          </p:cNvPr>
          <p:cNvCxnSpPr>
            <a:cxnSpLocks/>
          </p:cNvCxnSpPr>
          <p:nvPr userDrawn="1"/>
        </p:nvCxnSpPr>
        <p:spPr>
          <a:xfrm>
            <a:off x="4003589" y="1588179"/>
            <a:ext cx="0" cy="4378421"/>
          </a:xfrm>
          <a:prstGeom prst="line">
            <a:avLst/>
          </a:prstGeom>
          <a:ln>
            <a:solidFill>
              <a:srgbClr val="AEA8A2">
                <a:alpha val="50000"/>
              </a:srgbClr>
            </a:solidFill>
          </a:ln>
        </p:spPr>
        <p:style>
          <a:lnRef idx="1">
            <a:schemeClr val="accent1"/>
          </a:lnRef>
          <a:fillRef idx="0">
            <a:schemeClr val="accent1"/>
          </a:fillRef>
          <a:effectRef idx="0">
            <a:schemeClr val="accent1"/>
          </a:effectRef>
          <a:fontRef idx="minor">
            <a:schemeClr val="tx1"/>
          </a:fontRef>
        </p:style>
      </p:cxnSp>
      <p:sp>
        <p:nvSpPr>
          <p:cNvPr id="23" name="Picture Placeholder 2">
            <a:extLst>
              <a:ext uri="{FF2B5EF4-FFF2-40B4-BE49-F238E27FC236}">
                <a16:creationId xmlns:a16="http://schemas.microsoft.com/office/drawing/2014/main" id="{84092946-3931-41BA-A9C4-E37BA2482561}"/>
              </a:ext>
            </a:extLst>
          </p:cNvPr>
          <p:cNvSpPr>
            <a:spLocks noGrp="1" noChangeAspect="1"/>
          </p:cNvSpPr>
          <p:nvPr>
            <p:ph type="pic" sz="quarter" idx="36" hasCustomPrompt="1"/>
          </p:nvPr>
        </p:nvSpPr>
        <p:spPr>
          <a:xfrm>
            <a:off x="4757260" y="1903856"/>
            <a:ext cx="1893870" cy="1698098"/>
          </a:xfrm>
          <a:noFill/>
        </p:spPr>
        <p:txBody>
          <a:bodyPr/>
          <a:lstStyle>
            <a:lvl1pPr>
              <a:defRPr sz="1200" b="0" i="0">
                <a:latin typeface="Oracle Sans Light" panose="020B0403020204020204" pitchFamily="34" charset="0"/>
                <a:cs typeface="Oracle Sans Light" panose="020B0403020204020204" pitchFamily="34" charset="0"/>
              </a:defRPr>
            </a:lvl1pPr>
          </a:lstStyle>
          <a:p>
            <a:r>
              <a:rPr lang="en-US" dirty="0"/>
              <a:t>Click to insert icon</a:t>
            </a:r>
          </a:p>
        </p:txBody>
      </p:sp>
      <p:sp>
        <p:nvSpPr>
          <p:cNvPr id="29" name="Text Placeholder 21">
            <a:extLst>
              <a:ext uri="{FF2B5EF4-FFF2-40B4-BE49-F238E27FC236}">
                <a16:creationId xmlns:a16="http://schemas.microsoft.com/office/drawing/2014/main" id="{7A2A35E2-8BA7-45B3-B02C-B531B503587A}"/>
              </a:ext>
            </a:extLst>
          </p:cNvPr>
          <p:cNvSpPr>
            <a:spLocks noGrp="1"/>
          </p:cNvSpPr>
          <p:nvPr>
            <p:ph type="body" sz="quarter" idx="37" hasCustomPrompt="1"/>
          </p:nvPr>
        </p:nvSpPr>
        <p:spPr>
          <a:xfrm>
            <a:off x="4797315" y="3983730"/>
            <a:ext cx="2276930" cy="323885"/>
          </a:xfrm>
          <a:prstGeom prst="rect">
            <a:avLst/>
          </a:prstGeom>
          <a:noFill/>
        </p:spPr>
        <p:txBody>
          <a:bodyPr lIns="0" tIns="0" rIns="0" bIns="0"/>
          <a:lstStyle>
            <a:lvl1pPr algn="l">
              <a:lnSpc>
                <a:spcPts val="1880"/>
              </a:lnSpc>
              <a:defRPr sz="1400" b="1" i="0">
                <a:solidFill>
                  <a:schemeClr val="tx1"/>
                </a:solidFill>
                <a:latin typeface="Oracle Sans" panose="020B0503020204020204" pitchFamily="34" charset="0"/>
                <a:cs typeface="Oracle Sans" panose="020B0503020204020204" pitchFamily="34" charset="0"/>
              </a:defRPr>
            </a:lvl1pPr>
          </a:lstStyle>
          <a:p>
            <a:pPr lvl="0"/>
            <a:r>
              <a:rPr lang="en-IN" dirty="0"/>
              <a:t>Subhead goes here.</a:t>
            </a:r>
            <a:endParaRPr lang="en-US" dirty="0"/>
          </a:p>
        </p:txBody>
      </p:sp>
      <p:sp>
        <p:nvSpPr>
          <p:cNvPr id="30" name="Text Placeholder 21">
            <a:extLst>
              <a:ext uri="{FF2B5EF4-FFF2-40B4-BE49-F238E27FC236}">
                <a16:creationId xmlns:a16="http://schemas.microsoft.com/office/drawing/2014/main" id="{B0D928C5-7B1B-4A74-A1EB-B0C408189CAC}"/>
              </a:ext>
            </a:extLst>
          </p:cNvPr>
          <p:cNvSpPr>
            <a:spLocks noGrp="1"/>
          </p:cNvSpPr>
          <p:nvPr>
            <p:ph type="body" sz="quarter" idx="38" hasCustomPrompt="1"/>
          </p:nvPr>
        </p:nvSpPr>
        <p:spPr>
          <a:xfrm>
            <a:off x="4797315" y="4377376"/>
            <a:ext cx="2276930" cy="1244947"/>
          </a:xfrm>
          <a:prstGeom prst="rect">
            <a:avLst/>
          </a:prstGeom>
          <a:noFill/>
        </p:spPr>
        <p:txBody>
          <a:bodyPr lIns="0" tIns="0" rIns="0" bIns="0"/>
          <a:lstStyle>
            <a:lvl1pPr algn="l">
              <a:lnSpc>
                <a:spcPct val="100000"/>
              </a:lnSpc>
              <a:defRPr sz="1200" b="0" i="0">
                <a:solidFill>
                  <a:schemeClr val="tx2"/>
                </a:solidFill>
                <a:latin typeface="Oracle Sans Light" panose="020B0403020204020204" pitchFamily="34" charset="0"/>
                <a:cs typeface="Oracle Sans Light" panose="020B0403020204020204" pitchFamily="34" charset="0"/>
              </a:defRPr>
            </a:lvl1pPr>
          </a:lstStyle>
          <a:p>
            <a:pPr lvl="0"/>
            <a:r>
              <a:rPr lang="en-IN" dirty="0"/>
              <a:t>Lorem ipsum </a:t>
            </a:r>
            <a:r>
              <a:rPr lang="en-IN" dirty="0" err="1"/>
              <a:t>dolor</a:t>
            </a:r>
            <a:r>
              <a:rPr lang="en-IN" dirty="0"/>
              <a:t> sit </a:t>
            </a:r>
            <a:r>
              <a:rPr lang="en-IN" dirty="0" err="1"/>
              <a:t>amet</a:t>
            </a:r>
            <a:r>
              <a:rPr lang="en-IN" dirty="0"/>
              <a:t>, </a:t>
            </a:r>
            <a:r>
              <a:rPr lang="en-IN" dirty="0" err="1"/>
              <a:t>consectetur</a:t>
            </a:r>
            <a:r>
              <a:rPr lang="en-IN" dirty="0"/>
              <a:t> </a:t>
            </a:r>
            <a:r>
              <a:rPr lang="en-IN" dirty="0" err="1"/>
              <a:t>adipiscing</a:t>
            </a:r>
            <a:r>
              <a:rPr lang="en-IN" dirty="0"/>
              <a:t> </a:t>
            </a:r>
            <a:r>
              <a:rPr lang="en-IN" dirty="0" err="1"/>
              <a:t>elit</a:t>
            </a:r>
            <a:r>
              <a:rPr lang="en-IN" dirty="0"/>
              <a:t>, </a:t>
            </a:r>
            <a:r>
              <a:rPr lang="en-IN" dirty="0" err="1"/>
              <a:t>sed</a:t>
            </a:r>
            <a:r>
              <a:rPr lang="en-IN" dirty="0"/>
              <a:t> do </a:t>
            </a:r>
            <a:r>
              <a:rPr lang="en-IN" dirty="0" err="1"/>
              <a:t>eiusmod</a:t>
            </a:r>
            <a:r>
              <a:rPr lang="en-IN" dirty="0"/>
              <a:t> </a:t>
            </a:r>
            <a:r>
              <a:rPr lang="en-IN" dirty="0" err="1"/>
              <a:t>tempor</a:t>
            </a:r>
            <a:r>
              <a:rPr lang="en-IN" dirty="0"/>
              <a:t> </a:t>
            </a:r>
            <a:r>
              <a:rPr lang="en-IN" dirty="0" err="1"/>
              <a:t>incididunt</a:t>
            </a:r>
            <a:r>
              <a:rPr lang="en-IN" dirty="0"/>
              <a:t> </a:t>
            </a:r>
            <a:r>
              <a:rPr lang="en-IN" dirty="0" err="1"/>
              <a:t>ut</a:t>
            </a:r>
            <a:r>
              <a:rPr lang="en-IN" dirty="0"/>
              <a:t> </a:t>
            </a:r>
            <a:r>
              <a:rPr lang="en-IN" dirty="0" err="1"/>
              <a:t>labore</a:t>
            </a:r>
            <a:r>
              <a:rPr lang="en-IN" dirty="0"/>
              <a:t> et dolore magna </a:t>
            </a:r>
            <a:r>
              <a:rPr lang="en-IN" dirty="0" err="1"/>
              <a:t>aliqua</a:t>
            </a:r>
            <a:r>
              <a:rPr lang="en-IN" dirty="0"/>
              <a:t>. </a:t>
            </a:r>
            <a:endParaRPr lang="en-US" dirty="0"/>
          </a:p>
        </p:txBody>
      </p:sp>
      <p:cxnSp>
        <p:nvCxnSpPr>
          <p:cNvPr id="31" name="Straight Connector 30">
            <a:extLst>
              <a:ext uri="{FF2B5EF4-FFF2-40B4-BE49-F238E27FC236}">
                <a16:creationId xmlns:a16="http://schemas.microsoft.com/office/drawing/2014/main" id="{0207CEA5-E0D9-46EA-99DE-2685FB0C8C09}"/>
              </a:ext>
              <a:ext uri="{C183D7F6-B498-43B3-948B-1728B52AA6E4}">
                <adec:decorative xmlns:adec="http://schemas.microsoft.com/office/drawing/2017/decorative" val="1"/>
              </a:ext>
            </a:extLst>
          </p:cNvPr>
          <p:cNvCxnSpPr>
            <a:cxnSpLocks/>
          </p:cNvCxnSpPr>
          <p:nvPr userDrawn="1"/>
        </p:nvCxnSpPr>
        <p:spPr>
          <a:xfrm>
            <a:off x="7863016" y="1588179"/>
            <a:ext cx="0" cy="4378421"/>
          </a:xfrm>
          <a:prstGeom prst="line">
            <a:avLst/>
          </a:prstGeom>
          <a:ln>
            <a:solidFill>
              <a:srgbClr val="AEA8A2">
                <a:alpha val="50000"/>
              </a:srgbClr>
            </a:solidFill>
          </a:ln>
        </p:spPr>
        <p:style>
          <a:lnRef idx="1">
            <a:schemeClr val="accent1"/>
          </a:lnRef>
          <a:fillRef idx="0">
            <a:schemeClr val="accent1"/>
          </a:fillRef>
          <a:effectRef idx="0">
            <a:schemeClr val="accent1"/>
          </a:effectRef>
          <a:fontRef idx="minor">
            <a:schemeClr val="tx1"/>
          </a:fontRef>
        </p:style>
      </p:cxnSp>
      <p:sp>
        <p:nvSpPr>
          <p:cNvPr id="32" name="Picture Placeholder 2">
            <a:extLst>
              <a:ext uri="{FF2B5EF4-FFF2-40B4-BE49-F238E27FC236}">
                <a16:creationId xmlns:a16="http://schemas.microsoft.com/office/drawing/2014/main" id="{E9839675-3836-4943-9E7E-492470598773}"/>
              </a:ext>
            </a:extLst>
          </p:cNvPr>
          <p:cNvSpPr>
            <a:spLocks noGrp="1" noChangeAspect="1"/>
          </p:cNvSpPr>
          <p:nvPr>
            <p:ph type="pic" sz="quarter" idx="39" hasCustomPrompt="1"/>
          </p:nvPr>
        </p:nvSpPr>
        <p:spPr>
          <a:xfrm>
            <a:off x="8616787" y="1928800"/>
            <a:ext cx="1893870" cy="1698098"/>
          </a:xfrm>
          <a:noFill/>
        </p:spPr>
        <p:txBody>
          <a:bodyPr/>
          <a:lstStyle>
            <a:lvl1pPr>
              <a:defRPr sz="1200" b="0" i="0">
                <a:latin typeface="Oracle Sans Light" panose="020B0403020204020204" pitchFamily="34" charset="0"/>
                <a:cs typeface="Oracle Sans Light" panose="020B0403020204020204" pitchFamily="34" charset="0"/>
              </a:defRPr>
            </a:lvl1pPr>
          </a:lstStyle>
          <a:p>
            <a:r>
              <a:rPr lang="en-US" dirty="0"/>
              <a:t>Click to insert icon</a:t>
            </a:r>
          </a:p>
        </p:txBody>
      </p:sp>
      <p:sp>
        <p:nvSpPr>
          <p:cNvPr id="33" name="Text Placeholder 21">
            <a:extLst>
              <a:ext uri="{FF2B5EF4-FFF2-40B4-BE49-F238E27FC236}">
                <a16:creationId xmlns:a16="http://schemas.microsoft.com/office/drawing/2014/main" id="{987833E9-276C-4353-BF31-4FC33134EEAE}"/>
              </a:ext>
            </a:extLst>
          </p:cNvPr>
          <p:cNvSpPr>
            <a:spLocks noGrp="1"/>
          </p:cNvSpPr>
          <p:nvPr>
            <p:ph type="body" sz="quarter" idx="40" hasCustomPrompt="1"/>
          </p:nvPr>
        </p:nvSpPr>
        <p:spPr>
          <a:xfrm>
            <a:off x="8648346" y="3983730"/>
            <a:ext cx="2276930" cy="323885"/>
          </a:xfrm>
          <a:prstGeom prst="rect">
            <a:avLst/>
          </a:prstGeom>
          <a:noFill/>
        </p:spPr>
        <p:txBody>
          <a:bodyPr lIns="0" tIns="0" rIns="0" bIns="0"/>
          <a:lstStyle>
            <a:lvl1pPr algn="l">
              <a:lnSpc>
                <a:spcPts val="1880"/>
              </a:lnSpc>
              <a:defRPr sz="1400" b="1" i="0">
                <a:solidFill>
                  <a:schemeClr val="tx1"/>
                </a:solidFill>
                <a:latin typeface="Oracle Sans" panose="020B0503020204020204" pitchFamily="34" charset="0"/>
                <a:cs typeface="Oracle Sans" panose="020B0503020204020204" pitchFamily="34" charset="0"/>
              </a:defRPr>
            </a:lvl1pPr>
          </a:lstStyle>
          <a:p>
            <a:pPr lvl="0"/>
            <a:r>
              <a:rPr lang="en-IN" dirty="0"/>
              <a:t>Subhead goes here.</a:t>
            </a:r>
            <a:endParaRPr lang="en-US" dirty="0"/>
          </a:p>
        </p:txBody>
      </p:sp>
      <p:sp>
        <p:nvSpPr>
          <p:cNvPr id="34" name="Text Placeholder 21">
            <a:extLst>
              <a:ext uri="{FF2B5EF4-FFF2-40B4-BE49-F238E27FC236}">
                <a16:creationId xmlns:a16="http://schemas.microsoft.com/office/drawing/2014/main" id="{4565DAAC-922E-4C75-A762-C6B54070F7DC}"/>
              </a:ext>
            </a:extLst>
          </p:cNvPr>
          <p:cNvSpPr>
            <a:spLocks noGrp="1"/>
          </p:cNvSpPr>
          <p:nvPr>
            <p:ph type="body" sz="quarter" idx="41" hasCustomPrompt="1"/>
          </p:nvPr>
        </p:nvSpPr>
        <p:spPr>
          <a:xfrm>
            <a:off x="8648346" y="4377376"/>
            <a:ext cx="2276930" cy="1244947"/>
          </a:xfrm>
          <a:prstGeom prst="rect">
            <a:avLst/>
          </a:prstGeom>
          <a:noFill/>
        </p:spPr>
        <p:txBody>
          <a:bodyPr lIns="0" tIns="0" rIns="0" bIns="0"/>
          <a:lstStyle>
            <a:lvl1pPr algn="l">
              <a:lnSpc>
                <a:spcPct val="100000"/>
              </a:lnSpc>
              <a:defRPr sz="1200" b="0" i="0">
                <a:solidFill>
                  <a:schemeClr val="tx2"/>
                </a:solidFill>
                <a:latin typeface="Oracle Sans Light" panose="020B0403020204020204" pitchFamily="34" charset="0"/>
                <a:cs typeface="Oracle Sans Light" panose="020B0403020204020204" pitchFamily="34" charset="0"/>
              </a:defRPr>
            </a:lvl1pPr>
          </a:lstStyle>
          <a:p>
            <a:pPr lvl="0"/>
            <a:r>
              <a:rPr lang="en-IN" dirty="0"/>
              <a:t>Lorem ipsum </a:t>
            </a:r>
            <a:r>
              <a:rPr lang="en-IN" dirty="0" err="1"/>
              <a:t>dolor</a:t>
            </a:r>
            <a:r>
              <a:rPr lang="en-IN" dirty="0"/>
              <a:t> sit </a:t>
            </a:r>
            <a:r>
              <a:rPr lang="en-IN" dirty="0" err="1"/>
              <a:t>amet</a:t>
            </a:r>
            <a:r>
              <a:rPr lang="en-IN" dirty="0"/>
              <a:t>, </a:t>
            </a:r>
            <a:r>
              <a:rPr lang="en-IN" dirty="0" err="1"/>
              <a:t>consectetur</a:t>
            </a:r>
            <a:r>
              <a:rPr lang="en-IN" dirty="0"/>
              <a:t> </a:t>
            </a:r>
            <a:r>
              <a:rPr lang="en-IN" dirty="0" err="1"/>
              <a:t>adipiscing</a:t>
            </a:r>
            <a:r>
              <a:rPr lang="en-IN" dirty="0"/>
              <a:t> </a:t>
            </a:r>
            <a:r>
              <a:rPr lang="en-IN" dirty="0" err="1"/>
              <a:t>elit</a:t>
            </a:r>
            <a:r>
              <a:rPr lang="en-IN" dirty="0"/>
              <a:t>, </a:t>
            </a:r>
            <a:r>
              <a:rPr lang="en-IN" dirty="0" err="1"/>
              <a:t>sed</a:t>
            </a:r>
            <a:r>
              <a:rPr lang="en-IN" dirty="0"/>
              <a:t> do </a:t>
            </a:r>
            <a:r>
              <a:rPr lang="en-IN" dirty="0" err="1"/>
              <a:t>eiusmod</a:t>
            </a:r>
            <a:r>
              <a:rPr lang="en-IN" dirty="0"/>
              <a:t> </a:t>
            </a:r>
            <a:r>
              <a:rPr lang="en-IN" dirty="0" err="1"/>
              <a:t>tempor</a:t>
            </a:r>
            <a:r>
              <a:rPr lang="en-IN" dirty="0"/>
              <a:t> </a:t>
            </a:r>
            <a:r>
              <a:rPr lang="en-IN" dirty="0" err="1"/>
              <a:t>incididunt</a:t>
            </a:r>
            <a:r>
              <a:rPr lang="en-IN" dirty="0"/>
              <a:t> </a:t>
            </a:r>
            <a:r>
              <a:rPr lang="en-IN" dirty="0" err="1"/>
              <a:t>ut</a:t>
            </a:r>
            <a:r>
              <a:rPr lang="en-IN" dirty="0"/>
              <a:t> </a:t>
            </a:r>
            <a:r>
              <a:rPr lang="en-IN" dirty="0" err="1"/>
              <a:t>labore</a:t>
            </a:r>
            <a:r>
              <a:rPr lang="en-IN" dirty="0"/>
              <a:t> et dolore magna </a:t>
            </a:r>
            <a:r>
              <a:rPr lang="en-IN" dirty="0" err="1"/>
              <a:t>aliqua</a:t>
            </a:r>
            <a:r>
              <a:rPr lang="en-IN" dirty="0"/>
              <a:t>. </a:t>
            </a:r>
            <a:endParaRPr lang="en-US" dirty="0"/>
          </a:p>
        </p:txBody>
      </p:sp>
      <p:sp>
        <p:nvSpPr>
          <p:cNvPr id="3" name="Slide Number Placeholder 7">
            <a:extLst>
              <a:ext uri="{FF2B5EF4-FFF2-40B4-BE49-F238E27FC236}">
                <a16:creationId xmlns:a16="http://schemas.microsoft.com/office/drawing/2014/main" id="{5A0974C6-C212-3FF6-272B-1E590EAB2414}"/>
              </a:ext>
            </a:extLst>
          </p:cNvPr>
          <p:cNvSpPr>
            <a:spLocks noGrp="1"/>
          </p:cNvSpPr>
          <p:nvPr>
            <p:ph type="sldNum" sz="quarter" idx="17"/>
          </p:nvPr>
        </p:nvSpPr>
        <p:spPr>
          <a:xfrm>
            <a:off x="762000" y="6423660"/>
            <a:ext cx="365760" cy="365760"/>
          </a:xfrm>
        </p:spPr>
        <p:txBody>
          <a:bodyPr/>
          <a:lstStyle>
            <a:lvl1pPr>
              <a:defRPr>
                <a:solidFill>
                  <a:srgbClr val="AEA8A2"/>
                </a:solidFill>
              </a:defRPr>
            </a:lvl1pPr>
          </a:lstStyle>
          <a:p>
            <a:fld id="{345D60D9-5372-5F40-9443-0F9AE5BDC3C8}" type="slidenum">
              <a:rPr lang="en-US" smtClean="0"/>
              <a:pPr/>
              <a:t>‹#›</a:t>
            </a:fld>
            <a:endParaRPr lang="en-US" dirty="0"/>
          </a:p>
        </p:txBody>
      </p:sp>
      <p:sp>
        <p:nvSpPr>
          <p:cNvPr id="5" name="Footer Placeholder 6">
            <a:extLst>
              <a:ext uri="{FF2B5EF4-FFF2-40B4-BE49-F238E27FC236}">
                <a16:creationId xmlns:a16="http://schemas.microsoft.com/office/drawing/2014/main" id="{6B45FBD9-309C-A1EF-19DC-AD08DF2D3116}"/>
              </a:ext>
            </a:extLst>
          </p:cNvPr>
          <p:cNvSpPr>
            <a:spLocks noGrp="1"/>
          </p:cNvSpPr>
          <p:nvPr>
            <p:ph type="ftr" sz="quarter" idx="16"/>
          </p:nvPr>
        </p:nvSpPr>
        <p:spPr>
          <a:xfrm>
            <a:off x="1127759" y="6423978"/>
            <a:ext cx="5745379" cy="365125"/>
          </a:xfrm>
        </p:spPr>
        <p:txBody>
          <a:bodyPr/>
          <a:lstStyle>
            <a:lvl1pPr>
              <a:defRPr>
                <a:solidFill>
                  <a:srgbClr val="AEA8A2"/>
                </a:solidFill>
              </a:defRPr>
            </a:lvl1pPr>
          </a:lstStyle>
          <a:p>
            <a:r>
              <a:rPr lang="en-US"/>
              <a:t>Copyright © 2025, Oracle and/or its affiliates |  Confidential: Internal/Restricted/Highly Restricted</a:t>
            </a:r>
            <a:endParaRPr lang="en-US" dirty="0"/>
          </a:p>
        </p:txBody>
      </p:sp>
      <p:sp>
        <p:nvSpPr>
          <p:cNvPr id="7" name="Date Placeholder 4">
            <a:extLst>
              <a:ext uri="{FF2B5EF4-FFF2-40B4-BE49-F238E27FC236}">
                <a16:creationId xmlns:a16="http://schemas.microsoft.com/office/drawing/2014/main" id="{BAB37F75-4F51-690A-4737-E310B394D9CA}"/>
              </a:ext>
            </a:extLst>
          </p:cNvPr>
          <p:cNvSpPr>
            <a:spLocks noGrp="1"/>
          </p:cNvSpPr>
          <p:nvPr>
            <p:ph type="dt" sz="half" idx="15"/>
          </p:nvPr>
        </p:nvSpPr>
        <p:spPr>
          <a:xfrm>
            <a:off x="6873138" y="6425604"/>
            <a:ext cx="2743200" cy="363500"/>
          </a:xfrm>
        </p:spPr>
        <p:txBody>
          <a:bodyPr/>
          <a:lstStyle>
            <a:lvl1pPr>
              <a:defRPr>
                <a:solidFill>
                  <a:srgbClr val="AEA8A2"/>
                </a:solidFill>
              </a:defRPr>
            </a:lvl1pPr>
          </a:lstStyle>
          <a:p>
            <a:r>
              <a:rPr lang="en-US"/>
              <a:t>[Date]</a:t>
            </a:r>
            <a:endParaRPr lang="en-US" dirty="0"/>
          </a:p>
        </p:txBody>
      </p:sp>
    </p:spTree>
    <p:extLst>
      <p:ext uri="{BB962C8B-B14F-4D97-AF65-F5344CB8AC3E}">
        <p14:creationId xmlns:p14="http://schemas.microsoft.com/office/powerpoint/2010/main" val="1202541308"/>
      </p:ext>
    </p:extLst>
  </p:cSld>
  <p:clrMapOvr>
    <a:overrideClrMapping bg1="dk1" tx1="lt1" bg2="dk2" tx2="lt2" accent1="accent1" accent2="accent2" accent3="accent3" accent4="accent4" accent5="accent5" accent6="accent6" hlink="hlink" folHlink="folHlink"/>
  </p:clrMapOvr>
  <p:transition>
    <p:fade/>
  </p:transition>
  <p:extLst>
    <p:ext uri="{DCECCB84-F9BA-43D5-87BE-67443E8EF086}">
      <p15:sldGuideLst xmlns:p15="http://schemas.microsoft.com/office/powerpoint/2012/main">
        <p15:guide id="1" orient="horz" pos="2160">
          <p15:clr>
            <a:srgbClr val="FBAE40"/>
          </p15:clr>
        </p15:guide>
        <p15:guide id="2" pos="3840">
          <p15:clr>
            <a:srgbClr val="FBAE40"/>
          </p15:clr>
        </p15:guide>
      </p15:sldGuideLst>
    </p:ext>
  </p:extLst>
</p:sldLayout>
</file>

<file path=ppt/slideLayouts/slideLayout38.xml><?xml version="1.0" encoding="utf-8"?>
<p:sldLayout xmlns:a="http://schemas.openxmlformats.org/drawingml/2006/main" xmlns:r="http://schemas.openxmlformats.org/officeDocument/2006/relationships" xmlns:p="http://schemas.openxmlformats.org/presentationml/2006/main" preserve="1" userDrawn="1">
  <p:cSld name="4 Icons + Short Copy_White_Pillar">
    <p:bg>
      <p:bgRef idx="1001">
        <a:schemeClr val="bg2"/>
      </p:bgRef>
    </p:bg>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0F9FC0DC-6C36-4AC7-90FE-9BE28E17F1BF}"/>
              </a:ext>
            </a:extLst>
          </p:cNvPr>
          <p:cNvSpPr>
            <a:spLocks noGrp="1"/>
          </p:cNvSpPr>
          <p:nvPr>
            <p:ph type="title" hasCustomPrompt="1"/>
          </p:nvPr>
        </p:nvSpPr>
        <p:spPr/>
        <p:txBody>
          <a:bodyPr/>
          <a:lstStyle>
            <a:lvl1pPr>
              <a:defRPr b="1" i="0">
                <a:latin typeface="Oracle Sans Tab" panose="020B0503020204020204" pitchFamily="34" charset="0"/>
                <a:cs typeface="Oracle Sans Tab" panose="020B0503020204020204" pitchFamily="34" charset="0"/>
              </a:defRPr>
            </a:lvl1pPr>
          </a:lstStyle>
          <a:p>
            <a:r>
              <a:rPr lang="en-US" dirty="0"/>
              <a:t>Title</a:t>
            </a:r>
          </a:p>
        </p:txBody>
      </p:sp>
      <p:sp>
        <p:nvSpPr>
          <p:cNvPr id="3" name="Picture Placeholder 2">
            <a:extLst>
              <a:ext uri="{FF2B5EF4-FFF2-40B4-BE49-F238E27FC236}">
                <a16:creationId xmlns:a16="http://schemas.microsoft.com/office/drawing/2014/main" id="{C4A0F212-7687-B242-8162-FFAC910A60EF}"/>
              </a:ext>
            </a:extLst>
          </p:cNvPr>
          <p:cNvSpPr>
            <a:spLocks noGrp="1" noChangeAspect="1"/>
          </p:cNvSpPr>
          <p:nvPr>
            <p:ph type="pic" sz="quarter" idx="26" hasCustomPrompt="1"/>
          </p:nvPr>
        </p:nvSpPr>
        <p:spPr>
          <a:xfrm>
            <a:off x="761999" y="1895271"/>
            <a:ext cx="1621625" cy="1525144"/>
          </a:xfrm>
          <a:noFill/>
        </p:spPr>
        <p:txBody>
          <a:bodyPr/>
          <a:lstStyle>
            <a:lvl1pPr>
              <a:defRPr sz="1200" b="0" i="0">
                <a:latin typeface="Oracle Sans Light" panose="020B0403020204020204" pitchFamily="34" charset="0"/>
                <a:cs typeface="Oracle Sans Light" panose="020B0403020204020204" pitchFamily="34" charset="0"/>
              </a:defRPr>
            </a:lvl1pPr>
          </a:lstStyle>
          <a:p>
            <a:r>
              <a:rPr lang="en-US" dirty="0"/>
              <a:t>Click to insert icon</a:t>
            </a:r>
          </a:p>
        </p:txBody>
      </p:sp>
      <p:sp>
        <p:nvSpPr>
          <p:cNvPr id="14" name="Text Placeholder 21">
            <a:extLst>
              <a:ext uri="{FF2B5EF4-FFF2-40B4-BE49-F238E27FC236}">
                <a16:creationId xmlns:a16="http://schemas.microsoft.com/office/drawing/2014/main" id="{920A2EEA-131E-DA4C-92C3-898A80B8B561}"/>
              </a:ext>
            </a:extLst>
          </p:cNvPr>
          <p:cNvSpPr>
            <a:spLocks noGrp="1"/>
          </p:cNvSpPr>
          <p:nvPr>
            <p:ph type="body" sz="quarter" idx="25" hasCustomPrompt="1"/>
          </p:nvPr>
        </p:nvSpPr>
        <p:spPr>
          <a:xfrm>
            <a:off x="761999" y="3983730"/>
            <a:ext cx="2146985" cy="323885"/>
          </a:xfrm>
          <a:prstGeom prst="rect">
            <a:avLst/>
          </a:prstGeom>
          <a:noFill/>
        </p:spPr>
        <p:txBody>
          <a:bodyPr lIns="0" tIns="0" rIns="0" bIns="0"/>
          <a:lstStyle>
            <a:lvl1pPr algn="l">
              <a:lnSpc>
                <a:spcPts val="1880"/>
              </a:lnSpc>
              <a:defRPr sz="1400" b="1" i="0">
                <a:solidFill>
                  <a:schemeClr val="tx1"/>
                </a:solidFill>
                <a:latin typeface="Oracle Sans" panose="020B0503020204020204" pitchFamily="34" charset="0"/>
                <a:cs typeface="Oracle Sans" panose="020B0503020204020204" pitchFamily="34" charset="0"/>
              </a:defRPr>
            </a:lvl1pPr>
          </a:lstStyle>
          <a:p>
            <a:pPr lvl="0"/>
            <a:r>
              <a:rPr lang="en-IN" dirty="0"/>
              <a:t>Subhead goes here.</a:t>
            </a:r>
            <a:endParaRPr lang="en-US" dirty="0"/>
          </a:p>
        </p:txBody>
      </p:sp>
      <p:sp>
        <p:nvSpPr>
          <p:cNvPr id="11" name="Text Placeholder 21">
            <a:extLst>
              <a:ext uri="{FF2B5EF4-FFF2-40B4-BE49-F238E27FC236}">
                <a16:creationId xmlns:a16="http://schemas.microsoft.com/office/drawing/2014/main" id="{442F0FF9-B575-DD4A-AF68-999EE8B4FE0D}"/>
              </a:ext>
            </a:extLst>
          </p:cNvPr>
          <p:cNvSpPr>
            <a:spLocks noGrp="1"/>
          </p:cNvSpPr>
          <p:nvPr>
            <p:ph type="body" sz="quarter" idx="24" hasCustomPrompt="1"/>
          </p:nvPr>
        </p:nvSpPr>
        <p:spPr>
          <a:xfrm>
            <a:off x="761999" y="4377376"/>
            <a:ext cx="2146985" cy="1244947"/>
          </a:xfrm>
          <a:prstGeom prst="rect">
            <a:avLst/>
          </a:prstGeom>
          <a:noFill/>
        </p:spPr>
        <p:txBody>
          <a:bodyPr lIns="0" tIns="0" rIns="0" bIns="0"/>
          <a:lstStyle>
            <a:lvl1pPr algn="l">
              <a:lnSpc>
                <a:spcPct val="100000"/>
              </a:lnSpc>
              <a:defRPr sz="1200" b="0" i="0">
                <a:solidFill>
                  <a:schemeClr val="tx2"/>
                </a:solidFill>
                <a:latin typeface="Oracle Sans Light" panose="020B0403020204020204" pitchFamily="34" charset="0"/>
                <a:cs typeface="Oracle Sans Light" panose="020B0403020204020204" pitchFamily="34" charset="0"/>
              </a:defRPr>
            </a:lvl1pPr>
          </a:lstStyle>
          <a:p>
            <a:pPr lvl="0"/>
            <a:r>
              <a:rPr lang="en-IN" dirty="0"/>
              <a:t>Lorem ipsum </a:t>
            </a:r>
            <a:r>
              <a:rPr lang="en-IN" dirty="0" err="1"/>
              <a:t>dolor</a:t>
            </a:r>
            <a:r>
              <a:rPr lang="en-IN" dirty="0"/>
              <a:t> sit </a:t>
            </a:r>
            <a:r>
              <a:rPr lang="en-IN" dirty="0" err="1"/>
              <a:t>amet</a:t>
            </a:r>
            <a:r>
              <a:rPr lang="en-IN" dirty="0"/>
              <a:t>, </a:t>
            </a:r>
            <a:r>
              <a:rPr lang="en-IN" dirty="0" err="1"/>
              <a:t>consectetur</a:t>
            </a:r>
            <a:r>
              <a:rPr lang="en-IN" dirty="0"/>
              <a:t> </a:t>
            </a:r>
            <a:r>
              <a:rPr lang="en-IN" dirty="0" err="1"/>
              <a:t>adipiscing</a:t>
            </a:r>
            <a:r>
              <a:rPr lang="en-IN" dirty="0"/>
              <a:t> </a:t>
            </a:r>
            <a:r>
              <a:rPr lang="en-IN" dirty="0" err="1"/>
              <a:t>elit</a:t>
            </a:r>
            <a:r>
              <a:rPr lang="en-IN" dirty="0"/>
              <a:t>, </a:t>
            </a:r>
            <a:r>
              <a:rPr lang="en-IN" dirty="0" err="1"/>
              <a:t>sed</a:t>
            </a:r>
            <a:r>
              <a:rPr lang="en-IN" dirty="0"/>
              <a:t> do </a:t>
            </a:r>
            <a:r>
              <a:rPr lang="en-IN" dirty="0" err="1"/>
              <a:t>eiusmod</a:t>
            </a:r>
            <a:r>
              <a:rPr lang="en-IN" dirty="0"/>
              <a:t> </a:t>
            </a:r>
            <a:r>
              <a:rPr lang="en-IN" dirty="0" err="1"/>
              <a:t>tempor</a:t>
            </a:r>
            <a:r>
              <a:rPr lang="en-IN" dirty="0"/>
              <a:t> </a:t>
            </a:r>
            <a:r>
              <a:rPr lang="en-IN" dirty="0" err="1"/>
              <a:t>incididunt</a:t>
            </a:r>
            <a:r>
              <a:rPr lang="en-IN" dirty="0"/>
              <a:t> </a:t>
            </a:r>
            <a:r>
              <a:rPr lang="en-IN" dirty="0" err="1"/>
              <a:t>ut</a:t>
            </a:r>
            <a:r>
              <a:rPr lang="en-IN" dirty="0"/>
              <a:t> </a:t>
            </a:r>
            <a:r>
              <a:rPr lang="en-IN" dirty="0" err="1"/>
              <a:t>labore</a:t>
            </a:r>
            <a:r>
              <a:rPr lang="en-IN" dirty="0"/>
              <a:t> et dolore magna </a:t>
            </a:r>
            <a:r>
              <a:rPr lang="en-IN" dirty="0" err="1"/>
              <a:t>aliqua</a:t>
            </a:r>
            <a:r>
              <a:rPr lang="en-IN" dirty="0"/>
              <a:t>. </a:t>
            </a:r>
            <a:endParaRPr lang="en-US" dirty="0"/>
          </a:p>
        </p:txBody>
      </p:sp>
      <p:cxnSp>
        <p:nvCxnSpPr>
          <p:cNvPr id="5" name="Straight Connector 4">
            <a:extLst>
              <a:ext uri="{FF2B5EF4-FFF2-40B4-BE49-F238E27FC236}">
                <a16:creationId xmlns:a16="http://schemas.microsoft.com/office/drawing/2014/main" id="{64BB08A7-EFFF-E144-B8F2-3D5B80F0DC46}"/>
              </a:ext>
              <a:ext uri="{C183D7F6-B498-43B3-948B-1728B52AA6E4}">
                <adec:decorative xmlns:adec="http://schemas.microsoft.com/office/drawing/2017/decorative" val="1"/>
              </a:ext>
            </a:extLst>
          </p:cNvPr>
          <p:cNvCxnSpPr>
            <a:cxnSpLocks/>
          </p:cNvCxnSpPr>
          <p:nvPr userDrawn="1"/>
        </p:nvCxnSpPr>
        <p:spPr>
          <a:xfrm>
            <a:off x="3215680" y="1588179"/>
            <a:ext cx="0" cy="4378421"/>
          </a:xfrm>
          <a:prstGeom prst="line">
            <a:avLst/>
          </a:prstGeom>
          <a:ln>
            <a:solidFill>
              <a:srgbClr val="AEA8A2">
                <a:alpha val="50000"/>
              </a:srgbClr>
            </a:solidFill>
          </a:ln>
        </p:spPr>
        <p:style>
          <a:lnRef idx="1">
            <a:schemeClr val="accent1"/>
          </a:lnRef>
          <a:fillRef idx="0">
            <a:schemeClr val="accent1"/>
          </a:fillRef>
          <a:effectRef idx="0">
            <a:schemeClr val="accent1"/>
          </a:effectRef>
          <a:fontRef idx="minor">
            <a:schemeClr val="tx1"/>
          </a:fontRef>
        </p:style>
      </p:cxnSp>
      <p:cxnSp>
        <p:nvCxnSpPr>
          <p:cNvPr id="28" name="Straight Connector 27">
            <a:extLst>
              <a:ext uri="{FF2B5EF4-FFF2-40B4-BE49-F238E27FC236}">
                <a16:creationId xmlns:a16="http://schemas.microsoft.com/office/drawing/2014/main" id="{A0082647-1E21-E741-BAE0-54CD63A1A8A2}"/>
              </a:ext>
              <a:ext uri="{C183D7F6-B498-43B3-948B-1728B52AA6E4}">
                <adec:decorative xmlns:adec="http://schemas.microsoft.com/office/drawing/2017/decorative" val="1"/>
              </a:ext>
            </a:extLst>
          </p:cNvPr>
          <p:cNvCxnSpPr>
            <a:cxnSpLocks/>
          </p:cNvCxnSpPr>
          <p:nvPr userDrawn="1"/>
        </p:nvCxnSpPr>
        <p:spPr>
          <a:xfrm>
            <a:off x="6059996" y="1588179"/>
            <a:ext cx="0" cy="4378421"/>
          </a:xfrm>
          <a:prstGeom prst="line">
            <a:avLst/>
          </a:prstGeom>
          <a:ln>
            <a:solidFill>
              <a:srgbClr val="AEA8A2">
                <a:alpha val="50000"/>
              </a:srgbClr>
            </a:solidFill>
          </a:ln>
        </p:spPr>
        <p:style>
          <a:lnRef idx="1">
            <a:schemeClr val="accent1"/>
          </a:lnRef>
          <a:fillRef idx="0">
            <a:schemeClr val="accent1"/>
          </a:fillRef>
          <a:effectRef idx="0">
            <a:schemeClr val="accent1"/>
          </a:effectRef>
          <a:fontRef idx="minor">
            <a:schemeClr val="tx1"/>
          </a:fontRef>
        </p:style>
      </p:cxnSp>
      <p:cxnSp>
        <p:nvCxnSpPr>
          <p:cNvPr id="6" name="Straight Connector 5">
            <a:extLst>
              <a:ext uri="{FF2B5EF4-FFF2-40B4-BE49-F238E27FC236}">
                <a16:creationId xmlns:a16="http://schemas.microsoft.com/office/drawing/2014/main" id="{2A95C0C8-A9EF-0101-ADC4-0B4752129264}"/>
              </a:ext>
              <a:ext uri="{C183D7F6-B498-43B3-948B-1728B52AA6E4}">
                <adec:decorative xmlns:adec="http://schemas.microsoft.com/office/drawing/2017/decorative" val="1"/>
              </a:ext>
            </a:extLst>
          </p:cNvPr>
          <p:cNvCxnSpPr>
            <a:cxnSpLocks/>
          </p:cNvCxnSpPr>
          <p:nvPr userDrawn="1"/>
        </p:nvCxnSpPr>
        <p:spPr>
          <a:xfrm>
            <a:off x="8904312" y="1588179"/>
            <a:ext cx="0" cy="4378421"/>
          </a:xfrm>
          <a:prstGeom prst="line">
            <a:avLst/>
          </a:prstGeom>
          <a:ln>
            <a:solidFill>
              <a:srgbClr val="AEA8A2">
                <a:alpha val="50000"/>
              </a:srgbClr>
            </a:solidFill>
          </a:ln>
        </p:spPr>
        <p:style>
          <a:lnRef idx="1">
            <a:schemeClr val="accent1"/>
          </a:lnRef>
          <a:fillRef idx="0">
            <a:schemeClr val="accent1"/>
          </a:fillRef>
          <a:effectRef idx="0">
            <a:schemeClr val="accent1"/>
          </a:effectRef>
          <a:fontRef idx="minor">
            <a:schemeClr val="tx1"/>
          </a:fontRef>
        </p:style>
      </p:cxnSp>
      <p:sp>
        <p:nvSpPr>
          <p:cNvPr id="37" name="Picture Placeholder 2">
            <a:extLst>
              <a:ext uri="{FF2B5EF4-FFF2-40B4-BE49-F238E27FC236}">
                <a16:creationId xmlns:a16="http://schemas.microsoft.com/office/drawing/2014/main" id="{452D8958-2BA3-E8C4-A349-9B8D38EFEEBE}"/>
              </a:ext>
            </a:extLst>
          </p:cNvPr>
          <p:cNvSpPr>
            <a:spLocks noGrp="1" noChangeAspect="1"/>
          </p:cNvSpPr>
          <p:nvPr>
            <p:ph type="pic" sz="quarter" idx="42" hasCustomPrompt="1"/>
          </p:nvPr>
        </p:nvSpPr>
        <p:spPr>
          <a:xfrm>
            <a:off x="3558551" y="1903856"/>
            <a:ext cx="1621625" cy="1525144"/>
          </a:xfrm>
          <a:noFill/>
        </p:spPr>
        <p:txBody>
          <a:bodyPr/>
          <a:lstStyle>
            <a:lvl1pPr>
              <a:defRPr sz="1200" b="0" i="0">
                <a:latin typeface="Oracle Sans Light" panose="020B0403020204020204" pitchFamily="34" charset="0"/>
                <a:cs typeface="Oracle Sans Light" panose="020B0403020204020204" pitchFamily="34" charset="0"/>
              </a:defRPr>
            </a:lvl1pPr>
          </a:lstStyle>
          <a:p>
            <a:r>
              <a:rPr lang="en-US" dirty="0"/>
              <a:t>Click to insert icon</a:t>
            </a:r>
          </a:p>
        </p:txBody>
      </p:sp>
      <p:sp>
        <p:nvSpPr>
          <p:cNvPr id="38" name="Text Placeholder 21">
            <a:extLst>
              <a:ext uri="{FF2B5EF4-FFF2-40B4-BE49-F238E27FC236}">
                <a16:creationId xmlns:a16="http://schemas.microsoft.com/office/drawing/2014/main" id="{F38723C6-3426-0DED-BB4F-97CEC3A55F6D}"/>
              </a:ext>
            </a:extLst>
          </p:cNvPr>
          <p:cNvSpPr>
            <a:spLocks noGrp="1"/>
          </p:cNvSpPr>
          <p:nvPr>
            <p:ph type="body" sz="quarter" idx="43" hasCustomPrompt="1"/>
          </p:nvPr>
        </p:nvSpPr>
        <p:spPr>
          <a:xfrm>
            <a:off x="3555999" y="3983730"/>
            <a:ext cx="2146985" cy="323885"/>
          </a:xfrm>
          <a:prstGeom prst="rect">
            <a:avLst/>
          </a:prstGeom>
          <a:noFill/>
        </p:spPr>
        <p:txBody>
          <a:bodyPr lIns="0" tIns="0" rIns="0" bIns="0"/>
          <a:lstStyle>
            <a:lvl1pPr algn="l">
              <a:lnSpc>
                <a:spcPts val="1880"/>
              </a:lnSpc>
              <a:defRPr sz="1400" b="1" i="0">
                <a:solidFill>
                  <a:schemeClr val="tx1"/>
                </a:solidFill>
                <a:latin typeface="Oracle Sans" panose="020B0503020204020204" pitchFamily="34" charset="0"/>
                <a:cs typeface="Oracle Sans" panose="020B0503020204020204" pitchFamily="34" charset="0"/>
              </a:defRPr>
            </a:lvl1pPr>
          </a:lstStyle>
          <a:p>
            <a:pPr lvl="0"/>
            <a:r>
              <a:rPr lang="en-IN" dirty="0"/>
              <a:t>Subhead goes here.</a:t>
            </a:r>
            <a:endParaRPr lang="en-US" dirty="0"/>
          </a:p>
        </p:txBody>
      </p:sp>
      <p:sp>
        <p:nvSpPr>
          <p:cNvPr id="39" name="Text Placeholder 21">
            <a:extLst>
              <a:ext uri="{FF2B5EF4-FFF2-40B4-BE49-F238E27FC236}">
                <a16:creationId xmlns:a16="http://schemas.microsoft.com/office/drawing/2014/main" id="{C5BD3347-4E6D-B757-FB79-D3160FB48D01}"/>
              </a:ext>
            </a:extLst>
          </p:cNvPr>
          <p:cNvSpPr>
            <a:spLocks noGrp="1"/>
          </p:cNvSpPr>
          <p:nvPr>
            <p:ph type="body" sz="quarter" idx="44" hasCustomPrompt="1"/>
          </p:nvPr>
        </p:nvSpPr>
        <p:spPr>
          <a:xfrm>
            <a:off x="3555999" y="4377376"/>
            <a:ext cx="2146985" cy="1244947"/>
          </a:xfrm>
          <a:prstGeom prst="rect">
            <a:avLst/>
          </a:prstGeom>
          <a:noFill/>
        </p:spPr>
        <p:txBody>
          <a:bodyPr lIns="0" tIns="0" rIns="0" bIns="0"/>
          <a:lstStyle>
            <a:lvl1pPr algn="l">
              <a:lnSpc>
                <a:spcPct val="100000"/>
              </a:lnSpc>
              <a:defRPr sz="1200" b="0" i="0">
                <a:solidFill>
                  <a:schemeClr val="tx2"/>
                </a:solidFill>
                <a:latin typeface="Oracle Sans Light" panose="020B0403020204020204" pitchFamily="34" charset="0"/>
                <a:cs typeface="Oracle Sans Light" panose="020B0403020204020204" pitchFamily="34" charset="0"/>
              </a:defRPr>
            </a:lvl1pPr>
          </a:lstStyle>
          <a:p>
            <a:pPr lvl="0"/>
            <a:r>
              <a:rPr lang="en-IN" dirty="0"/>
              <a:t>Lorem ipsum </a:t>
            </a:r>
            <a:r>
              <a:rPr lang="en-IN" dirty="0" err="1"/>
              <a:t>dolor</a:t>
            </a:r>
            <a:r>
              <a:rPr lang="en-IN" dirty="0"/>
              <a:t> sit </a:t>
            </a:r>
            <a:r>
              <a:rPr lang="en-IN" dirty="0" err="1"/>
              <a:t>amet</a:t>
            </a:r>
            <a:r>
              <a:rPr lang="en-IN" dirty="0"/>
              <a:t>, </a:t>
            </a:r>
            <a:r>
              <a:rPr lang="en-IN" dirty="0" err="1"/>
              <a:t>consectetur</a:t>
            </a:r>
            <a:r>
              <a:rPr lang="en-IN" dirty="0"/>
              <a:t> </a:t>
            </a:r>
            <a:r>
              <a:rPr lang="en-IN" dirty="0" err="1"/>
              <a:t>adipiscing</a:t>
            </a:r>
            <a:r>
              <a:rPr lang="en-IN" dirty="0"/>
              <a:t> </a:t>
            </a:r>
            <a:r>
              <a:rPr lang="en-IN" dirty="0" err="1"/>
              <a:t>elit</a:t>
            </a:r>
            <a:r>
              <a:rPr lang="en-IN" dirty="0"/>
              <a:t>, </a:t>
            </a:r>
            <a:r>
              <a:rPr lang="en-IN" dirty="0" err="1"/>
              <a:t>sed</a:t>
            </a:r>
            <a:r>
              <a:rPr lang="en-IN" dirty="0"/>
              <a:t> do </a:t>
            </a:r>
            <a:r>
              <a:rPr lang="en-IN" dirty="0" err="1"/>
              <a:t>eiusmod</a:t>
            </a:r>
            <a:r>
              <a:rPr lang="en-IN" dirty="0"/>
              <a:t> </a:t>
            </a:r>
            <a:r>
              <a:rPr lang="en-IN" dirty="0" err="1"/>
              <a:t>tempor</a:t>
            </a:r>
            <a:r>
              <a:rPr lang="en-IN" dirty="0"/>
              <a:t> </a:t>
            </a:r>
            <a:r>
              <a:rPr lang="en-IN" dirty="0" err="1"/>
              <a:t>incididunt</a:t>
            </a:r>
            <a:r>
              <a:rPr lang="en-IN" dirty="0"/>
              <a:t> </a:t>
            </a:r>
            <a:r>
              <a:rPr lang="en-IN" dirty="0" err="1"/>
              <a:t>ut</a:t>
            </a:r>
            <a:r>
              <a:rPr lang="en-IN" dirty="0"/>
              <a:t> </a:t>
            </a:r>
            <a:r>
              <a:rPr lang="en-IN" dirty="0" err="1"/>
              <a:t>labore</a:t>
            </a:r>
            <a:r>
              <a:rPr lang="en-IN" dirty="0"/>
              <a:t> et dolore magna </a:t>
            </a:r>
            <a:r>
              <a:rPr lang="en-IN" dirty="0" err="1"/>
              <a:t>aliqua</a:t>
            </a:r>
            <a:r>
              <a:rPr lang="en-IN" dirty="0"/>
              <a:t>. </a:t>
            </a:r>
            <a:endParaRPr lang="en-US" dirty="0"/>
          </a:p>
        </p:txBody>
      </p:sp>
      <p:sp>
        <p:nvSpPr>
          <p:cNvPr id="40" name="Picture Placeholder 2">
            <a:extLst>
              <a:ext uri="{FF2B5EF4-FFF2-40B4-BE49-F238E27FC236}">
                <a16:creationId xmlns:a16="http://schemas.microsoft.com/office/drawing/2014/main" id="{0B8706A7-4339-AEA7-3538-6B11C9DE888F}"/>
              </a:ext>
            </a:extLst>
          </p:cNvPr>
          <p:cNvSpPr>
            <a:spLocks noGrp="1" noChangeAspect="1"/>
          </p:cNvSpPr>
          <p:nvPr>
            <p:ph type="pic" sz="quarter" idx="45" hasCustomPrompt="1"/>
          </p:nvPr>
        </p:nvSpPr>
        <p:spPr>
          <a:xfrm>
            <a:off x="6397301" y="1909175"/>
            <a:ext cx="1621625" cy="1525144"/>
          </a:xfrm>
          <a:noFill/>
        </p:spPr>
        <p:txBody>
          <a:bodyPr/>
          <a:lstStyle>
            <a:lvl1pPr>
              <a:defRPr sz="1200" b="0" i="0">
                <a:latin typeface="Oracle Sans Light" panose="020B0403020204020204" pitchFamily="34" charset="0"/>
                <a:cs typeface="Oracle Sans Light" panose="020B0403020204020204" pitchFamily="34" charset="0"/>
              </a:defRPr>
            </a:lvl1pPr>
          </a:lstStyle>
          <a:p>
            <a:r>
              <a:rPr lang="en-US" dirty="0"/>
              <a:t>Click to insert icon</a:t>
            </a:r>
          </a:p>
        </p:txBody>
      </p:sp>
      <p:sp>
        <p:nvSpPr>
          <p:cNvPr id="41" name="Text Placeholder 21">
            <a:extLst>
              <a:ext uri="{FF2B5EF4-FFF2-40B4-BE49-F238E27FC236}">
                <a16:creationId xmlns:a16="http://schemas.microsoft.com/office/drawing/2014/main" id="{7FFC3A72-CD29-1771-F4D6-1FE24E237316}"/>
              </a:ext>
            </a:extLst>
          </p:cNvPr>
          <p:cNvSpPr>
            <a:spLocks noGrp="1"/>
          </p:cNvSpPr>
          <p:nvPr>
            <p:ph type="body" sz="quarter" idx="46" hasCustomPrompt="1"/>
          </p:nvPr>
        </p:nvSpPr>
        <p:spPr>
          <a:xfrm>
            <a:off x="6400799" y="3983730"/>
            <a:ext cx="2146985" cy="323885"/>
          </a:xfrm>
          <a:prstGeom prst="rect">
            <a:avLst/>
          </a:prstGeom>
          <a:noFill/>
        </p:spPr>
        <p:txBody>
          <a:bodyPr lIns="0" tIns="0" rIns="0" bIns="0"/>
          <a:lstStyle>
            <a:lvl1pPr algn="l">
              <a:lnSpc>
                <a:spcPts val="1880"/>
              </a:lnSpc>
              <a:defRPr sz="1400" b="1" i="0">
                <a:solidFill>
                  <a:schemeClr val="tx1"/>
                </a:solidFill>
                <a:latin typeface="Oracle Sans" panose="020B0503020204020204" pitchFamily="34" charset="0"/>
                <a:cs typeface="Oracle Sans" panose="020B0503020204020204" pitchFamily="34" charset="0"/>
              </a:defRPr>
            </a:lvl1pPr>
          </a:lstStyle>
          <a:p>
            <a:pPr lvl="0"/>
            <a:r>
              <a:rPr lang="en-IN" dirty="0"/>
              <a:t>Subhead goes here.</a:t>
            </a:r>
            <a:endParaRPr lang="en-US" dirty="0"/>
          </a:p>
        </p:txBody>
      </p:sp>
      <p:sp>
        <p:nvSpPr>
          <p:cNvPr id="42" name="Text Placeholder 21">
            <a:extLst>
              <a:ext uri="{FF2B5EF4-FFF2-40B4-BE49-F238E27FC236}">
                <a16:creationId xmlns:a16="http://schemas.microsoft.com/office/drawing/2014/main" id="{3BE75DAD-03B8-A35F-313E-9021E9625E97}"/>
              </a:ext>
            </a:extLst>
          </p:cNvPr>
          <p:cNvSpPr>
            <a:spLocks noGrp="1"/>
          </p:cNvSpPr>
          <p:nvPr>
            <p:ph type="body" sz="quarter" idx="47" hasCustomPrompt="1"/>
          </p:nvPr>
        </p:nvSpPr>
        <p:spPr>
          <a:xfrm>
            <a:off x="6400799" y="4377376"/>
            <a:ext cx="2146985" cy="1244947"/>
          </a:xfrm>
          <a:prstGeom prst="rect">
            <a:avLst/>
          </a:prstGeom>
          <a:noFill/>
        </p:spPr>
        <p:txBody>
          <a:bodyPr lIns="0" tIns="0" rIns="0" bIns="0"/>
          <a:lstStyle>
            <a:lvl1pPr algn="l">
              <a:lnSpc>
                <a:spcPct val="100000"/>
              </a:lnSpc>
              <a:defRPr sz="1200" b="0" i="0">
                <a:solidFill>
                  <a:schemeClr val="tx2"/>
                </a:solidFill>
                <a:latin typeface="Oracle Sans Light" panose="020B0403020204020204" pitchFamily="34" charset="0"/>
                <a:cs typeface="Oracle Sans Light" panose="020B0403020204020204" pitchFamily="34" charset="0"/>
              </a:defRPr>
            </a:lvl1pPr>
          </a:lstStyle>
          <a:p>
            <a:pPr lvl="0"/>
            <a:r>
              <a:rPr lang="en-IN" dirty="0"/>
              <a:t>Lorem ipsum </a:t>
            </a:r>
            <a:r>
              <a:rPr lang="en-IN" dirty="0" err="1"/>
              <a:t>dolor</a:t>
            </a:r>
            <a:r>
              <a:rPr lang="en-IN" dirty="0"/>
              <a:t> sit </a:t>
            </a:r>
            <a:r>
              <a:rPr lang="en-IN" dirty="0" err="1"/>
              <a:t>amet</a:t>
            </a:r>
            <a:r>
              <a:rPr lang="en-IN" dirty="0"/>
              <a:t>, </a:t>
            </a:r>
            <a:r>
              <a:rPr lang="en-IN" dirty="0" err="1"/>
              <a:t>consectetur</a:t>
            </a:r>
            <a:r>
              <a:rPr lang="en-IN" dirty="0"/>
              <a:t> </a:t>
            </a:r>
            <a:r>
              <a:rPr lang="en-IN" dirty="0" err="1"/>
              <a:t>adipiscing</a:t>
            </a:r>
            <a:r>
              <a:rPr lang="en-IN" dirty="0"/>
              <a:t> </a:t>
            </a:r>
            <a:r>
              <a:rPr lang="en-IN" dirty="0" err="1"/>
              <a:t>elit</a:t>
            </a:r>
            <a:r>
              <a:rPr lang="en-IN" dirty="0"/>
              <a:t>, </a:t>
            </a:r>
            <a:r>
              <a:rPr lang="en-IN" dirty="0" err="1"/>
              <a:t>sed</a:t>
            </a:r>
            <a:r>
              <a:rPr lang="en-IN" dirty="0"/>
              <a:t> do </a:t>
            </a:r>
            <a:r>
              <a:rPr lang="en-IN" dirty="0" err="1"/>
              <a:t>eiusmod</a:t>
            </a:r>
            <a:r>
              <a:rPr lang="en-IN" dirty="0"/>
              <a:t> </a:t>
            </a:r>
            <a:r>
              <a:rPr lang="en-IN" dirty="0" err="1"/>
              <a:t>tempor</a:t>
            </a:r>
            <a:r>
              <a:rPr lang="en-IN" dirty="0"/>
              <a:t> </a:t>
            </a:r>
            <a:r>
              <a:rPr lang="en-IN" dirty="0" err="1"/>
              <a:t>incididunt</a:t>
            </a:r>
            <a:r>
              <a:rPr lang="en-IN" dirty="0"/>
              <a:t> </a:t>
            </a:r>
            <a:r>
              <a:rPr lang="en-IN" dirty="0" err="1"/>
              <a:t>ut</a:t>
            </a:r>
            <a:r>
              <a:rPr lang="en-IN" dirty="0"/>
              <a:t> </a:t>
            </a:r>
            <a:r>
              <a:rPr lang="en-IN" dirty="0" err="1"/>
              <a:t>labore</a:t>
            </a:r>
            <a:r>
              <a:rPr lang="en-IN" dirty="0"/>
              <a:t> et dolore magna </a:t>
            </a:r>
            <a:r>
              <a:rPr lang="en-IN" dirty="0" err="1"/>
              <a:t>aliqua</a:t>
            </a:r>
            <a:r>
              <a:rPr lang="en-IN" dirty="0"/>
              <a:t>. </a:t>
            </a:r>
            <a:endParaRPr lang="en-US" dirty="0"/>
          </a:p>
        </p:txBody>
      </p:sp>
      <p:sp>
        <p:nvSpPr>
          <p:cNvPr id="43" name="Picture Placeholder 2">
            <a:extLst>
              <a:ext uri="{FF2B5EF4-FFF2-40B4-BE49-F238E27FC236}">
                <a16:creationId xmlns:a16="http://schemas.microsoft.com/office/drawing/2014/main" id="{A564445D-3622-F94F-5F5B-64E25C182894}"/>
              </a:ext>
            </a:extLst>
          </p:cNvPr>
          <p:cNvSpPr>
            <a:spLocks noGrp="1" noChangeAspect="1"/>
          </p:cNvSpPr>
          <p:nvPr>
            <p:ph type="pic" sz="quarter" idx="48" hasCustomPrompt="1"/>
          </p:nvPr>
        </p:nvSpPr>
        <p:spPr>
          <a:xfrm>
            <a:off x="9235439" y="1895271"/>
            <a:ext cx="1621625" cy="1525144"/>
          </a:xfrm>
          <a:noFill/>
        </p:spPr>
        <p:txBody>
          <a:bodyPr/>
          <a:lstStyle>
            <a:lvl1pPr>
              <a:defRPr sz="1200" b="0" i="0">
                <a:latin typeface="Oracle Sans Light" panose="020B0403020204020204" pitchFamily="34" charset="0"/>
                <a:cs typeface="Oracle Sans Light" panose="020B0403020204020204" pitchFamily="34" charset="0"/>
              </a:defRPr>
            </a:lvl1pPr>
          </a:lstStyle>
          <a:p>
            <a:r>
              <a:rPr lang="en-US" dirty="0"/>
              <a:t>Click to insert icon</a:t>
            </a:r>
          </a:p>
        </p:txBody>
      </p:sp>
      <p:sp>
        <p:nvSpPr>
          <p:cNvPr id="44" name="Text Placeholder 21">
            <a:extLst>
              <a:ext uri="{FF2B5EF4-FFF2-40B4-BE49-F238E27FC236}">
                <a16:creationId xmlns:a16="http://schemas.microsoft.com/office/drawing/2014/main" id="{D73D98F3-F032-F349-D6FF-9956A80B2C0C}"/>
              </a:ext>
            </a:extLst>
          </p:cNvPr>
          <p:cNvSpPr>
            <a:spLocks noGrp="1"/>
          </p:cNvSpPr>
          <p:nvPr>
            <p:ph type="body" sz="quarter" idx="49" hasCustomPrompt="1"/>
          </p:nvPr>
        </p:nvSpPr>
        <p:spPr>
          <a:xfrm>
            <a:off x="9235439" y="3983730"/>
            <a:ext cx="2146985" cy="323885"/>
          </a:xfrm>
          <a:prstGeom prst="rect">
            <a:avLst/>
          </a:prstGeom>
          <a:noFill/>
        </p:spPr>
        <p:txBody>
          <a:bodyPr lIns="0" tIns="0" rIns="0" bIns="0"/>
          <a:lstStyle>
            <a:lvl1pPr algn="l">
              <a:lnSpc>
                <a:spcPts val="1880"/>
              </a:lnSpc>
              <a:defRPr sz="1400" b="1" i="0">
                <a:solidFill>
                  <a:schemeClr val="tx1"/>
                </a:solidFill>
                <a:latin typeface="Oracle Sans" panose="020B0503020204020204" pitchFamily="34" charset="0"/>
                <a:cs typeface="Oracle Sans" panose="020B0503020204020204" pitchFamily="34" charset="0"/>
              </a:defRPr>
            </a:lvl1pPr>
          </a:lstStyle>
          <a:p>
            <a:pPr lvl="0"/>
            <a:r>
              <a:rPr lang="en-IN" dirty="0"/>
              <a:t>Subhead goes here.</a:t>
            </a:r>
            <a:endParaRPr lang="en-US" dirty="0"/>
          </a:p>
        </p:txBody>
      </p:sp>
      <p:sp>
        <p:nvSpPr>
          <p:cNvPr id="45" name="Text Placeholder 21">
            <a:extLst>
              <a:ext uri="{FF2B5EF4-FFF2-40B4-BE49-F238E27FC236}">
                <a16:creationId xmlns:a16="http://schemas.microsoft.com/office/drawing/2014/main" id="{E7F065D2-DFCA-69F0-EFCE-5436B4BBA960}"/>
              </a:ext>
            </a:extLst>
          </p:cNvPr>
          <p:cNvSpPr>
            <a:spLocks noGrp="1"/>
          </p:cNvSpPr>
          <p:nvPr>
            <p:ph type="body" sz="quarter" idx="50" hasCustomPrompt="1"/>
          </p:nvPr>
        </p:nvSpPr>
        <p:spPr>
          <a:xfrm>
            <a:off x="9235439" y="4377376"/>
            <a:ext cx="2146985" cy="1244947"/>
          </a:xfrm>
          <a:prstGeom prst="rect">
            <a:avLst/>
          </a:prstGeom>
          <a:noFill/>
        </p:spPr>
        <p:txBody>
          <a:bodyPr lIns="0" tIns="0" rIns="0" bIns="0"/>
          <a:lstStyle>
            <a:lvl1pPr algn="l">
              <a:lnSpc>
                <a:spcPct val="100000"/>
              </a:lnSpc>
              <a:defRPr sz="1200" b="0" i="0">
                <a:solidFill>
                  <a:schemeClr val="tx2"/>
                </a:solidFill>
                <a:latin typeface="Oracle Sans Light" panose="020B0403020204020204" pitchFamily="34" charset="0"/>
                <a:cs typeface="Oracle Sans Light" panose="020B0403020204020204" pitchFamily="34" charset="0"/>
              </a:defRPr>
            </a:lvl1pPr>
          </a:lstStyle>
          <a:p>
            <a:pPr lvl="0"/>
            <a:r>
              <a:rPr lang="en-IN" dirty="0"/>
              <a:t>Lorem ipsum </a:t>
            </a:r>
            <a:r>
              <a:rPr lang="en-IN" dirty="0" err="1"/>
              <a:t>dolor</a:t>
            </a:r>
            <a:r>
              <a:rPr lang="en-IN" dirty="0"/>
              <a:t> sit </a:t>
            </a:r>
            <a:r>
              <a:rPr lang="en-IN" dirty="0" err="1"/>
              <a:t>amet</a:t>
            </a:r>
            <a:r>
              <a:rPr lang="en-IN" dirty="0"/>
              <a:t>, </a:t>
            </a:r>
            <a:r>
              <a:rPr lang="en-IN" dirty="0" err="1"/>
              <a:t>consectetur</a:t>
            </a:r>
            <a:r>
              <a:rPr lang="en-IN" dirty="0"/>
              <a:t> </a:t>
            </a:r>
            <a:r>
              <a:rPr lang="en-IN" dirty="0" err="1"/>
              <a:t>adipiscing</a:t>
            </a:r>
            <a:r>
              <a:rPr lang="en-IN" dirty="0"/>
              <a:t> </a:t>
            </a:r>
            <a:r>
              <a:rPr lang="en-IN" dirty="0" err="1"/>
              <a:t>elit</a:t>
            </a:r>
            <a:r>
              <a:rPr lang="en-IN" dirty="0"/>
              <a:t>, </a:t>
            </a:r>
            <a:r>
              <a:rPr lang="en-IN" dirty="0" err="1"/>
              <a:t>sed</a:t>
            </a:r>
            <a:r>
              <a:rPr lang="en-IN" dirty="0"/>
              <a:t> do </a:t>
            </a:r>
            <a:r>
              <a:rPr lang="en-IN" dirty="0" err="1"/>
              <a:t>eiusmod</a:t>
            </a:r>
            <a:r>
              <a:rPr lang="en-IN" dirty="0"/>
              <a:t> </a:t>
            </a:r>
            <a:r>
              <a:rPr lang="en-IN" dirty="0" err="1"/>
              <a:t>tempor</a:t>
            </a:r>
            <a:r>
              <a:rPr lang="en-IN" dirty="0"/>
              <a:t> </a:t>
            </a:r>
            <a:r>
              <a:rPr lang="en-IN" dirty="0" err="1"/>
              <a:t>incididunt</a:t>
            </a:r>
            <a:r>
              <a:rPr lang="en-IN" dirty="0"/>
              <a:t> </a:t>
            </a:r>
            <a:r>
              <a:rPr lang="en-IN" dirty="0" err="1"/>
              <a:t>ut</a:t>
            </a:r>
            <a:r>
              <a:rPr lang="en-IN" dirty="0"/>
              <a:t> </a:t>
            </a:r>
            <a:r>
              <a:rPr lang="en-IN" dirty="0" err="1"/>
              <a:t>labore</a:t>
            </a:r>
            <a:r>
              <a:rPr lang="en-IN" dirty="0"/>
              <a:t> et dolore magna </a:t>
            </a:r>
            <a:r>
              <a:rPr lang="en-IN" dirty="0" err="1"/>
              <a:t>aliqua</a:t>
            </a:r>
            <a:r>
              <a:rPr lang="en-IN" dirty="0"/>
              <a:t>. </a:t>
            </a:r>
            <a:endParaRPr lang="en-US" dirty="0"/>
          </a:p>
        </p:txBody>
      </p:sp>
      <p:sp>
        <p:nvSpPr>
          <p:cNvPr id="4" name="Slide Number Placeholder 5">
            <a:extLst>
              <a:ext uri="{FF2B5EF4-FFF2-40B4-BE49-F238E27FC236}">
                <a16:creationId xmlns:a16="http://schemas.microsoft.com/office/drawing/2014/main" id="{35486A6A-0DF8-D0B1-DD1E-C46872A04421}"/>
              </a:ext>
            </a:extLst>
          </p:cNvPr>
          <p:cNvSpPr>
            <a:spLocks noGrp="1"/>
          </p:cNvSpPr>
          <p:nvPr>
            <p:ph type="sldNum" sz="quarter" idx="40"/>
          </p:nvPr>
        </p:nvSpPr>
        <p:spPr>
          <a:xfrm>
            <a:off x="762000" y="6423660"/>
            <a:ext cx="365760" cy="365760"/>
          </a:xfrm>
        </p:spPr>
        <p:txBody>
          <a:bodyPr/>
          <a:lstStyle>
            <a:lvl1pPr>
              <a:defRPr>
                <a:solidFill>
                  <a:srgbClr val="8B8580"/>
                </a:solidFill>
              </a:defRPr>
            </a:lvl1pPr>
          </a:lstStyle>
          <a:p>
            <a:fld id="{345D60D9-5372-5F40-9443-0F9AE5BDC3C8}" type="slidenum">
              <a:rPr lang="en-US" smtClean="0"/>
              <a:pPr/>
              <a:t>‹#›</a:t>
            </a:fld>
            <a:endParaRPr lang="en-US" dirty="0"/>
          </a:p>
        </p:txBody>
      </p:sp>
      <p:sp>
        <p:nvSpPr>
          <p:cNvPr id="7" name="Footer Placeholder 4">
            <a:extLst>
              <a:ext uri="{FF2B5EF4-FFF2-40B4-BE49-F238E27FC236}">
                <a16:creationId xmlns:a16="http://schemas.microsoft.com/office/drawing/2014/main" id="{B80127FD-69D4-AF35-6F5B-E441DC6D05F0}"/>
              </a:ext>
            </a:extLst>
          </p:cNvPr>
          <p:cNvSpPr>
            <a:spLocks noGrp="1"/>
          </p:cNvSpPr>
          <p:nvPr>
            <p:ph type="ftr" sz="quarter" idx="39"/>
          </p:nvPr>
        </p:nvSpPr>
        <p:spPr>
          <a:xfrm>
            <a:off x="1127759" y="6423978"/>
            <a:ext cx="5745379" cy="365125"/>
          </a:xfrm>
        </p:spPr>
        <p:txBody>
          <a:bodyPr/>
          <a:lstStyle>
            <a:lvl1pPr>
              <a:defRPr>
                <a:solidFill>
                  <a:srgbClr val="8B8580"/>
                </a:solidFill>
              </a:defRPr>
            </a:lvl1pPr>
          </a:lstStyle>
          <a:p>
            <a:r>
              <a:rPr lang="en-US"/>
              <a:t>Copyright © 2025, Oracle and/or its affiliates |  Confidential: Internal/Restricted/Highly Restricted</a:t>
            </a:r>
            <a:endParaRPr lang="en-US" dirty="0"/>
          </a:p>
        </p:txBody>
      </p:sp>
      <p:sp>
        <p:nvSpPr>
          <p:cNvPr id="12" name="Date Placeholder 3">
            <a:extLst>
              <a:ext uri="{FF2B5EF4-FFF2-40B4-BE49-F238E27FC236}">
                <a16:creationId xmlns:a16="http://schemas.microsoft.com/office/drawing/2014/main" id="{D81B816E-5663-5300-A4CD-34FAA5D8B8E9}"/>
              </a:ext>
            </a:extLst>
          </p:cNvPr>
          <p:cNvSpPr>
            <a:spLocks noGrp="1"/>
          </p:cNvSpPr>
          <p:nvPr>
            <p:ph type="dt" sz="half" idx="38"/>
          </p:nvPr>
        </p:nvSpPr>
        <p:spPr>
          <a:xfrm>
            <a:off x="6873138" y="6425604"/>
            <a:ext cx="2743200" cy="363500"/>
          </a:xfrm>
        </p:spPr>
        <p:txBody>
          <a:bodyPr/>
          <a:lstStyle>
            <a:lvl1pPr>
              <a:defRPr>
                <a:solidFill>
                  <a:srgbClr val="8B8580"/>
                </a:solidFill>
              </a:defRPr>
            </a:lvl1pPr>
          </a:lstStyle>
          <a:p>
            <a:r>
              <a:rPr lang="en-US"/>
              <a:t>[Date]</a:t>
            </a:r>
            <a:endParaRPr lang="en-US" dirty="0"/>
          </a:p>
        </p:txBody>
      </p:sp>
    </p:spTree>
    <p:extLst>
      <p:ext uri="{BB962C8B-B14F-4D97-AF65-F5344CB8AC3E}">
        <p14:creationId xmlns:p14="http://schemas.microsoft.com/office/powerpoint/2010/main" val="1841221845"/>
      </p:ext>
    </p:extLst>
  </p:cSld>
  <p:clrMapOvr>
    <a:overrideClrMapping bg1="lt1" tx1="dk1" bg2="lt2" tx2="dk2" accent1="accent1" accent2="accent2" accent3="accent3" accent4="accent4" accent5="accent5" accent6="accent6" hlink="hlink" folHlink="folHlink"/>
  </p:clrMapOvr>
  <p:transition>
    <p:fade/>
  </p:transition>
  <p:extLst>
    <p:ext uri="{DCECCB84-F9BA-43D5-87BE-67443E8EF086}">
      <p15:sldGuideLst xmlns:p15="http://schemas.microsoft.com/office/powerpoint/2012/main">
        <p15:guide id="1" orient="horz" pos="2160">
          <p15:clr>
            <a:srgbClr val="FBAE40"/>
          </p15:clr>
        </p15:guide>
        <p15:guide id="2" pos="3840">
          <p15:clr>
            <a:srgbClr val="FBAE40"/>
          </p15:clr>
        </p15:guide>
      </p15:sldGuideLst>
    </p:ext>
  </p:extLst>
</p:sldLayout>
</file>

<file path=ppt/slideLayouts/slideLayout39.xml><?xml version="1.0" encoding="utf-8"?>
<p:sldLayout xmlns:a="http://schemas.openxmlformats.org/drawingml/2006/main" xmlns:r="http://schemas.openxmlformats.org/officeDocument/2006/relationships" xmlns:p="http://schemas.openxmlformats.org/presentationml/2006/main" preserve="1" userDrawn="1">
  <p:cSld name="4 Icons + Short Copy_Bark">
    <p:bg>
      <p:bgRef idx="1001">
        <a:schemeClr val="bg1"/>
      </p:bgRef>
    </p:bg>
    <p:spTree>
      <p:nvGrpSpPr>
        <p:cNvPr id="1" name=""/>
        <p:cNvGrpSpPr/>
        <p:nvPr/>
      </p:nvGrpSpPr>
      <p:grpSpPr>
        <a:xfrm>
          <a:off x="0" y="0"/>
          <a:ext cx="0" cy="0"/>
          <a:chOff x="0" y="0"/>
          <a:chExt cx="0" cy="0"/>
        </a:xfrm>
      </p:grpSpPr>
      <p:sp>
        <p:nvSpPr>
          <p:cNvPr id="8" name="Title 7">
            <a:extLst>
              <a:ext uri="{FF2B5EF4-FFF2-40B4-BE49-F238E27FC236}">
                <a16:creationId xmlns:a16="http://schemas.microsoft.com/office/drawing/2014/main" id="{358B48DD-4D54-4AC7-8AB9-59BEB3B7003A}"/>
              </a:ext>
            </a:extLst>
          </p:cNvPr>
          <p:cNvSpPr>
            <a:spLocks noGrp="1"/>
          </p:cNvSpPr>
          <p:nvPr>
            <p:ph type="title" hasCustomPrompt="1"/>
          </p:nvPr>
        </p:nvSpPr>
        <p:spPr/>
        <p:txBody>
          <a:bodyPr/>
          <a:lstStyle>
            <a:lvl1pPr>
              <a:defRPr b="1" i="0">
                <a:latin typeface="Oracle Sans Tab" panose="020B0503020204020204" pitchFamily="34" charset="0"/>
                <a:cs typeface="Oracle Sans Tab" panose="020B0503020204020204" pitchFamily="34" charset="0"/>
              </a:defRPr>
            </a:lvl1pPr>
          </a:lstStyle>
          <a:p>
            <a:r>
              <a:rPr lang="en-US" dirty="0"/>
              <a:t>Title</a:t>
            </a:r>
          </a:p>
        </p:txBody>
      </p:sp>
      <p:sp>
        <p:nvSpPr>
          <p:cNvPr id="3" name="Picture Placeholder 2">
            <a:extLst>
              <a:ext uri="{FF2B5EF4-FFF2-40B4-BE49-F238E27FC236}">
                <a16:creationId xmlns:a16="http://schemas.microsoft.com/office/drawing/2014/main" id="{C7E4901C-1507-39BE-DD20-6C1C61024C01}"/>
              </a:ext>
            </a:extLst>
          </p:cNvPr>
          <p:cNvSpPr>
            <a:spLocks noGrp="1" noChangeAspect="1"/>
          </p:cNvSpPr>
          <p:nvPr>
            <p:ph type="pic" sz="quarter" idx="26" hasCustomPrompt="1"/>
          </p:nvPr>
        </p:nvSpPr>
        <p:spPr>
          <a:xfrm>
            <a:off x="761999" y="1902519"/>
            <a:ext cx="1621625" cy="1525144"/>
          </a:xfrm>
          <a:noFill/>
        </p:spPr>
        <p:txBody>
          <a:bodyPr/>
          <a:lstStyle>
            <a:lvl1pPr>
              <a:defRPr sz="1200" b="0" i="0">
                <a:latin typeface="Oracle Sans Light" panose="020B0403020204020204" pitchFamily="34" charset="0"/>
                <a:cs typeface="Oracle Sans Light" panose="020B0403020204020204" pitchFamily="34" charset="0"/>
              </a:defRPr>
            </a:lvl1pPr>
          </a:lstStyle>
          <a:p>
            <a:r>
              <a:rPr lang="en-US" dirty="0"/>
              <a:t>Click to insert icon</a:t>
            </a:r>
          </a:p>
        </p:txBody>
      </p:sp>
      <p:sp>
        <p:nvSpPr>
          <p:cNvPr id="5" name="Text Placeholder 21">
            <a:extLst>
              <a:ext uri="{FF2B5EF4-FFF2-40B4-BE49-F238E27FC236}">
                <a16:creationId xmlns:a16="http://schemas.microsoft.com/office/drawing/2014/main" id="{61551457-6641-DDDD-240B-95CD9A763C92}"/>
              </a:ext>
            </a:extLst>
          </p:cNvPr>
          <p:cNvSpPr>
            <a:spLocks noGrp="1"/>
          </p:cNvSpPr>
          <p:nvPr>
            <p:ph type="body" sz="quarter" idx="25" hasCustomPrompt="1"/>
          </p:nvPr>
        </p:nvSpPr>
        <p:spPr>
          <a:xfrm>
            <a:off x="761999" y="3983730"/>
            <a:ext cx="2146985" cy="323885"/>
          </a:xfrm>
          <a:prstGeom prst="rect">
            <a:avLst/>
          </a:prstGeom>
          <a:noFill/>
        </p:spPr>
        <p:txBody>
          <a:bodyPr lIns="0" tIns="0" rIns="0" bIns="0"/>
          <a:lstStyle>
            <a:lvl1pPr algn="l">
              <a:lnSpc>
                <a:spcPts val="1880"/>
              </a:lnSpc>
              <a:defRPr sz="1400" b="1" i="0">
                <a:solidFill>
                  <a:schemeClr val="tx1"/>
                </a:solidFill>
                <a:latin typeface="Oracle Sans" panose="020B0503020204020204" pitchFamily="34" charset="0"/>
                <a:cs typeface="Oracle Sans" panose="020B0503020204020204" pitchFamily="34" charset="0"/>
              </a:defRPr>
            </a:lvl1pPr>
          </a:lstStyle>
          <a:p>
            <a:pPr lvl="0"/>
            <a:r>
              <a:rPr lang="en-IN" dirty="0"/>
              <a:t>Subhead goes here.</a:t>
            </a:r>
            <a:endParaRPr lang="en-US" dirty="0"/>
          </a:p>
        </p:txBody>
      </p:sp>
      <p:sp>
        <p:nvSpPr>
          <p:cNvPr id="7" name="Text Placeholder 21">
            <a:extLst>
              <a:ext uri="{FF2B5EF4-FFF2-40B4-BE49-F238E27FC236}">
                <a16:creationId xmlns:a16="http://schemas.microsoft.com/office/drawing/2014/main" id="{2513FA9D-BD92-8325-94F0-EE985AA1BDEE}"/>
              </a:ext>
            </a:extLst>
          </p:cNvPr>
          <p:cNvSpPr>
            <a:spLocks noGrp="1"/>
          </p:cNvSpPr>
          <p:nvPr>
            <p:ph type="body" sz="quarter" idx="24" hasCustomPrompt="1"/>
          </p:nvPr>
        </p:nvSpPr>
        <p:spPr>
          <a:xfrm>
            <a:off x="761999" y="4377376"/>
            <a:ext cx="2146985" cy="1244947"/>
          </a:xfrm>
          <a:prstGeom prst="rect">
            <a:avLst/>
          </a:prstGeom>
          <a:noFill/>
        </p:spPr>
        <p:txBody>
          <a:bodyPr lIns="0" tIns="0" rIns="0" bIns="0"/>
          <a:lstStyle>
            <a:lvl1pPr algn="l">
              <a:lnSpc>
                <a:spcPct val="100000"/>
              </a:lnSpc>
              <a:defRPr sz="1200" b="0" i="0">
                <a:solidFill>
                  <a:schemeClr val="tx2"/>
                </a:solidFill>
                <a:latin typeface="Oracle Sans Light" panose="020B0403020204020204" pitchFamily="34" charset="0"/>
                <a:cs typeface="Oracle Sans Light" panose="020B0403020204020204" pitchFamily="34" charset="0"/>
              </a:defRPr>
            </a:lvl1pPr>
          </a:lstStyle>
          <a:p>
            <a:pPr lvl="0"/>
            <a:r>
              <a:rPr lang="en-IN" dirty="0"/>
              <a:t>Lorem ipsum </a:t>
            </a:r>
            <a:r>
              <a:rPr lang="en-IN" dirty="0" err="1"/>
              <a:t>dolor</a:t>
            </a:r>
            <a:r>
              <a:rPr lang="en-IN" dirty="0"/>
              <a:t> sit </a:t>
            </a:r>
            <a:r>
              <a:rPr lang="en-IN" dirty="0" err="1"/>
              <a:t>amet</a:t>
            </a:r>
            <a:r>
              <a:rPr lang="en-IN" dirty="0"/>
              <a:t>, </a:t>
            </a:r>
            <a:r>
              <a:rPr lang="en-IN" dirty="0" err="1"/>
              <a:t>consectetur</a:t>
            </a:r>
            <a:r>
              <a:rPr lang="en-IN" dirty="0"/>
              <a:t> </a:t>
            </a:r>
            <a:r>
              <a:rPr lang="en-IN" dirty="0" err="1"/>
              <a:t>adipiscing</a:t>
            </a:r>
            <a:r>
              <a:rPr lang="en-IN" dirty="0"/>
              <a:t> </a:t>
            </a:r>
            <a:r>
              <a:rPr lang="en-IN" dirty="0" err="1"/>
              <a:t>elit</a:t>
            </a:r>
            <a:r>
              <a:rPr lang="en-IN" dirty="0"/>
              <a:t>, </a:t>
            </a:r>
            <a:r>
              <a:rPr lang="en-IN" dirty="0" err="1"/>
              <a:t>sed</a:t>
            </a:r>
            <a:r>
              <a:rPr lang="en-IN" dirty="0"/>
              <a:t> do </a:t>
            </a:r>
            <a:r>
              <a:rPr lang="en-IN" dirty="0" err="1"/>
              <a:t>eiusmod</a:t>
            </a:r>
            <a:r>
              <a:rPr lang="en-IN" dirty="0"/>
              <a:t> </a:t>
            </a:r>
            <a:r>
              <a:rPr lang="en-IN" dirty="0" err="1"/>
              <a:t>tempor</a:t>
            </a:r>
            <a:r>
              <a:rPr lang="en-IN" dirty="0"/>
              <a:t> </a:t>
            </a:r>
            <a:r>
              <a:rPr lang="en-IN" dirty="0" err="1"/>
              <a:t>incididunt</a:t>
            </a:r>
            <a:r>
              <a:rPr lang="en-IN" dirty="0"/>
              <a:t> </a:t>
            </a:r>
            <a:r>
              <a:rPr lang="en-IN" dirty="0" err="1"/>
              <a:t>ut</a:t>
            </a:r>
            <a:r>
              <a:rPr lang="en-IN" dirty="0"/>
              <a:t> </a:t>
            </a:r>
            <a:r>
              <a:rPr lang="en-IN" dirty="0" err="1"/>
              <a:t>labore</a:t>
            </a:r>
            <a:r>
              <a:rPr lang="en-IN" dirty="0"/>
              <a:t> et dolore magna </a:t>
            </a:r>
            <a:r>
              <a:rPr lang="en-IN" dirty="0" err="1"/>
              <a:t>aliqua</a:t>
            </a:r>
            <a:r>
              <a:rPr lang="en-IN" dirty="0"/>
              <a:t>. </a:t>
            </a:r>
            <a:endParaRPr lang="en-US" dirty="0"/>
          </a:p>
        </p:txBody>
      </p:sp>
      <p:cxnSp>
        <p:nvCxnSpPr>
          <p:cNvPr id="9" name="Straight Connector 8">
            <a:extLst>
              <a:ext uri="{FF2B5EF4-FFF2-40B4-BE49-F238E27FC236}">
                <a16:creationId xmlns:a16="http://schemas.microsoft.com/office/drawing/2014/main" id="{1CB99CA1-E14C-B2B5-027D-021E4777E9B8}"/>
              </a:ext>
              <a:ext uri="{C183D7F6-B498-43B3-948B-1728B52AA6E4}">
                <adec:decorative xmlns:adec="http://schemas.microsoft.com/office/drawing/2017/decorative" val="1"/>
              </a:ext>
            </a:extLst>
          </p:cNvPr>
          <p:cNvCxnSpPr>
            <a:cxnSpLocks/>
          </p:cNvCxnSpPr>
          <p:nvPr userDrawn="1"/>
        </p:nvCxnSpPr>
        <p:spPr>
          <a:xfrm>
            <a:off x="3215680" y="1588179"/>
            <a:ext cx="0" cy="4378421"/>
          </a:xfrm>
          <a:prstGeom prst="line">
            <a:avLst/>
          </a:prstGeom>
          <a:ln>
            <a:solidFill>
              <a:srgbClr val="AEA8A2">
                <a:alpha val="50000"/>
              </a:srgbClr>
            </a:solidFill>
          </a:ln>
        </p:spPr>
        <p:style>
          <a:lnRef idx="1">
            <a:schemeClr val="accent1"/>
          </a:lnRef>
          <a:fillRef idx="0">
            <a:schemeClr val="accent1"/>
          </a:fillRef>
          <a:effectRef idx="0">
            <a:schemeClr val="accent1"/>
          </a:effectRef>
          <a:fontRef idx="minor">
            <a:schemeClr val="tx1"/>
          </a:fontRef>
        </p:style>
      </p:cxnSp>
      <p:cxnSp>
        <p:nvCxnSpPr>
          <p:cNvPr id="10" name="Straight Connector 9">
            <a:extLst>
              <a:ext uri="{FF2B5EF4-FFF2-40B4-BE49-F238E27FC236}">
                <a16:creationId xmlns:a16="http://schemas.microsoft.com/office/drawing/2014/main" id="{C1D5636A-EF3E-A78D-E743-45902E292E81}"/>
              </a:ext>
              <a:ext uri="{C183D7F6-B498-43B3-948B-1728B52AA6E4}">
                <adec:decorative xmlns:adec="http://schemas.microsoft.com/office/drawing/2017/decorative" val="1"/>
              </a:ext>
            </a:extLst>
          </p:cNvPr>
          <p:cNvCxnSpPr>
            <a:cxnSpLocks/>
          </p:cNvCxnSpPr>
          <p:nvPr userDrawn="1"/>
        </p:nvCxnSpPr>
        <p:spPr>
          <a:xfrm>
            <a:off x="6059996" y="1588179"/>
            <a:ext cx="0" cy="4378421"/>
          </a:xfrm>
          <a:prstGeom prst="line">
            <a:avLst/>
          </a:prstGeom>
          <a:ln>
            <a:solidFill>
              <a:srgbClr val="AEA8A2">
                <a:alpha val="50000"/>
              </a:srgbClr>
            </a:solidFill>
          </a:ln>
        </p:spPr>
        <p:style>
          <a:lnRef idx="1">
            <a:schemeClr val="accent1"/>
          </a:lnRef>
          <a:fillRef idx="0">
            <a:schemeClr val="accent1"/>
          </a:fillRef>
          <a:effectRef idx="0">
            <a:schemeClr val="accent1"/>
          </a:effectRef>
          <a:fontRef idx="minor">
            <a:schemeClr val="tx1"/>
          </a:fontRef>
        </p:style>
      </p:cxnSp>
      <p:cxnSp>
        <p:nvCxnSpPr>
          <p:cNvPr id="11" name="Straight Connector 10">
            <a:extLst>
              <a:ext uri="{FF2B5EF4-FFF2-40B4-BE49-F238E27FC236}">
                <a16:creationId xmlns:a16="http://schemas.microsoft.com/office/drawing/2014/main" id="{0B7B7CE0-FF2D-FD66-71C0-5DAE9C4FF9F5}"/>
              </a:ext>
              <a:ext uri="{C183D7F6-B498-43B3-948B-1728B52AA6E4}">
                <adec:decorative xmlns:adec="http://schemas.microsoft.com/office/drawing/2017/decorative" val="1"/>
              </a:ext>
            </a:extLst>
          </p:cNvPr>
          <p:cNvCxnSpPr>
            <a:cxnSpLocks/>
          </p:cNvCxnSpPr>
          <p:nvPr userDrawn="1"/>
        </p:nvCxnSpPr>
        <p:spPr>
          <a:xfrm>
            <a:off x="8904312" y="1588179"/>
            <a:ext cx="0" cy="4378421"/>
          </a:xfrm>
          <a:prstGeom prst="line">
            <a:avLst/>
          </a:prstGeom>
          <a:ln>
            <a:solidFill>
              <a:srgbClr val="AEA8A2">
                <a:alpha val="50000"/>
              </a:srgbClr>
            </a:solidFill>
          </a:ln>
        </p:spPr>
        <p:style>
          <a:lnRef idx="1">
            <a:schemeClr val="accent1"/>
          </a:lnRef>
          <a:fillRef idx="0">
            <a:schemeClr val="accent1"/>
          </a:fillRef>
          <a:effectRef idx="0">
            <a:schemeClr val="accent1"/>
          </a:effectRef>
          <a:fontRef idx="minor">
            <a:schemeClr val="tx1"/>
          </a:fontRef>
        </p:style>
      </p:cxnSp>
      <p:sp>
        <p:nvSpPr>
          <p:cNvPr id="12" name="Picture Placeholder 2">
            <a:extLst>
              <a:ext uri="{FF2B5EF4-FFF2-40B4-BE49-F238E27FC236}">
                <a16:creationId xmlns:a16="http://schemas.microsoft.com/office/drawing/2014/main" id="{8EB08C3B-5F1B-B23E-C552-A32FACD30973}"/>
              </a:ext>
            </a:extLst>
          </p:cNvPr>
          <p:cNvSpPr>
            <a:spLocks noGrp="1" noChangeAspect="1"/>
          </p:cNvSpPr>
          <p:nvPr>
            <p:ph type="pic" sz="quarter" idx="42" hasCustomPrompt="1"/>
          </p:nvPr>
        </p:nvSpPr>
        <p:spPr>
          <a:xfrm>
            <a:off x="3606314" y="1898499"/>
            <a:ext cx="1621625" cy="1525144"/>
          </a:xfrm>
          <a:noFill/>
        </p:spPr>
        <p:txBody>
          <a:bodyPr/>
          <a:lstStyle>
            <a:lvl1pPr>
              <a:defRPr sz="1200" b="0" i="0">
                <a:latin typeface="Oracle Sans Light" panose="020B0403020204020204" pitchFamily="34" charset="0"/>
                <a:cs typeface="Oracle Sans Light" panose="020B0403020204020204" pitchFamily="34" charset="0"/>
              </a:defRPr>
            </a:lvl1pPr>
          </a:lstStyle>
          <a:p>
            <a:r>
              <a:rPr lang="en-US" dirty="0"/>
              <a:t>Click to insert icon</a:t>
            </a:r>
          </a:p>
        </p:txBody>
      </p:sp>
      <p:sp>
        <p:nvSpPr>
          <p:cNvPr id="13" name="Text Placeholder 21">
            <a:extLst>
              <a:ext uri="{FF2B5EF4-FFF2-40B4-BE49-F238E27FC236}">
                <a16:creationId xmlns:a16="http://schemas.microsoft.com/office/drawing/2014/main" id="{8EA554B4-F875-969C-60EA-4C68557314AB}"/>
              </a:ext>
            </a:extLst>
          </p:cNvPr>
          <p:cNvSpPr>
            <a:spLocks noGrp="1"/>
          </p:cNvSpPr>
          <p:nvPr>
            <p:ph type="body" sz="quarter" idx="43" hasCustomPrompt="1"/>
          </p:nvPr>
        </p:nvSpPr>
        <p:spPr>
          <a:xfrm>
            <a:off x="3555999" y="3983730"/>
            <a:ext cx="2146985" cy="323885"/>
          </a:xfrm>
          <a:prstGeom prst="rect">
            <a:avLst/>
          </a:prstGeom>
          <a:noFill/>
        </p:spPr>
        <p:txBody>
          <a:bodyPr lIns="0" tIns="0" rIns="0" bIns="0"/>
          <a:lstStyle>
            <a:lvl1pPr algn="l">
              <a:lnSpc>
                <a:spcPts val="1880"/>
              </a:lnSpc>
              <a:defRPr sz="1400" b="1" i="0">
                <a:solidFill>
                  <a:schemeClr val="tx1"/>
                </a:solidFill>
                <a:latin typeface="Oracle Sans" panose="020B0503020204020204" pitchFamily="34" charset="0"/>
                <a:cs typeface="Oracle Sans" panose="020B0503020204020204" pitchFamily="34" charset="0"/>
              </a:defRPr>
            </a:lvl1pPr>
          </a:lstStyle>
          <a:p>
            <a:pPr lvl="0"/>
            <a:r>
              <a:rPr lang="en-IN" dirty="0"/>
              <a:t>Subhead goes here.</a:t>
            </a:r>
            <a:endParaRPr lang="en-US" dirty="0"/>
          </a:p>
        </p:txBody>
      </p:sp>
      <p:sp>
        <p:nvSpPr>
          <p:cNvPr id="14" name="Text Placeholder 21">
            <a:extLst>
              <a:ext uri="{FF2B5EF4-FFF2-40B4-BE49-F238E27FC236}">
                <a16:creationId xmlns:a16="http://schemas.microsoft.com/office/drawing/2014/main" id="{D2D50AA5-7D98-5CE7-84CE-0605A6E82987}"/>
              </a:ext>
            </a:extLst>
          </p:cNvPr>
          <p:cNvSpPr>
            <a:spLocks noGrp="1"/>
          </p:cNvSpPr>
          <p:nvPr>
            <p:ph type="body" sz="quarter" idx="44" hasCustomPrompt="1"/>
          </p:nvPr>
        </p:nvSpPr>
        <p:spPr>
          <a:xfrm>
            <a:off x="3555999" y="4377376"/>
            <a:ext cx="2146985" cy="1244947"/>
          </a:xfrm>
          <a:prstGeom prst="rect">
            <a:avLst/>
          </a:prstGeom>
          <a:noFill/>
        </p:spPr>
        <p:txBody>
          <a:bodyPr lIns="0" tIns="0" rIns="0" bIns="0"/>
          <a:lstStyle>
            <a:lvl1pPr algn="l">
              <a:lnSpc>
                <a:spcPct val="100000"/>
              </a:lnSpc>
              <a:defRPr sz="1200" b="0" i="0">
                <a:solidFill>
                  <a:schemeClr val="tx2"/>
                </a:solidFill>
                <a:latin typeface="Oracle Sans Light" panose="020B0403020204020204" pitchFamily="34" charset="0"/>
                <a:cs typeface="Oracle Sans Light" panose="020B0403020204020204" pitchFamily="34" charset="0"/>
              </a:defRPr>
            </a:lvl1pPr>
          </a:lstStyle>
          <a:p>
            <a:pPr lvl="0"/>
            <a:r>
              <a:rPr lang="en-IN" dirty="0"/>
              <a:t>Lorem ipsum </a:t>
            </a:r>
            <a:r>
              <a:rPr lang="en-IN" dirty="0" err="1"/>
              <a:t>dolor</a:t>
            </a:r>
            <a:r>
              <a:rPr lang="en-IN" dirty="0"/>
              <a:t> sit </a:t>
            </a:r>
            <a:r>
              <a:rPr lang="en-IN" dirty="0" err="1"/>
              <a:t>amet</a:t>
            </a:r>
            <a:r>
              <a:rPr lang="en-IN" dirty="0"/>
              <a:t>, </a:t>
            </a:r>
            <a:r>
              <a:rPr lang="en-IN" dirty="0" err="1"/>
              <a:t>consectetur</a:t>
            </a:r>
            <a:r>
              <a:rPr lang="en-IN" dirty="0"/>
              <a:t> </a:t>
            </a:r>
            <a:r>
              <a:rPr lang="en-IN" dirty="0" err="1"/>
              <a:t>adipiscing</a:t>
            </a:r>
            <a:r>
              <a:rPr lang="en-IN" dirty="0"/>
              <a:t> </a:t>
            </a:r>
            <a:r>
              <a:rPr lang="en-IN" dirty="0" err="1"/>
              <a:t>elit</a:t>
            </a:r>
            <a:r>
              <a:rPr lang="en-IN" dirty="0"/>
              <a:t>, </a:t>
            </a:r>
            <a:r>
              <a:rPr lang="en-IN" dirty="0" err="1"/>
              <a:t>sed</a:t>
            </a:r>
            <a:r>
              <a:rPr lang="en-IN" dirty="0"/>
              <a:t> do </a:t>
            </a:r>
            <a:r>
              <a:rPr lang="en-IN" dirty="0" err="1"/>
              <a:t>eiusmod</a:t>
            </a:r>
            <a:r>
              <a:rPr lang="en-IN" dirty="0"/>
              <a:t> </a:t>
            </a:r>
            <a:r>
              <a:rPr lang="en-IN" dirty="0" err="1"/>
              <a:t>tempor</a:t>
            </a:r>
            <a:r>
              <a:rPr lang="en-IN" dirty="0"/>
              <a:t> </a:t>
            </a:r>
            <a:r>
              <a:rPr lang="en-IN" dirty="0" err="1"/>
              <a:t>incididunt</a:t>
            </a:r>
            <a:r>
              <a:rPr lang="en-IN" dirty="0"/>
              <a:t> </a:t>
            </a:r>
            <a:r>
              <a:rPr lang="en-IN" dirty="0" err="1"/>
              <a:t>ut</a:t>
            </a:r>
            <a:r>
              <a:rPr lang="en-IN" dirty="0"/>
              <a:t> </a:t>
            </a:r>
            <a:r>
              <a:rPr lang="en-IN" dirty="0" err="1"/>
              <a:t>labore</a:t>
            </a:r>
            <a:r>
              <a:rPr lang="en-IN" dirty="0"/>
              <a:t> et dolore magna </a:t>
            </a:r>
            <a:r>
              <a:rPr lang="en-IN" dirty="0" err="1"/>
              <a:t>aliqua</a:t>
            </a:r>
            <a:r>
              <a:rPr lang="en-IN" dirty="0"/>
              <a:t>. </a:t>
            </a:r>
            <a:endParaRPr lang="en-US" dirty="0"/>
          </a:p>
        </p:txBody>
      </p:sp>
      <p:sp>
        <p:nvSpPr>
          <p:cNvPr id="15" name="Picture Placeholder 2">
            <a:extLst>
              <a:ext uri="{FF2B5EF4-FFF2-40B4-BE49-F238E27FC236}">
                <a16:creationId xmlns:a16="http://schemas.microsoft.com/office/drawing/2014/main" id="{F994E158-BDF1-CB1C-AF38-459B24847056}"/>
              </a:ext>
            </a:extLst>
          </p:cNvPr>
          <p:cNvSpPr>
            <a:spLocks noGrp="1" noChangeAspect="1"/>
          </p:cNvSpPr>
          <p:nvPr>
            <p:ph type="pic" sz="quarter" idx="45" hasCustomPrompt="1"/>
          </p:nvPr>
        </p:nvSpPr>
        <p:spPr>
          <a:xfrm>
            <a:off x="6400799" y="1898499"/>
            <a:ext cx="1621625" cy="1525144"/>
          </a:xfrm>
          <a:noFill/>
        </p:spPr>
        <p:txBody>
          <a:bodyPr/>
          <a:lstStyle>
            <a:lvl1pPr>
              <a:defRPr sz="1200" b="0" i="0">
                <a:latin typeface="Oracle Sans Light" panose="020B0403020204020204" pitchFamily="34" charset="0"/>
                <a:cs typeface="Oracle Sans Light" panose="020B0403020204020204" pitchFamily="34" charset="0"/>
              </a:defRPr>
            </a:lvl1pPr>
          </a:lstStyle>
          <a:p>
            <a:r>
              <a:rPr lang="en-US" dirty="0"/>
              <a:t>Click to insert icon</a:t>
            </a:r>
          </a:p>
        </p:txBody>
      </p:sp>
      <p:sp>
        <p:nvSpPr>
          <p:cNvPr id="16" name="Text Placeholder 21">
            <a:extLst>
              <a:ext uri="{FF2B5EF4-FFF2-40B4-BE49-F238E27FC236}">
                <a16:creationId xmlns:a16="http://schemas.microsoft.com/office/drawing/2014/main" id="{C918D3EB-B6A3-1543-D6FB-4A262FA639F5}"/>
              </a:ext>
            </a:extLst>
          </p:cNvPr>
          <p:cNvSpPr>
            <a:spLocks noGrp="1"/>
          </p:cNvSpPr>
          <p:nvPr>
            <p:ph type="body" sz="quarter" idx="46" hasCustomPrompt="1"/>
          </p:nvPr>
        </p:nvSpPr>
        <p:spPr>
          <a:xfrm>
            <a:off x="6400799" y="3983730"/>
            <a:ext cx="2146985" cy="323885"/>
          </a:xfrm>
          <a:prstGeom prst="rect">
            <a:avLst/>
          </a:prstGeom>
          <a:noFill/>
        </p:spPr>
        <p:txBody>
          <a:bodyPr lIns="0" tIns="0" rIns="0" bIns="0"/>
          <a:lstStyle>
            <a:lvl1pPr algn="l">
              <a:lnSpc>
                <a:spcPts val="1880"/>
              </a:lnSpc>
              <a:defRPr sz="1400" b="1" i="0">
                <a:solidFill>
                  <a:schemeClr val="tx1"/>
                </a:solidFill>
                <a:latin typeface="Oracle Sans" panose="020B0503020204020204" pitchFamily="34" charset="0"/>
                <a:cs typeface="Oracle Sans" panose="020B0503020204020204" pitchFamily="34" charset="0"/>
              </a:defRPr>
            </a:lvl1pPr>
          </a:lstStyle>
          <a:p>
            <a:pPr lvl="0"/>
            <a:r>
              <a:rPr lang="en-IN" dirty="0"/>
              <a:t>Subhead goes here.</a:t>
            </a:r>
            <a:endParaRPr lang="en-US" dirty="0"/>
          </a:p>
        </p:txBody>
      </p:sp>
      <p:sp>
        <p:nvSpPr>
          <p:cNvPr id="17" name="Text Placeholder 21">
            <a:extLst>
              <a:ext uri="{FF2B5EF4-FFF2-40B4-BE49-F238E27FC236}">
                <a16:creationId xmlns:a16="http://schemas.microsoft.com/office/drawing/2014/main" id="{9E10EAFD-1DDE-1416-6E9D-70E7979B5F71}"/>
              </a:ext>
            </a:extLst>
          </p:cNvPr>
          <p:cNvSpPr>
            <a:spLocks noGrp="1"/>
          </p:cNvSpPr>
          <p:nvPr>
            <p:ph type="body" sz="quarter" idx="47" hasCustomPrompt="1"/>
          </p:nvPr>
        </p:nvSpPr>
        <p:spPr>
          <a:xfrm>
            <a:off x="6400799" y="4377376"/>
            <a:ext cx="2146985" cy="1244947"/>
          </a:xfrm>
          <a:prstGeom prst="rect">
            <a:avLst/>
          </a:prstGeom>
          <a:noFill/>
        </p:spPr>
        <p:txBody>
          <a:bodyPr lIns="0" tIns="0" rIns="0" bIns="0"/>
          <a:lstStyle>
            <a:lvl1pPr algn="l">
              <a:lnSpc>
                <a:spcPct val="100000"/>
              </a:lnSpc>
              <a:defRPr sz="1200" b="0" i="0">
                <a:solidFill>
                  <a:schemeClr val="tx2"/>
                </a:solidFill>
                <a:latin typeface="Oracle Sans Light" panose="020B0403020204020204" pitchFamily="34" charset="0"/>
                <a:cs typeface="Oracle Sans Light" panose="020B0403020204020204" pitchFamily="34" charset="0"/>
              </a:defRPr>
            </a:lvl1pPr>
          </a:lstStyle>
          <a:p>
            <a:pPr lvl="0"/>
            <a:r>
              <a:rPr lang="en-IN" dirty="0"/>
              <a:t>Lorem ipsum </a:t>
            </a:r>
            <a:r>
              <a:rPr lang="en-IN" dirty="0" err="1"/>
              <a:t>dolor</a:t>
            </a:r>
            <a:r>
              <a:rPr lang="en-IN" dirty="0"/>
              <a:t> sit </a:t>
            </a:r>
            <a:r>
              <a:rPr lang="en-IN" dirty="0" err="1"/>
              <a:t>amet</a:t>
            </a:r>
            <a:r>
              <a:rPr lang="en-IN" dirty="0"/>
              <a:t>, </a:t>
            </a:r>
            <a:r>
              <a:rPr lang="en-IN" dirty="0" err="1"/>
              <a:t>consectetur</a:t>
            </a:r>
            <a:r>
              <a:rPr lang="en-IN" dirty="0"/>
              <a:t> </a:t>
            </a:r>
            <a:r>
              <a:rPr lang="en-IN" dirty="0" err="1"/>
              <a:t>adipiscing</a:t>
            </a:r>
            <a:r>
              <a:rPr lang="en-IN" dirty="0"/>
              <a:t> </a:t>
            </a:r>
            <a:r>
              <a:rPr lang="en-IN" dirty="0" err="1"/>
              <a:t>elit</a:t>
            </a:r>
            <a:r>
              <a:rPr lang="en-IN" dirty="0"/>
              <a:t>, </a:t>
            </a:r>
            <a:r>
              <a:rPr lang="en-IN" dirty="0" err="1"/>
              <a:t>sed</a:t>
            </a:r>
            <a:r>
              <a:rPr lang="en-IN" dirty="0"/>
              <a:t> do </a:t>
            </a:r>
            <a:r>
              <a:rPr lang="en-IN" dirty="0" err="1"/>
              <a:t>eiusmod</a:t>
            </a:r>
            <a:r>
              <a:rPr lang="en-IN" dirty="0"/>
              <a:t> </a:t>
            </a:r>
            <a:r>
              <a:rPr lang="en-IN" dirty="0" err="1"/>
              <a:t>tempor</a:t>
            </a:r>
            <a:r>
              <a:rPr lang="en-IN" dirty="0"/>
              <a:t> </a:t>
            </a:r>
            <a:r>
              <a:rPr lang="en-IN" dirty="0" err="1"/>
              <a:t>incididunt</a:t>
            </a:r>
            <a:r>
              <a:rPr lang="en-IN" dirty="0"/>
              <a:t> </a:t>
            </a:r>
            <a:r>
              <a:rPr lang="en-IN" dirty="0" err="1"/>
              <a:t>ut</a:t>
            </a:r>
            <a:r>
              <a:rPr lang="en-IN" dirty="0"/>
              <a:t> </a:t>
            </a:r>
            <a:r>
              <a:rPr lang="en-IN" dirty="0" err="1"/>
              <a:t>labore</a:t>
            </a:r>
            <a:r>
              <a:rPr lang="en-IN" dirty="0"/>
              <a:t> et dolore magna </a:t>
            </a:r>
            <a:r>
              <a:rPr lang="en-IN" dirty="0" err="1"/>
              <a:t>aliqua</a:t>
            </a:r>
            <a:r>
              <a:rPr lang="en-IN" dirty="0"/>
              <a:t>. </a:t>
            </a:r>
            <a:endParaRPr lang="en-US" dirty="0"/>
          </a:p>
        </p:txBody>
      </p:sp>
      <p:sp>
        <p:nvSpPr>
          <p:cNvPr id="20" name="Picture Placeholder 2">
            <a:extLst>
              <a:ext uri="{FF2B5EF4-FFF2-40B4-BE49-F238E27FC236}">
                <a16:creationId xmlns:a16="http://schemas.microsoft.com/office/drawing/2014/main" id="{DA82121E-A7D0-8322-47F8-0E52E6B34CC8}"/>
              </a:ext>
            </a:extLst>
          </p:cNvPr>
          <p:cNvSpPr>
            <a:spLocks noGrp="1" noChangeAspect="1"/>
          </p:cNvSpPr>
          <p:nvPr>
            <p:ph type="pic" sz="quarter" idx="48" hasCustomPrompt="1"/>
          </p:nvPr>
        </p:nvSpPr>
        <p:spPr>
          <a:xfrm>
            <a:off x="9260841" y="1926678"/>
            <a:ext cx="1621625" cy="1525144"/>
          </a:xfrm>
          <a:noFill/>
        </p:spPr>
        <p:txBody>
          <a:bodyPr/>
          <a:lstStyle>
            <a:lvl1pPr>
              <a:defRPr sz="1200" b="0" i="0">
                <a:latin typeface="Oracle Sans Light" panose="020B0403020204020204" pitchFamily="34" charset="0"/>
                <a:cs typeface="Oracle Sans Light" panose="020B0403020204020204" pitchFamily="34" charset="0"/>
              </a:defRPr>
            </a:lvl1pPr>
          </a:lstStyle>
          <a:p>
            <a:r>
              <a:rPr lang="en-US" dirty="0"/>
              <a:t>Click to insert icon</a:t>
            </a:r>
          </a:p>
        </p:txBody>
      </p:sp>
      <p:sp>
        <p:nvSpPr>
          <p:cNvPr id="24" name="Text Placeholder 21">
            <a:extLst>
              <a:ext uri="{FF2B5EF4-FFF2-40B4-BE49-F238E27FC236}">
                <a16:creationId xmlns:a16="http://schemas.microsoft.com/office/drawing/2014/main" id="{C8C95771-ADAA-8012-666C-D23E506FF49A}"/>
              </a:ext>
            </a:extLst>
          </p:cNvPr>
          <p:cNvSpPr>
            <a:spLocks noGrp="1"/>
          </p:cNvSpPr>
          <p:nvPr>
            <p:ph type="body" sz="quarter" idx="49" hasCustomPrompt="1"/>
          </p:nvPr>
        </p:nvSpPr>
        <p:spPr>
          <a:xfrm>
            <a:off x="9235439" y="3983730"/>
            <a:ext cx="2146985" cy="323885"/>
          </a:xfrm>
          <a:prstGeom prst="rect">
            <a:avLst/>
          </a:prstGeom>
          <a:noFill/>
        </p:spPr>
        <p:txBody>
          <a:bodyPr lIns="0" tIns="0" rIns="0" bIns="0"/>
          <a:lstStyle>
            <a:lvl1pPr algn="l">
              <a:lnSpc>
                <a:spcPts val="1880"/>
              </a:lnSpc>
              <a:defRPr sz="1400" b="1" i="0">
                <a:solidFill>
                  <a:schemeClr val="tx1"/>
                </a:solidFill>
                <a:latin typeface="Oracle Sans" panose="020B0503020204020204" pitchFamily="34" charset="0"/>
                <a:cs typeface="Oracle Sans" panose="020B0503020204020204" pitchFamily="34" charset="0"/>
              </a:defRPr>
            </a:lvl1pPr>
          </a:lstStyle>
          <a:p>
            <a:pPr lvl="0"/>
            <a:r>
              <a:rPr lang="en-IN" dirty="0"/>
              <a:t>Subhead goes here.</a:t>
            </a:r>
            <a:endParaRPr lang="en-US" dirty="0"/>
          </a:p>
        </p:txBody>
      </p:sp>
      <p:sp>
        <p:nvSpPr>
          <p:cNvPr id="25" name="Text Placeholder 21">
            <a:extLst>
              <a:ext uri="{FF2B5EF4-FFF2-40B4-BE49-F238E27FC236}">
                <a16:creationId xmlns:a16="http://schemas.microsoft.com/office/drawing/2014/main" id="{F959B90B-FDA1-DB8D-72E0-1D8B805EB20B}"/>
              </a:ext>
            </a:extLst>
          </p:cNvPr>
          <p:cNvSpPr>
            <a:spLocks noGrp="1"/>
          </p:cNvSpPr>
          <p:nvPr>
            <p:ph type="body" sz="quarter" idx="50" hasCustomPrompt="1"/>
          </p:nvPr>
        </p:nvSpPr>
        <p:spPr>
          <a:xfrm>
            <a:off x="9235439" y="4377376"/>
            <a:ext cx="2146985" cy="1244947"/>
          </a:xfrm>
          <a:prstGeom prst="rect">
            <a:avLst/>
          </a:prstGeom>
          <a:noFill/>
        </p:spPr>
        <p:txBody>
          <a:bodyPr lIns="0" tIns="0" rIns="0" bIns="0"/>
          <a:lstStyle>
            <a:lvl1pPr algn="l">
              <a:lnSpc>
                <a:spcPct val="100000"/>
              </a:lnSpc>
              <a:defRPr sz="1200" b="0" i="0">
                <a:solidFill>
                  <a:schemeClr val="tx2"/>
                </a:solidFill>
                <a:latin typeface="Oracle Sans Light" panose="020B0403020204020204" pitchFamily="34" charset="0"/>
                <a:cs typeface="Oracle Sans Light" panose="020B0403020204020204" pitchFamily="34" charset="0"/>
              </a:defRPr>
            </a:lvl1pPr>
          </a:lstStyle>
          <a:p>
            <a:pPr lvl="0"/>
            <a:r>
              <a:rPr lang="en-IN" dirty="0"/>
              <a:t>Lorem ipsum </a:t>
            </a:r>
            <a:r>
              <a:rPr lang="en-IN" dirty="0" err="1"/>
              <a:t>dolor</a:t>
            </a:r>
            <a:r>
              <a:rPr lang="en-IN" dirty="0"/>
              <a:t> sit </a:t>
            </a:r>
            <a:r>
              <a:rPr lang="en-IN" dirty="0" err="1"/>
              <a:t>amet</a:t>
            </a:r>
            <a:r>
              <a:rPr lang="en-IN" dirty="0"/>
              <a:t>, </a:t>
            </a:r>
            <a:r>
              <a:rPr lang="en-IN" dirty="0" err="1"/>
              <a:t>consectetur</a:t>
            </a:r>
            <a:r>
              <a:rPr lang="en-IN" dirty="0"/>
              <a:t> </a:t>
            </a:r>
            <a:r>
              <a:rPr lang="en-IN" dirty="0" err="1"/>
              <a:t>adipiscing</a:t>
            </a:r>
            <a:r>
              <a:rPr lang="en-IN" dirty="0"/>
              <a:t> </a:t>
            </a:r>
            <a:r>
              <a:rPr lang="en-IN" dirty="0" err="1"/>
              <a:t>elit</a:t>
            </a:r>
            <a:r>
              <a:rPr lang="en-IN" dirty="0"/>
              <a:t>, </a:t>
            </a:r>
            <a:r>
              <a:rPr lang="en-IN" dirty="0" err="1"/>
              <a:t>sed</a:t>
            </a:r>
            <a:r>
              <a:rPr lang="en-IN" dirty="0"/>
              <a:t> do </a:t>
            </a:r>
            <a:r>
              <a:rPr lang="en-IN" dirty="0" err="1"/>
              <a:t>eiusmod</a:t>
            </a:r>
            <a:r>
              <a:rPr lang="en-IN" dirty="0"/>
              <a:t> </a:t>
            </a:r>
            <a:r>
              <a:rPr lang="en-IN" dirty="0" err="1"/>
              <a:t>tempor</a:t>
            </a:r>
            <a:r>
              <a:rPr lang="en-IN" dirty="0"/>
              <a:t> </a:t>
            </a:r>
            <a:r>
              <a:rPr lang="en-IN" dirty="0" err="1"/>
              <a:t>incididunt</a:t>
            </a:r>
            <a:r>
              <a:rPr lang="en-IN" dirty="0"/>
              <a:t> </a:t>
            </a:r>
            <a:r>
              <a:rPr lang="en-IN" dirty="0" err="1"/>
              <a:t>ut</a:t>
            </a:r>
            <a:r>
              <a:rPr lang="en-IN" dirty="0"/>
              <a:t> </a:t>
            </a:r>
            <a:r>
              <a:rPr lang="en-IN" dirty="0" err="1"/>
              <a:t>labore</a:t>
            </a:r>
            <a:r>
              <a:rPr lang="en-IN" dirty="0"/>
              <a:t> et dolore magna </a:t>
            </a:r>
            <a:r>
              <a:rPr lang="en-IN" dirty="0" err="1"/>
              <a:t>aliqua</a:t>
            </a:r>
            <a:r>
              <a:rPr lang="en-IN" dirty="0"/>
              <a:t>. </a:t>
            </a:r>
            <a:endParaRPr lang="en-US" dirty="0"/>
          </a:p>
        </p:txBody>
      </p:sp>
      <p:sp>
        <p:nvSpPr>
          <p:cNvPr id="18" name="Slide Number Placeholder 7">
            <a:extLst>
              <a:ext uri="{FF2B5EF4-FFF2-40B4-BE49-F238E27FC236}">
                <a16:creationId xmlns:a16="http://schemas.microsoft.com/office/drawing/2014/main" id="{952A66F5-FAE0-EB87-BAA5-881AB8B072A5}"/>
              </a:ext>
            </a:extLst>
          </p:cNvPr>
          <p:cNvSpPr>
            <a:spLocks noGrp="1"/>
          </p:cNvSpPr>
          <p:nvPr>
            <p:ph type="sldNum" sz="quarter" idx="17"/>
          </p:nvPr>
        </p:nvSpPr>
        <p:spPr>
          <a:xfrm>
            <a:off x="762000" y="6423660"/>
            <a:ext cx="365760" cy="365760"/>
          </a:xfrm>
        </p:spPr>
        <p:txBody>
          <a:bodyPr/>
          <a:lstStyle>
            <a:lvl1pPr>
              <a:defRPr>
                <a:solidFill>
                  <a:srgbClr val="AEA8A2"/>
                </a:solidFill>
              </a:defRPr>
            </a:lvl1pPr>
          </a:lstStyle>
          <a:p>
            <a:fld id="{345D60D9-5372-5F40-9443-0F9AE5BDC3C8}" type="slidenum">
              <a:rPr lang="en-US" smtClean="0"/>
              <a:pPr/>
              <a:t>‹#›</a:t>
            </a:fld>
            <a:endParaRPr lang="en-US" dirty="0"/>
          </a:p>
        </p:txBody>
      </p:sp>
      <p:sp>
        <p:nvSpPr>
          <p:cNvPr id="19" name="Footer Placeholder 6">
            <a:extLst>
              <a:ext uri="{FF2B5EF4-FFF2-40B4-BE49-F238E27FC236}">
                <a16:creationId xmlns:a16="http://schemas.microsoft.com/office/drawing/2014/main" id="{477502C2-0A67-A81E-B4B0-BCD50EE69064}"/>
              </a:ext>
            </a:extLst>
          </p:cNvPr>
          <p:cNvSpPr>
            <a:spLocks noGrp="1"/>
          </p:cNvSpPr>
          <p:nvPr>
            <p:ph type="ftr" sz="quarter" idx="16"/>
          </p:nvPr>
        </p:nvSpPr>
        <p:spPr>
          <a:xfrm>
            <a:off x="1127759" y="6423978"/>
            <a:ext cx="5745379" cy="365125"/>
          </a:xfrm>
        </p:spPr>
        <p:txBody>
          <a:bodyPr/>
          <a:lstStyle>
            <a:lvl1pPr>
              <a:defRPr>
                <a:solidFill>
                  <a:srgbClr val="AEA8A2"/>
                </a:solidFill>
              </a:defRPr>
            </a:lvl1pPr>
          </a:lstStyle>
          <a:p>
            <a:r>
              <a:rPr lang="en-US"/>
              <a:t>Copyright © 2025, Oracle and/or its affiliates |  Confidential: Internal/Restricted/Highly Restricted</a:t>
            </a:r>
            <a:endParaRPr lang="en-US" dirty="0"/>
          </a:p>
        </p:txBody>
      </p:sp>
      <p:sp>
        <p:nvSpPr>
          <p:cNvPr id="21" name="Date Placeholder 4">
            <a:extLst>
              <a:ext uri="{FF2B5EF4-FFF2-40B4-BE49-F238E27FC236}">
                <a16:creationId xmlns:a16="http://schemas.microsoft.com/office/drawing/2014/main" id="{38407BD2-CE3D-B55B-EDA9-084F090B0E40}"/>
              </a:ext>
            </a:extLst>
          </p:cNvPr>
          <p:cNvSpPr>
            <a:spLocks noGrp="1"/>
          </p:cNvSpPr>
          <p:nvPr>
            <p:ph type="dt" sz="half" idx="15"/>
          </p:nvPr>
        </p:nvSpPr>
        <p:spPr>
          <a:xfrm>
            <a:off x="6873138" y="6425604"/>
            <a:ext cx="2743200" cy="363500"/>
          </a:xfrm>
        </p:spPr>
        <p:txBody>
          <a:bodyPr/>
          <a:lstStyle>
            <a:lvl1pPr>
              <a:defRPr>
                <a:solidFill>
                  <a:srgbClr val="AEA8A2"/>
                </a:solidFill>
              </a:defRPr>
            </a:lvl1pPr>
          </a:lstStyle>
          <a:p>
            <a:r>
              <a:rPr lang="en-US"/>
              <a:t>[Date]</a:t>
            </a:r>
            <a:endParaRPr lang="en-US" dirty="0"/>
          </a:p>
        </p:txBody>
      </p:sp>
    </p:spTree>
    <p:extLst>
      <p:ext uri="{BB962C8B-B14F-4D97-AF65-F5344CB8AC3E}">
        <p14:creationId xmlns:p14="http://schemas.microsoft.com/office/powerpoint/2010/main" val="2765437871"/>
      </p:ext>
    </p:extLst>
  </p:cSld>
  <p:clrMapOvr>
    <a:overrideClrMapping bg1="dk1" tx1="lt1" bg2="dk2" tx2="lt2" accent1="accent1" accent2="accent2" accent3="accent3" accent4="accent4" accent5="accent5" accent6="accent6" hlink="hlink" folHlink="folHlink"/>
  </p:clrMapOvr>
  <p:transition>
    <p:fade/>
  </p:transition>
  <p:extLst>
    <p:ext uri="{DCECCB84-F9BA-43D5-87BE-67443E8EF086}">
      <p15:sldGuideLst xmlns:p15="http://schemas.microsoft.com/office/powerpoint/2012/main">
        <p15:guide id="1" orient="horz" pos="2160">
          <p15:clr>
            <a:srgbClr val="FBAE40"/>
          </p15:clr>
        </p15:guide>
        <p15:guide id="2" pos="3840">
          <p15:clr>
            <a:srgbClr val="FBAE40"/>
          </p15:clr>
        </p15:guide>
      </p15:sldGuideLst>
    </p:ext>
  </p:extLst>
</p:sldLayout>
</file>

<file path=ppt/slideLayouts/slideLayout40.xml><?xml version="1.0" encoding="utf-8"?>
<p:sldLayout xmlns:a="http://schemas.openxmlformats.org/drawingml/2006/main" xmlns:r="http://schemas.openxmlformats.org/officeDocument/2006/relationships" xmlns:p="http://schemas.openxmlformats.org/presentationml/2006/main" preserve="1" userDrawn="1">
  <p:cSld name="Dark - Blank">
    <p:bg>
      <p:bgRef idx="1001">
        <a:schemeClr val="bg1"/>
      </p:bgRef>
    </p:bg>
    <p:spTree>
      <p:nvGrpSpPr>
        <p:cNvPr id="1" name=""/>
        <p:cNvGrpSpPr/>
        <p:nvPr/>
      </p:nvGrpSpPr>
      <p:grpSpPr>
        <a:xfrm>
          <a:off x="0" y="0"/>
          <a:ext cx="0" cy="0"/>
          <a:chOff x="0" y="0"/>
          <a:chExt cx="0" cy="0"/>
        </a:xfrm>
      </p:grpSpPr>
      <p:sp>
        <p:nvSpPr>
          <p:cNvPr id="3" name="Slide Number Placeholder 7">
            <a:extLst>
              <a:ext uri="{FF2B5EF4-FFF2-40B4-BE49-F238E27FC236}">
                <a16:creationId xmlns:a16="http://schemas.microsoft.com/office/drawing/2014/main" id="{B9BE1098-CB0B-6118-9F18-F82F79BCD072}"/>
              </a:ext>
            </a:extLst>
          </p:cNvPr>
          <p:cNvSpPr>
            <a:spLocks noGrp="1"/>
          </p:cNvSpPr>
          <p:nvPr>
            <p:ph type="sldNum" sz="quarter" idx="17"/>
          </p:nvPr>
        </p:nvSpPr>
        <p:spPr>
          <a:xfrm>
            <a:off x="762000" y="6423660"/>
            <a:ext cx="365760" cy="365760"/>
          </a:xfrm>
        </p:spPr>
        <p:txBody>
          <a:bodyPr/>
          <a:lstStyle>
            <a:lvl1pPr>
              <a:defRPr>
                <a:solidFill>
                  <a:srgbClr val="AEA8A2"/>
                </a:solidFill>
              </a:defRPr>
            </a:lvl1pPr>
          </a:lstStyle>
          <a:p>
            <a:fld id="{345D60D9-5372-5F40-9443-0F9AE5BDC3C8}" type="slidenum">
              <a:rPr lang="en-US" smtClean="0"/>
              <a:pPr/>
              <a:t>‹#›</a:t>
            </a:fld>
            <a:endParaRPr lang="en-US" dirty="0"/>
          </a:p>
        </p:txBody>
      </p:sp>
      <p:sp>
        <p:nvSpPr>
          <p:cNvPr id="4" name="Footer Placeholder 6">
            <a:extLst>
              <a:ext uri="{FF2B5EF4-FFF2-40B4-BE49-F238E27FC236}">
                <a16:creationId xmlns:a16="http://schemas.microsoft.com/office/drawing/2014/main" id="{8EF60680-0B89-E284-0AFC-7DCC64BF7750}"/>
              </a:ext>
            </a:extLst>
          </p:cNvPr>
          <p:cNvSpPr>
            <a:spLocks noGrp="1"/>
          </p:cNvSpPr>
          <p:nvPr>
            <p:ph type="ftr" sz="quarter" idx="16"/>
          </p:nvPr>
        </p:nvSpPr>
        <p:spPr>
          <a:xfrm>
            <a:off x="1127759" y="6423978"/>
            <a:ext cx="5745379" cy="365125"/>
          </a:xfrm>
        </p:spPr>
        <p:txBody>
          <a:bodyPr/>
          <a:lstStyle>
            <a:lvl1pPr>
              <a:defRPr>
                <a:solidFill>
                  <a:srgbClr val="AEA8A2"/>
                </a:solidFill>
              </a:defRPr>
            </a:lvl1pPr>
          </a:lstStyle>
          <a:p>
            <a:r>
              <a:rPr lang="en-US"/>
              <a:t>Copyright © 2025, Oracle and/or its affiliates |  Confidential: Internal/Restricted/Highly Restricted</a:t>
            </a:r>
            <a:endParaRPr lang="en-US" dirty="0"/>
          </a:p>
        </p:txBody>
      </p:sp>
      <p:sp>
        <p:nvSpPr>
          <p:cNvPr id="5" name="Date Placeholder 4">
            <a:extLst>
              <a:ext uri="{FF2B5EF4-FFF2-40B4-BE49-F238E27FC236}">
                <a16:creationId xmlns:a16="http://schemas.microsoft.com/office/drawing/2014/main" id="{033EE420-175F-A11D-96CB-D1ABB088F9CF}"/>
              </a:ext>
            </a:extLst>
          </p:cNvPr>
          <p:cNvSpPr>
            <a:spLocks noGrp="1"/>
          </p:cNvSpPr>
          <p:nvPr>
            <p:ph type="dt" sz="half" idx="15"/>
          </p:nvPr>
        </p:nvSpPr>
        <p:spPr>
          <a:xfrm>
            <a:off x="6873138" y="6425604"/>
            <a:ext cx="2743200" cy="363500"/>
          </a:xfrm>
        </p:spPr>
        <p:txBody>
          <a:bodyPr/>
          <a:lstStyle>
            <a:lvl1pPr>
              <a:defRPr>
                <a:solidFill>
                  <a:srgbClr val="AEA8A2"/>
                </a:solidFill>
              </a:defRPr>
            </a:lvl1pPr>
          </a:lstStyle>
          <a:p>
            <a:r>
              <a:rPr lang="en-US"/>
              <a:t>[Date]</a:t>
            </a:r>
            <a:endParaRPr lang="en-US" dirty="0"/>
          </a:p>
        </p:txBody>
      </p:sp>
    </p:spTree>
    <p:extLst>
      <p:ext uri="{BB962C8B-B14F-4D97-AF65-F5344CB8AC3E}">
        <p14:creationId xmlns:p14="http://schemas.microsoft.com/office/powerpoint/2010/main" val="2217327973"/>
      </p:ext>
    </p:extLst>
  </p:cSld>
  <p:clrMapOvr>
    <a:overrideClrMapping bg1="dk1" tx1="lt1" bg2="dk2" tx2="lt2" accent1="accent1" accent2="accent2" accent3="accent3" accent4="accent4" accent5="accent5" accent6="accent6" hlink="hlink" folHlink="folHlink"/>
  </p:clrMapOvr>
  <p:transition>
    <p:fade/>
  </p:transition>
</p:sldLayout>
</file>

<file path=ppt/slideLayouts/slideLayout41.xml><?xml version="1.0" encoding="utf-8"?>
<p:sldLayout xmlns:a="http://schemas.openxmlformats.org/drawingml/2006/main" xmlns:r="http://schemas.openxmlformats.org/officeDocument/2006/relationships" xmlns:p="http://schemas.openxmlformats.org/presentationml/2006/main" preserve="1" userDrawn="1">
  <p:cSld name="Light - Blank">
    <p:bg>
      <p:bgRef idx="1001">
        <a:schemeClr val="bg2"/>
      </p:bgRef>
    </p:bg>
    <p:spTree>
      <p:nvGrpSpPr>
        <p:cNvPr id="1" name=""/>
        <p:cNvGrpSpPr/>
        <p:nvPr/>
      </p:nvGrpSpPr>
      <p:grpSpPr>
        <a:xfrm>
          <a:off x="0" y="0"/>
          <a:ext cx="0" cy="0"/>
          <a:chOff x="0" y="0"/>
          <a:chExt cx="0" cy="0"/>
        </a:xfrm>
      </p:grpSpPr>
      <p:sp>
        <p:nvSpPr>
          <p:cNvPr id="3" name="Slide Number Placeholder 5">
            <a:extLst>
              <a:ext uri="{FF2B5EF4-FFF2-40B4-BE49-F238E27FC236}">
                <a16:creationId xmlns:a16="http://schemas.microsoft.com/office/drawing/2014/main" id="{986FB920-929F-CD50-52DB-2267C19E529C}"/>
              </a:ext>
            </a:extLst>
          </p:cNvPr>
          <p:cNvSpPr>
            <a:spLocks noGrp="1"/>
          </p:cNvSpPr>
          <p:nvPr>
            <p:ph type="sldNum" sz="quarter" idx="40"/>
          </p:nvPr>
        </p:nvSpPr>
        <p:spPr>
          <a:xfrm>
            <a:off x="762000" y="6423660"/>
            <a:ext cx="365760" cy="365760"/>
          </a:xfrm>
        </p:spPr>
        <p:txBody>
          <a:bodyPr/>
          <a:lstStyle>
            <a:lvl1pPr>
              <a:defRPr>
                <a:solidFill>
                  <a:srgbClr val="8B8580"/>
                </a:solidFill>
              </a:defRPr>
            </a:lvl1pPr>
          </a:lstStyle>
          <a:p>
            <a:fld id="{345D60D9-5372-5F40-9443-0F9AE5BDC3C8}" type="slidenum">
              <a:rPr lang="en-US" smtClean="0"/>
              <a:pPr/>
              <a:t>‹#›</a:t>
            </a:fld>
            <a:endParaRPr lang="en-US" dirty="0"/>
          </a:p>
        </p:txBody>
      </p:sp>
      <p:sp>
        <p:nvSpPr>
          <p:cNvPr id="4" name="Footer Placeholder 4">
            <a:extLst>
              <a:ext uri="{FF2B5EF4-FFF2-40B4-BE49-F238E27FC236}">
                <a16:creationId xmlns:a16="http://schemas.microsoft.com/office/drawing/2014/main" id="{8B934CA2-9189-BBDA-2D47-6B62E59B566E}"/>
              </a:ext>
            </a:extLst>
          </p:cNvPr>
          <p:cNvSpPr>
            <a:spLocks noGrp="1"/>
          </p:cNvSpPr>
          <p:nvPr>
            <p:ph type="ftr" sz="quarter" idx="39"/>
          </p:nvPr>
        </p:nvSpPr>
        <p:spPr>
          <a:xfrm>
            <a:off x="1127759" y="6423978"/>
            <a:ext cx="5745379" cy="365125"/>
          </a:xfrm>
        </p:spPr>
        <p:txBody>
          <a:bodyPr/>
          <a:lstStyle>
            <a:lvl1pPr>
              <a:defRPr>
                <a:solidFill>
                  <a:srgbClr val="8B8580"/>
                </a:solidFill>
              </a:defRPr>
            </a:lvl1pPr>
          </a:lstStyle>
          <a:p>
            <a:r>
              <a:rPr lang="en-US"/>
              <a:t>Copyright © 2025, Oracle and/or its affiliates |  Confidential: Internal/Restricted/Highly Restricted</a:t>
            </a:r>
            <a:endParaRPr lang="en-US" dirty="0"/>
          </a:p>
        </p:txBody>
      </p:sp>
      <p:sp>
        <p:nvSpPr>
          <p:cNvPr id="5" name="Date Placeholder 3">
            <a:extLst>
              <a:ext uri="{FF2B5EF4-FFF2-40B4-BE49-F238E27FC236}">
                <a16:creationId xmlns:a16="http://schemas.microsoft.com/office/drawing/2014/main" id="{1EB26826-CB7B-F2D0-E18C-8AA5414C58D7}"/>
              </a:ext>
            </a:extLst>
          </p:cNvPr>
          <p:cNvSpPr>
            <a:spLocks noGrp="1"/>
          </p:cNvSpPr>
          <p:nvPr>
            <p:ph type="dt" sz="half" idx="38"/>
          </p:nvPr>
        </p:nvSpPr>
        <p:spPr>
          <a:xfrm>
            <a:off x="6873138" y="6425604"/>
            <a:ext cx="2743200" cy="363500"/>
          </a:xfrm>
        </p:spPr>
        <p:txBody>
          <a:bodyPr/>
          <a:lstStyle>
            <a:lvl1pPr>
              <a:defRPr>
                <a:solidFill>
                  <a:srgbClr val="8B8580"/>
                </a:solidFill>
              </a:defRPr>
            </a:lvl1pPr>
          </a:lstStyle>
          <a:p>
            <a:r>
              <a:rPr lang="en-US"/>
              <a:t>[Date]</a:t>
            </a:r>
            <a:endParaRPr lang="en-US" dirty="0"/>
          </a:p>
        </p:txBody>
      </p:sp>
    </p:spTree>
    <p:extLst>
      <p:ext uri="{BB962C8B-B14F-4D97-AF65-F5344CB8AC3E}">
        <p14:creationId xmlns:p14="http://schemas.microsoft.com/office/powerpoint/2010/main" val="4086659796"/>
      </p:ext>
    </p:extLst>
  </p:cSld>
  <p:clrMapOvr>
    <a:overrideClrMapping bg1="lt1" tx1="dk1" bg2="lt2" tx2="dk2" accent1="accent1" accent2="accent2" accent3="accent3" accent4="accent4" accent5="accent5" accent6="accent6" hlink="hlink" folHlink="folHlink"/>
  </p:clrMapOvr>
  <p:transition>
    <p:fade/>
  </p:transition>
</p:sldLayout>
</file>

<file path=ppt/slideLayouts/slideLayout42.xml><?xml version="1.0" encoding="utf-8"?>
<p:sldLayout xmlns:a="http://schemas.openxmlformats.org/drawingml/2006/main" xmlns:r="http://schemas.openxmlformats.org/officeDocument/2006/relationships" xmlns:p="http://schemas.openxmlformats.org/presentationml/2006/main" preserve="1" userDrawn="1">
  <p:cSld name="Light - Title">
    <p:bg>
      <p:bgRef idx="1001">
        <a:schemeClr val="bg2"/>
      </p:bgRef>
    </p:bg>
    <p:spTree>
      <p:nvGrpSpPr>
        <p:cNvPr id="1" name=""/>
        <p:cNvGrpSpPr/>
        <p:nvPr/>
      </p:nvGrpSpPr>
      <p:grpSpPr>
        <a:xfrm>
          <a:off x="0" y="0"/>
          <a:ext cx="0" cy="0"/>
          <a:chOff x="0" y="0"/>
          <a:chExt cx="0" cy="0"/>
        </a:xfrm>
      </p:grpSpPr>
      <p:sp>
        <p:nvSpPr>
          <p:cNvPr id="8" name="Title 3">
            <a:extLst>
              <a:ext uri="{FF2B5EF4-FFF2-40B4-BE49-F238E27FC236}">
                <a16:creationId xmlns:a16="http://schemas.microsoft.com/office/drawing/2014/main" id="{0638DF7B-BBB6-684E-A5BB-80F1125943EF}"/>
              </a:ext>
            </a:extLst>
          </p:cNvPr>
          <p:cNvSpPr>
            <a:spLocks noGrp="1"/>
          </p:cNvSpPr>
          <p:nvPr>
            <p:ph type="title" hasCustomPrompt="1"/>
          </p:nvPr>
        </p:nvSpPr>
        <p:spPr>
          <a:xfrm>
            <a:off x="768875" y="182403"/>
            <a:ext cx="10671048" cy="822960"/>
          </a:xfrm>
        </p:spPr>
        <p:txBody>
          <a:bodyPr/>
          <a:lstStyle>
            <a:lvl1pPr>
              <a:defRPr b="1" i="0">
                <a:latin typeface="Oracle Sans Tab" panose="020B0503020204020204" pitchFamily="34" charset="0"/>
                <a:cs typeface="Oracle Sans Tab" panose="020B0503020204020204" pitchFamily="34" charset="0"/>
              </a:defRPr>
            </a:lvl1pPr>
          </a:lstStyle>
          <a:p>
            <a:r>
              <a:rPr lang="en-US" dirty="0"/>
              <a:t>Title</a:t>
            </a:r>
          </a:p>
        </p:txBody>
      </p:sp>
      <p:sp>
        <p:nvSpPr>
          <p:cNvPr id="3" name="Slide Number Placeholder 5">
            <a:extLst>
              <a:ext uri="{FF2B5EF4-FFF2-40B4-BE49-F238E27FC236}">
                <a16:creationId xmlns:a16="http://schemas.microsoft.com/office/drawing/2014/main" id="{0196566A-34C0-2909-1BBA-2F1E01266A07}"/>
              </a:ext>
            </a:extLst>
          </p:cNvPr>
          <p:cNvSpPr>
            <a:spLocks noGrp="1"/>
          </p:cNvSpPr>
          <p:nvPr>
            <p:ph type="sldNum" sz="quarter" idx="40"/>
          </p:nvPr>
        </p:nvSpPr>
        <p:spPr>
          <a:xfrm>
            <a:off x="762000" y="6423660"/>
            <a:ext cx="365760" cy="365760"/>
          </a:xfrm>
        </p:spPr>
        <p:txBody>
          <a:bodyPr/>
          <a:lstStyle>
            <a:lvl1pPr>
              <a:defRPr>
                <a:solidFill>
                  <a:srgbClr val="8B8580"/>
                </a:solidFill>
              </a:defRPr>
            </a:lvl1pPr>
          </a:lstStyle>
          <a:p>
            <a:fld id="{345D60D9-5372-5F40-9443-0F9AE5BDC3C8}" type="slidenum">
              <a:rPr lang="en-US" smtClean="0"/>
              <a:pPr/>
              <a:t>‹#›</a:t>
            </a:fld>
            <a:endParaRPr lang="en-US" dirty="0"/>
          </a:p>
        </p:txBody>
      </p:sp>
      <p:sp>
        <p:nvSpPr>
          <p:cNvPr id="4" name="Footer Placeholder 4">
            <a:extLst>
              <a:ext uri="{FF2B5EF4-FFF2-40B4-BE49-F238E27FC236}">
                <a16:creationId xmlns:a16="http://schemas.microsoft.com/office/drawing/2014/main" id="{47D75A6B-90D9-58CE-7BC7-31C53C19C8F9}"/>
              </a:ext>
            </a:extLst>
          </p:cNvPr>
          <p:cNvSpPr>
            <a:spLocks noGrp="1"/>
          </p:cNvSpPr>
          <p:nvPr>
            <p:ph type="ftr" sz="quarter" idx="39"/>
          </p:nvPr>
        </p:nvSpPr>
        <p:spPr>
          <a:xfrm>
            <a:off x="1127759" y="6423978"/>
            <a:ext cx="5745379" cy="365125"/>
          </a:xfrm>
        </p:spPr>
        <p:txBody>
          <a:bodyPr/>
          <a:lstStyle>
            <a:lvl1pPr>
              <a:defRPr>
                <a:solidFill>
                  <a:srgbClr val="8B8580"/>
                </a:solidFill>
              </a:defRPr>
            </a:lvl1pPr>
          </a:lstStyle>
          <a:p>
            <a:r>
              <a:rPr lang="en-US"/>
              <a:t>Copyright © 2025, Oracle and/or its affiliates |  Confidential: Internal/Restricted/Highly Restricted</a:t>
            </a:r>
            <a:endParaRPr lang="en-US" dirty="0"/>
          </a:p>
        </p:txBody>
      </p:sp>
      <p:sp>
        <p:nvSpPr>
          <p:cNvPr id="5" name="Date Placeholder 3">
            <a:extLst>
              <a:ext uri="{FF2B5EF4-FFF2-40B4-BE49-F238E27FC236}">
                <a16:creationId xmlns:a16="http://schemas.microsoft.com/office/drawing/2014/main" id="{33C7F88C-022C-DC8C-F4BA-18F89F1E4ADA}"/>
              </a:ext>
            </a:extLst>
          </p:cNvPr>
          <p:cNvSpPr>
            <a:spLocks noGrp="1"/>
          </p:cNvSpPr>
          <p:nvPr>
            <p:ph type="dt" sz="half" idx="38"/>
          </p:nvPr>
        </p:nvSpPr>
        <p:spPr>
          <a:xfrm>
            <a:off x="6873138" y="6425604"/>
            <a:ext cx="2743200" cy="363500"/>
          </a:xfrm>
        </p:spPr>
        <p:txBody>
          <a:bodyPr/>
          <a:lstStyle>
            <a:lvl1pPr>
              <a:defRPr>
                <a:solidFill>
                  <a:srgbClr val="8B8580"/>
                </a:solidFill>
              </a:defRPr>
            </a:lvl1pPr>
          </a:lstStyle>
          <a:p>
            <a:r>
              <a:rPr lang="en-US"/>
              <a:t>[Date]</a:t>
            </a:r>
            <a:endParaRPr lang="en-US" dirty="0"/>
          </a:p>
        </p:txBody>
      </p:sp>
    </p:spTree>
    <p:extLst>
      <p:ext uri="{BB962C8B-B14F-4D97-AF65-F5344CB8AC3E}">
        <p14:creationId xmlns:p14="http://schemas.microsoft.com/office/powerpoint/2010/main" val="526946495"/>
      </p:ext>
    </p:extLst>
  </p:cSld>
  <p:clrMapOvr>
    <a:overrideClrMapping bg1="lt1" tx1="dk1" bg2="lt2" tx2="dk2" accent1="accent1" accent2="accent2" accent3="accent3" accent4="accent4" accent5="accent5" accent6="accent6" hlink="hlink" folHlink="folHlink"/>
  </p:clrMapOvr>
  <p:transition>
    <p:fade/>
  </p:transition>
</p:sldLayout>
</file>

<file path=ppt/slideLayouts/slideLayout43.xml><?xml version="1.0" encoding="utf-8"?>
<p:sldLayout xmlns:a="http://schemas.openxmlformats.org/drawingml/2006/main" xmlns:r="http://schemas.openxmlformats.org/officeDocument/2006/relationships" xmlns:p="http://schemas.openxmlformats.org/presentationml/2006/main" preserve="1" userDrawn="1">
  <p:cSld name="Dark - Title">
    <p:bg>
      <p:bgRef idx="1001">
        <a:schemeClr val="bg1"/>
      </p:bgRef>
    </p:bg>
    <p:spTree>
      <p:nvGrpSpPr>
        <p:cNvPr id="1" name=""/>
        <p:cNvGrpSpPr/>
        <p:nvPr/>
      </p:nvGrpSpPr>
      <p:grpSpPr>
        <a:xfrm>
          <a:off x="0" y="0"/>
          <a:ext cx="0" cy="0"/>
          <a:chOff x="0" y="0"/>
          <a:chExt cx="0" cy="0"/>
        </a:xfrm>
      </p:grpSpPr>
      <p:sp>
        <p:nvSpPr>
          <p:cNvPr id="8" name="Title 3">
            <a:extLst>
              <a:ext uri="{FF2B5EF4-FFF2-40B4-BE49-F238E27FC236}">
                <a16:creationId xmlns:a16="http://schemas.microsoft.com/office/drawing/2014/main" id="{0638DF7B-BBB6-684E-A5BB-80F1125943EF}"/>
              </a:ext>
            </a:extLst>
          </p:cNvPr>
          <p:cNvSpPr>
            <a:spLocks noGrp="1"/>
          </p:cNvSpPr>
          <p:nvPr>
            <p:ph type="title" hasCustomPrompt="1"/>
          </p:nvPr>
        </p:nvSpPr>
        <p:spPr>
          <a:xfrm>
            <a:off x="768875" y="182403"/>
            <a:ext cx="10671048" cy="822960"/>
          </a:xfrm>
        </p:spPr>
        <p:txBody>
          <a:bodyPr/>
          <a:lstStyle>
            <a:lvl1pPr>
              <a:defRPr b="1" i="0">
                <a:solidFill>
                  <a:schemeClr val="tx1"/>
                </a:solidFill>
                <a:latin typeface="Oracle Sans Tab" panose="020B0503020204020204" pitchFamily="34" charset="0"/>
                <a:cs typeface="Oracle Sans Tab" panose="020B0503020204020204" pitchFamily="34" charset="0"/>
              </a:defRPr>
            </a:lvl1pPr>
          </a:lstStyle>
          <a:p>
            <a:r>
              <a:rPr lang="en-US" dirty="0"/>
              <a:t>Title</a:t>
            </a:r>
          </a:p>
        </p:txBody>
      </p:sp>
      <p:sp>
        <p:nvSpPr>
          <p:cNvPr id="2" name="Slide Number Placeholder 7">
            <a:extLst>
              <a:ext uri="{FF2B5EF4-FFF2-40B4-BE49-F238E27FC236}">
                <a16:creationId xmlns:a16="http://schemas.microsoft.com/office/drawing/2014/main" id="{97C3ED5D-4573-7EB2-556F-2EF18A7D2A2E}"/>
              </a:ext>
            </a:extLst>
          </p:cNvPr>
          <p:cNvSpPr>
            <a:spLocks noGrp="1"/>
          </p:cNvSpPr>
          <p:nvPr>
            <p:ph type="sldNum" sz="quarter" idx="17"/>
          </p:nvPr>
        </p:nvSpPr>
        <p:spPr>
          <a:xfrm>
            <a:off x="762000" y="6423660"/>
            <a:ext cx="365760" cy="365760"/>
          </a:xfrm>
        </p:spPr>
        <p:txBody>
          <a:bodyPr/>
          <a:lstStyle>
            <a:lvl1pPr>
              <a:defRPr>
                <a:solidFill>
                  <a:srgbClr val="AEA8A2"/>
                </a:solidFill>
              </a:defRPr>
            </a:lvl1pPr>
          </a:lstStyle>
          <a:p>
            <a:fld id="{345D60D9-5372-5F40-9443-0F9AE5BDC3C8}" type="slidenum">
              <a:rPr lang="en-US" smtClean="0"/>
              <a:pPr/>
              <a:t>‹#›</a:t>
            </a:fld>
            <a:endParaRPr lang="en-US" dirty="0"/>
          </a:p>
        </p:txBody>
      </p:sp>
      <p:sp>
        <p:nvSpPr>
          <p:cNvPr id="3" name="Footer Placeholder 6">
            <a:extLst>
              <a:ext uri="{FF2B5EF4-FFF2-40B4-BE49-F238E27FC236}">
                <a16:creationId xmlns:a16="http://schemas.microsoft.com/office/drawing/2014/main" id="{58440478-2F1F-8106-9748-50C7E33FD626}"/>
              </a:ext>
            </a:extLst>
          </p:cNvPr>
          <p:cNvSpPr>
            <a:spLocks noGrp="1"/>
          </p:cNvSpPr>
          <p:nvPr>
            <p:ph type="ftr" sz="quarter" idx="16"/>
          </p:nvPr>
        </p:nvSpPr>
        <p:spPr>
          <a:xfrm>
            <a:off x="1127759" y="6423978"/>
            <a:ext cx="5745379" cy="365125"/>
          </a:xfrm>
        </p:spPr>
        <p:txBody>
          <a:bodyPr/>
          <a:lstStyle>
            <a:lvl1pPr>
              <a:defRPr>
                <a:solidFill>
                  <a:srgbClr val="AEA8A2"/>
                </a:solidFill>
              </a:defRPr>
            </a:lvl1pPr>
          </a:lstStyle>
          <a:p>
            <a:r>
              <a:rPr lang="en-US"/>
              <a:t>Copyright © 2025, Oracle and/or its affiliates |  Confidential: Internal/Restricted/Highly Restricted</a:t>
            </a:r>
            <a:endParaRPr lang="en-US" dirty="0"/>
          </a:p>
        </p:txBody>
      </p:sp>
      <p:sp>
        <p:nvSpPr>
          <p:cNvPr id="4" name="Date Placeholder 4">
            <a:extLst>
              <a:ext uri="{FF2B5EF4-FFF2-40B4-BE49-F238E27FC236}">
                <a16:creationId xmlns:a16="http://schemas.microsoft.com/office/drawing/2014/main" id="{3B6D0E51-4F27-712D-689C-A9A3CDFAD6FB}"/>
              </a:ext>
            </a:extLst>
          </p:cNvPr>
          <p:cNvSpPr>
            <a:spLocks noGrp="1"/>
          </p:cNvSpPr>
          <p:nvPr>
            <p:ph type="dt" sz="half" idx="15"/>
          </p:nvPr>
        </p:nvSpPr>
        <p:spPr>
          <a:xfrm>
            <a:off x="6873138" y="6425604"/>
            <a:ext cx="2743200" cy="363500"/>
          </a:xfrm>
        </p:spPr>
        <p:txBody>
          <a:bodyPr/>
          <a:lstStyle>
            <a:lvl1pPr>
              <a:defRPr>
                <a:solidFill>
                  <a:srgbClr val="AEA8A2"/>
                </a:solidFill>
              </a:defRPr>
            </a:lvl1pPr>
          </a:lstStyle>
          <a:p>
            <a:r>
              <a:rPr lang="en-US"/>
              <a:t>[Date]</a:t>
            </a:r>
            <a:endParaRPr lang="en-US" dirty="0"/>
          </a:p>
        </p:txBody>
      </p:sp>
    </p:spTree>
    <p:extLst>
      <p:ext uri="{BB962C8B-B14F-4D97-AF65-F5344CB8AC3E}">
        <p14:creationId xmlns:p14="http://schemas.microsoft.com/office/powerpoint/2010/main" val="516122922"/>
      </p:ext>
    </p:extLst>
  </p:cSld>
  <p:clrMapOvr>
    <a:overrideClrMapping bg1="dk1" tx1="lt1" bg2="dk2" tx2="lt2" accent1="accent1" accent2="accent2" accent3="accent3" accent4="accent4" accent5="accent5" accent6="accent6" hlink="hlink" folHlink="folHlink"/>
  </p:clrMapOvr>
  <p:transition>
    <p:fade/>
  </p:transition>
</p:sldLayout>
</file>

<file path=ppt/slideLayouts/slideLayout44.xml><?xml version="1.0" encoding="utf-8"?>
<p:sldLayout xmlns:a="http://schemas.openxmlformats.org/drawingml/2006/main" xmlns:r="http://schemas.openxmlformats.org/officeDocument/2006/relationships" xmlns:p="http://schemas.openxmlformats.org/presentationml/2006/main" preserve="1" userDrawn="1">
  <p:cSld name="Light - Title Only">
    <p:bg>
      <p:bgRef idx="1001">
        <a:schemeClr val="bg2"/>
      </p:bgRef>
    </p:bg>
    <p:spTree>
      <p:nvGrpSpPr>
        <p:cNvPr id="1" name=""/>
        <p:cNvGrpSpPr/>
        <p:nvPr/>
      </p:nvGrpSpPr>
      <p:grpSpPr>
        <a:xfrm>
          <a:off x="0" y="0"/>
          <a:ext cx="0" cy="0"/>
          <a:chOff x="0" y="0"/>
          <a:chExt cx="0" cy="0"/>
        </a:xfrm>
      </p:grpSpPr>
      <p:sp>
        <p:nvSpPr>
          <p:cNvPr id="4" name="Title 3">
            <a:extLst>
              <a:ext uri="{FF2B5EF4-FFF2-40B4-BE49-F238E27FC236}">
                <a16:creationId xmlns:a16="http://schemas.microsoft.com/office/drawing/2014/main" id="{F5090641-BB3E-479D-A754-1B2B6F37AEB9}"/>
              </a:ext>
            </a:extLst>
          </p:cNvPr>
          <p:cNvSpPr>
            <a:spLocks noGrp="1"/>
          </p:cNvSpPr>
          <p:nvPr>
            <p:ph type="title" hasCustomPrompt="1"/>
          </p:nvPr>
        </p:nvSpPr>
        <p:spPr/>
        <p:txBody>
          <a:bodyPr/>
          <a:lstStyle>
            <a:lvl1pPr>
              <a:defRPr b="1" i="0">
                <a:latin typeface="Oracle Sans Tab" panose="020B0503020204020204" pitchFamily="34" charset="0"/>
                <a:cs typeface="Oracle Sans Tab" panose="020B0503020204020204" pitchFamily="34" charset="0"/>
              </a:defRPr>
            </a:lvl1pPr>
          </a:lstStyle>
          <a:p>
            <a:r>
              <a:rPr lang="en-US" dirty="0"/>
              <a:t>Title</a:t>
            </a:r>
          </a:p>
        </p:txBody>
      </p:sp>
      <p:sp>
        <p:nvSpPr>
          <p:cNvPr id="2" name="Slide Number Placeholder 5">
            <a:extLst>
              <a:ext uri="{FF2B5EF4-FFF2-40B4-BE49-F238E27FC236}">
                <a16:creationId xmlns:a16="http://schemas.microsoft.com/office/drawing/2014/main" id="{F0D5B1E5-D1DE-F2B4-2490-A6390F5C1928}"/>
              </a:ext>
            </a:extLst>
          </p:cNvPr>
          <p:cNvSpPr>
            <a:spLocks noGrp="1"/>
          </p:cNvSpPr>
          <p:nvPr>
            <p:ph type="sldNum" sz="quarter" idx="40"/>
          </p:nvPr>
        </p:nvSpPr>
        <p:spPr>
          <a:xfrm>
            <a:off x="762000" y="6423660"/>
            <a:ext cx="365760" cy="365760"/>
          </a:xfrm>
        </p:spPr>
        <p:txBody>
          <a:bodyPr/>
          <a:lstStyle>
            <a:lvl1pPr>
              <a:defRPr>
                <a:solidFill>
                  <a:srgbClr val="8B8580"/>
                </a:solidFill>
              </a:defRPr>
            </a:lvl1pPr>
          </a:lstStyle>
          <a:p>
            <a:fld id="{345D60D9-5372-5F40-9443-0F9AE5BDC3C8}" type="slidenum">
              <a:rPr lang="en-US" smtClean="0"/>
              <a:pPr/>
              <a:t>‹#›</a:t>
            </a:fld>
            <a:endParaRPr lang="en-US" dirty="0"/>
          </a:p>
        </p:txBody>
      </p:sp>
      <p:sp>
        <p:nvSpPr>
          <p:cNvPr id="3" name="Footer Placeholder 4">
            <a:extLst>
              <a:ext uri="{FF2B5EF4-FFF2-40B4-BE49-F238E27FC236}">
                <a16:creationId xmlns:a16="http://schemas.microsoft.com/office/drawing/2014/main" id="{79300F23-60FC-EE40-A828-E40C560AF8ED}"/>
              </a:ext>
            </a:extLst>
          </p:cNvPr>
          <p:cNvSpPr>
            <a:spLocks noGrp="1"/>
          </p:cNvSpPr>
          <p:nvPr>
            <p:ph type="ftr" sz="quarter" idx="39"/>
          </p:nvPr>
        </p:nvSpPr>
        <p:spPr>
          <a:xfrm>
            <a:off x="1127759" y="6423978"/>
            <a:ext cx="5745379" cy="365125"/>
          </a:xfrm>
        </p:spPr>
        <p:txBody>
          <a:bodyPr/>
          <a:lstStyle>
            <a:lvl1pPr>
              <a:defRPr>
                <a:solidFill>
                  <a:srgbClr val="8B8580"/>
                </a:solidFill>
              </a:defRPr>
            </a:lvl1pPr>
          </a:lstStyle>
          <a:p>
            <a:r>
              <a:rPr lang="en-US"/>
              <a:t>Copyright © 2025, Oracle and/or its affiliates |  Confidential: Internal/Restricted/Highly Restricted</a:t>
            </a:r>
            <a:endParaRPr lang="en-US" dirty="0"/>
          </a:p>
        </p:txBody>
      </p:sp>
      <p:sp>
        <p:nvSpPr>
          <p:cNvPr id="5" name="Date Placeholder 3">
            <a:extLst>
              <a:ext uri="{FF2B5EF4-FFF2-40B4-BE49-F238E27FC236}">
                <a16:creationId xmlns:a16="http://schemas.microsoft.com/office/drawing/2014/main" id="{BC4E5ABC-EB2D-8701-BC5C-606A43E4C609}"/>
              </a:ext>
            </a:extLst>
          </p:cNvPr>
          <p:cNvSpPr>
            <a:spLocks noGrp="1"/>
          </p:cNvSpPr>
          <p:nvPr>
            <p:ph type="dt" sz="half" idx="38"/>
          </p:nvPr>
        </p:nvSpPr>
        <p:spPr>
          <a:xfrm>
            <a:off x="6873138" y="6425604"/>
            <a:ext cx="2743200" cy="363500"/>
          </a:xfrm>
        </p:spPr>
        <p:txBody>
          <a:bodyPr/>
          <a:lstStyle>
            <a:lvl1pPr>
              <a:defRPr>
                <a:solidFill>
                  <a:srgbClr val="8B8580"/>
                </a:solidFill>
              </a:defRPr>
            </a:lvl1pPr>
          </a:lstStyle>
          <a:p>
            <a:r>
              <a:rPr lang="en-US"/>
              <a:t>[Date]</a:t>
            </a:r>
            <a:endParaRPr lang="en-US" dirty="0"/>
          </a:p>
        </p:txBody>
      </p:sp>
    </p:spTree>
    <p:extLst>
      <p:ext uri="{BB962C8B-B14F-4D97-AF65-F5344CB8AC3E}">
        <p14:creationId xmlns:p14="http://schemas.microsoft.com/office/powerpoint/2010/main" val="1486940319"/>
      </p:ext>
    </p:extLst>
  </p:cSld>
  <p:clrMapOvr>
    <a:overrideClrMapping bg1="lt1" tx1="dk1" bg2="lt2" tx2="dk2" accent1="accent1" accent2="accent2" accent3="accent3" accent4="accent4" accent5="accent5" accent6="accent6" hlink="hlink" folHlink="folHlink"/>
  </p:clrMapOvr>
  <p:transition>
    <p:fade/>
  </p:transition>
</p:sldLayout>
</file>

<file path=ppt/slideLayouts/slideLayout45.xml><?xml version="1.0" encoding="utf-8"?>
<p:sldLayout xmlns:a="http://schemas.openxmlformats.org/drawingml/2006/main" xmlns:r="http://schemas.openxmlformats.org/officeDocument/2006/relationships" xmlns:p="http://schemas.openxmlformats.org/presentationml/2006/main" preserve="1" userDrawn="1">
  <p:cSld name="Light - Numbered Outline 2 Column_Pillar">
    <p:bg>
      <p:bgRef idx="1001">
        <a:schemeClr val="bg2"/>
      </p:bgRef>
    </p:bg>
    <p:spTree>
      <p:nvGrpSpPr>
        <p:cNvPr id="1" name=""/>
        <p:cNvGrpSpPr/>
        <p:nvPr/>
      </p:nvGrpSpPr>
      <p:grpSpPr>
        <a:xfrm>
          <a:off x="0" y="0"/>
          <a:ext cx="0" cy="0"/>
          <a:chOff x="0" y="0"/>
          <a:chExt cx="0" cy="0"/>
        </a:xfrm>
      </p:grpSpPr>
      <p:sp>
        <p:nvSpPr>
          <p:cNvPr id="8" name="Title 7">
            <a:extLst>
              <a:ext uri="{FF2B5EF4-FFF2-40B4-BE49-F238E27FC236}">
                <a16:creationId xmlns:a16="http://schemas.microsoft.com/office/drawing/2014/main" id="{9C807732-3520-4DBF-9B75-86BA2E562DF0}"/>
              </a:ext>
            </a:extLst>
          </p:cNvPr>
          <p:cNvSpPr>
            <a:spLocks noGrp="1"/>
          </p:cNvSpPr>
          <p:nvPr>
            <p:ph type="title" hasCustomPrompt="1"/>
          </p:nvPr>
        </p:nvSpPr>
        <p:spPr/>
        <p:txBody>
          <a:bodyPr/>
          <a:lstStyle>
            <a:lvl1pPr>
              <a:defRPr b="1" i="0">
                <a:latin typeface="Oracle Sans Tab" panose="020B0503020204020204" pitchFamily="34" charset="0"/>
                <a:cs typeface="Oracle Sans Tab" panose="020B0503020204020204" pitchFamily="34" charset="0"/>
              </a:defRPr>
            </a:lvl1pPr>
          </a:lstStyle>
          <a:p>
            <a:r>
              <a:rPr lang="en-US" dirty="0"/>
              <a:t>Title</a:t>
            </a:r>
          </a:p>
        </p:txBody>
      </p:sp>
      <p:sp>
        <p:nvSpPr>
          <p:cNvPr id="4" name="Text Placeholder 3">
            <a:extLst>
              <a:ext uri="{FF2B5EF4-FFF2-40B4-BE49-F238E27FC236}">
                <a16:creationId xmlns:a16="http://schemas.microsoft.com/office/drawing/2014/main" id="{0CACCDE9-9415-4B6A-88C5-02BDAA76AAC8}"/>
              </a:ext>
            </a:extLst>
          </p:cNvPr>
          <p:cNvSpPr>
            <a:spLocks noGrp="1"/>
          </p:cNvSpPr>
          <p:nvPr>
            <p:ph type="body" sz="quarter" idx="43"/>
          </p:nvPr>
        </p:nvSpPr>
        <p:spPr>
          <a:xfrm>
            <a:off x="762000" y="1609724"/>
            <a:ext cx="5084064" cy="4505325"/>
          </a:xfrm>
          <a:noFill/>
        </p:spPr>
        <p:txBody>
          <a:bodyPr vert="horz" lIns="0" tIns="0" rIns="0" bIns="0" rtlCol="0">
            <a:noAutofit/>
          </a:bodyPr>
          <a:lstStyle>
            <a:lvl1pPr marL="365125" indent="-365125">
              <a:buClr>
                <a:schemeClr val="tx1"/>
              </a:buClr>
              <a:buFont typeface="+mj-lt"/>
              <a:buAutoNum type="arabicPeriod"/>
              <a:defRPr lang="en-US" dirty="0"/>
            </a:lvl1pPr>
            <a:lvl2pPr marL="548640">
              <a:buClr>
                <a:schemeClr val="tx1"/>
              </a:buClr>
              <a:defRPr lang="en-US" dirty="0"/>
            </a:lvl2pPr>
            <a:lvl3pPr marL="731520">
              <a:buClr>
                <a:schemeClr val="tx1"/>
              </a:buClr>
              <a:defRPr lang="en-US" dirty="0"/>
            </a:lvl3pPr>
            <a:lvl4pPr marL="914400">
              <a:buClr>
                <a:schemeClr val="tx1"/>
              </a:buClr>
              <a:defRPr lang="en-US" dirty="0"/>
            </a:lvl4pPr>
            <a:lvl5pPr marL="1097280">
              <a:buClr>
                <a:schemeClr val="tx1"/>
              </a:buClr>
              <a:defRPr lang="en-US" dirty="0"/>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10" name="Text Placeholder 3">
            <a:extLst>
              <a:ext uri="{FF2B5EF4-FFF2-40B4-BE49-F238E27FC236}">
                <a16:creationId xmlns:a16="http://schemas.microsoft.com/office/drawing/2014/main" id="{A4E2576F-21A2-43DD-A5D5-93969065652E}"/>
              </a:ext>
            </a:extLst>
          </p:cNvPr>
          <p:cNvSpPr>
            <a:spLocks noGrp="1"/>
          </p:cNvSpPr>
          <p:nvPr>
            <p:ph type="body" sz="quarter" idx="48"/>
          </p:nvPr>
        </p:nvSpPr>
        <p:spPr>
          <a:xfrm>
            <a:off x="6371492" y="1609724"/>
            <a:ext cx="5084064" cy="4505325"/>
          </a:xfrm>
          <a:noFill/>
        </p:spPr>
        <p:txBody>
          <a:bodyPr vert="horz" lIns="0" tIns="0" rIns="0" bIns="0" rtlCol="0">
            <a:noAutofit/>
          </a:bodyPr>
          <a:lstStyle>
            <a:lvl1pPr marL="365125" indent="-365125">
              <a:buClr>
                <a:schemeClr val="tx1"/>
              </a:buClr>
              <a:buFont typeface="+mj-lt"/>
              <a:buAutoNum type="arabicPeriod"/>
              <a:defRPr lang="en-US" dirty="0"/>
            </a:lvl1pPr>
            <a:lvl2pPr marL="548640">
              <a:buClr>
                <a:schemeClr val="tx1"/>
              </a:buClr>
              <a:defRPr lang="en-US" dirty="0"/>
            </a:lvl2pPr>
            <a:lvl3pPr marL="731520">
              <a:buClr>
                <a:schemeClr val="tx1"/>
              </a:buClr>
              <a:defRPr lang="en-US" dirty="0"/>
            </a:lvl3pPr>
            <a:lvl4pPr marL="914400">
              <a:buClr>
                <a:schemeClr val="tx1"/>
              </a:buClr>
              <a:defRPr lang="en-US" dirty="0"/>
            </a:lvl4pPr>
            <a:lvl5pPr marL="1097280">
              <a:buClr>
                <a:schemeClr val="tx1"/>
              </a:buClr>
              <a:defRPr lang="en-US" dirty="0"/>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2" name="Slide Number Placeholder 5">
            <a:extLst>
              <a:ext uri="{FF2B5EF4-FFF2-40B4-BE49-F238E27FC236}">
                <a16:creationId xmlns:a16="http://schemas.microsoft.com/office/drawing/2014/main" id="{5E4ECBEA-FAA3-A15E-99BF-9F4E098A2F56}"/>
              </a:ext>
            </a:extLst>
          </p:cNvPr>
          <p:cNvSpPr>
            <a:spLocks noGrp="1"/>
          </p:cNvSpPr>
          <p:nvPr>
            <p:ph type="sldNum" sz="quarter" idx="40"/>
          </p:nvPr>
        </p:nvSpPr>
        <p:spPr>
          <a:xfrm>
            <a:off x="762000" y="6423660"/>
            <a:ext cx="365760" cy="365760"/>
          </a:xfrm>
        </p:spPr>
        <p:txBody>
          <a:bodyPr/>
          <a:lstStyle>
            <a:lvl1pPr>
              <a:defRPr>
                <a:solidFill>
                  <a:srgbClr val="8B8580"/>
                </a:solidFill>
              </a:defRPr>
            </a:lvl1pPr>
          </a:lstStyle>
          <a:p>
            <a:fld id="{345D60D9-5372-5F40-9443-0F9AE5BDC3C8}" type="slidenum">
              <a:rPr lang="en-US" smtClean="0"/>
              <a:pPr/>
              <a:t>‹#›</a:t>
            </a:fld>
            <a:endParaRPr lang="en-US" dirty="0"/>
          </a:p>
        </p:txBody>
      </p:sp>
      <p:sp>
        <p:nvSpPr>
          <p:cNvPr id="7" name="Footer Placeholder 4">
            <a:extLst>
              <a:ext uri="{FF2B5EF4-FFF2-40B4-BE49-F238E27FC236}">
                <a16:creationId xmlns:a16="http://schemas.microsoft.com/office/drawing/2014/main" id="{420D2DEB-5A79-A519-1B69-25F5B39D2313}"/>
              </a:ext>
            </a:extLst>
          </p:cNvPr>
          <p:cNvSpPr>
            <a:spLocks noGrp="1"/>
          </p:cNvSpPr>
          <p:nvPr>
            <p:ph type="ftr" sz="quarter" idx="39"/>
          </p:nvPr>
        </p:nvSpPr>
        <p:spPr>
          <a:xfrm>
            <a:off x="1127759" y="6423978"/>
            <a:ext cx="5745379" cy="365125"/>
          </a:xfrm>
        </p:spPr>
        <p:txBody>
          <a:bodyPr/>
          <a:lstStyle>
            <a:lvl1pPr>
              <a:defRPr>
                <a:solidFill>
                  <a:srgbClr val="8B8580"/>
                </a:solidFill>
              </a:defRPr>
            </a:lvl1pPr>
          </a:lstStyle>
          <a:p>
            <a:r>
              <a:rPr lang="en-US"/>
              <a:t>Copyright © 2025, Oracle and/or its affiliates |  Confidential: Internal/Restricted/Highly Restricted</a:t>
            </a:r>
            <a:endParaRPr lang="en-US" dirty="0"/>
          </a:p>
        </p:txBody>
      </p:sp>
      <p:sp>
        <p:nvSpPr>
          <p:cNvPr id="9" name="Date Placeholder 3">
            <a:extLst>
              <a:ext uri="{FF2B5EF4-FFF2-40B4-BE49-F238E27FC236}">
                <a16:creationId xmlns:a16="http://schemas.microsoft.com/office/drawing/2014/main" id="{BE0FD8E3-9D0E-2875-FC02-89D82CFF1B8E}"/>
              </a:ext>
            </a:extLst>
          </p:cNvPr>
          <p:cNvSpPr>
            <a:spLocks noGrp="1"/>
          </p:cNvSpPr>
          <p:nvPr>
            <p:ph type="dt" sz="half" idx="38"/>
          </p:nvPr>
        </p:nvSpPr>
        <p:spPr>
          <a:xfrm>
            <a:off x="6873138" y="6425604"/>
            <a:ext cx="2743200" cy="363500"/>
          </a:xfrm>
        </p:spPr>
        <p:txBody>
          <a:bodyPr/>
          <a:lstStyle>
            <a:lvl1pPr>
              <a:defRPr>
                <a:solidFill>
                  <a:srgbClr val="8B8580"/>
                </a:solidFill>
              </a:defRPr>
            </a:lvl1pPr>
          </a:lstStyle>
          <a:p>
            <a:r>
              <a:rPr lang="en-US"/>
              <a:t>[Date]</a:t>
            </a:r>
            <a:endParaRPr lang="en-US" dirty="0"/>
          </a:p>
        </p:txBody>
      </p:sp>
    </p:spTree>
    <p:extLst>
      <p:ext uri="{BB962C8B-B14F-4D97-AF65-F5344CB8AC3E}">
        <p14:creationId xmlns:p14="http://schemas.microsoft.com/office/powerpoint/2010/main" val="3668922912"/>
      </p:ext>
    </p:extLst>
  </p:cSld>
  <p:clrMapOvr>
    <a:overrideClrMapping bg1="lt1" tx1="dk1" bg2="lt2" tx2="dk2" accent1="accent1" accent2="accent2" accent3="accent3" accent4="accent4" accent5="accent5" accent6="accent6" hlink="hlink" folHlink="folHlink"/>
  </p:clrMapOvr>
  <p:transition>
    <p:fade/>
  </p:transition>
</p:sldLayout>
</file>

<file path=ppt/slideLayouts/slideLayout46.xml><?xml version="1.0" encoding="utf-8"?>
<p:sldLayout xmlns:a="http://schemas.openxmlformats.org/drawingml/2006/main" xmlns:r="http://schemas.openxmlformats.org/officeDocument/2006/relationships" xmlns:p="http://schemas.openxmlformats.org/presentationml/2006/main" preserve="1" userDrawn="1">
  <p:cSld name="Dark - Data Texture 16 Blank">
    <p:bg>
      <p:bgRef idx="1001">
        <a:schemeClr val="bg1"/>
      </p:bgRef>
    </p:bg>
    <p:spTree>
      <p:nvGrpSpPr>
        <p:cNvPr id="1" name=""/>
        <p:cNvGrpSpPr/>
        <p:nvPr/>
      </p:nvGrpSpPr>
      <p:grpSpPr>
        <a:xfrm>
          <a:off x="0" y="0"/>
          <a:ext cx="0" cy="0"/>
          <a:chOff x="0" y="0"/>
          <a:chExt cx="0" cy="0"/>
        </a:xfrm>
      </p:grpSpPr>
      <p:sp>
        <p:nvSpPr>
          <p:cNvPr id="3" name="Title 3">
            <a:extLst>
              <a:ext uri="{FF2B5EF4-FFF2-40B4-BE49-F238E27FC236}">
                <a16:creationId xmlns:a16="http://schemas.microsoft.com/office/drawing/2014/main" id="{51FB2871-6145-CDA3-F6CA-5ACAA792352C}"/>
              </a:ext>
            </a:extLst>
          </p:cNvPr>
          <p:cNvSpPr>
            <a:spLocks noGrp="1"/>
          </p:cNvSpPr>
          <p:nvPr>
            <p:ph type="title" hasCustomPrompt="1"/>
          </p:nvPr>
        </p:nvSpPr>
        <p:spPr>
          <a:xfrm>
            <a:off x="768875" y="182403"/>
            <a:ext cx="10671048" cy="822960"/>
          </a:xfrm>
        </p:spPr>
        <p:txBody>
          <a:bodyPr/>
          <a:lstStyle>
            <a:lvl1pPr>
              <a:defRPr b="1" i="0">
                <a:solidFill>
                  <a:schemeClr val="tx1"/>
                </a:solidFill>
                <a:latin typeface="Oracle Sans Tab" panose="020B0503020204020204" pitchFamily="34" charset="0"/>
                <a:cs typeface="Oracle Sans Tab" panose="020B0503020204020204" pitchFamily="34" charset="0"/>
              </a:defRPr>
            </a:lvl1pPr>
          </a:lstStyle>
          <a:p>
            <a:r>
              <a:rPr lang="en-US" dirty="0"/>
              <a:t>Title</a:t>
            </a:r>
          </a:p>
        </p:txBody>
      </p:sp>
      <p:sp>
        <p:nvSpPr>
          <p:cNvPr id="4" name="Slide Number Placeholder 7">
            <a:extLst>
              <a:ext uri="{FF2B5EF4-FFF2-40B4-BE49-F238E27FC236}">
                <a16:creationId xmlns:a16="http://schemas.microsoft.com/office/drawing/2014/main" id="{83EBB493-B7AB-AF1D-4680-0DA7240948BA}"/>
              </a:ext>
            </a:extLst>
          </p:cNvPr>
          <p:cNvSpPr>
            <a:spLocks noGrp="1"/>
          </p:cNvSpPr>
          <p:nvPr>
            <p:ph type="sldNum" sz="quarter" idx="17"/>
          </p:nvPr>
        </p:nvSpPr>
        <p:spPr>
          <a:xfrm>
            <a:off x="762000" y="6423660"/>
            <a:ext cx="365760" cy="365760"/>
          </a:xfrm>
        </p:spPr>
        <p:txBody>
          <a:bodyPr/>
          <a:lstStyle>
            <a:lvl1pPr>
              <a:defRPr>
                <a:solidFill>
                  <a:srgbClr val="AEA8A2"/>
                </a:solidFill>
              </a:defRPr>
            </a:lvl1pPr>
          </a:lstStyle>
          <a:p>
            <a:fld id="{345D60D9-5372-5F40-9443-0F9AE5BDC3C8}" type="slidenum">
              <a:rPr lang="en-US" smtClean="0"/>
              <a:pPr/>
              <a:t>‹#›</a:t>
            </a:fld>
            <a:endParaRPr lang="en-US" dirty="0"/>
          </a:p>
        </p:txBody>
      </p:sp>
      <p:sp>
        <p:nvSpPr>
          <p:cNvPr id="5" name="Footer Placeholder 6">
            <a:extLst>
              <a:ext uri="{FF2B5EF4-FFF2-40B4-BE49-F238E27FC236}">
                <a16:creationId xmlns:a16="http://schemas.microsoft.com/office/drawing/2014/main" id="{961C3AE5-B121-A23C-4B88-56448E898BEC}"/>
              </a:ext>
            </a:extLst>
          </p:cNvPr>
          <p:cNvSpPr>
            <a:spLocks noGrp="1"/>
          </p:cNvSpPr>
          <p:nvPr>
            <p:ph type="ftr" sz="quarter" idx="16"/>
          </p:nvPr>
        </p:nvSpPr>
        <p:spPr>
          <a:xfrm>
            <a:off x="1127759" y="6423978"/>
            <a:ext cx="5745379" cy="365125"/>
          </a:xfrm>
        </p:spPr>
        <p:txBody>
          <a:bodyPr/>
          <a:lstStyle>
            <a:lvl1pPr>
              <a:defRPr>
                <a:solidFill>
                  <a:srgbClr val="AEA8A2"/>
                </a:solidFill>
              </a:defRPr>
            </a:lvl1pPr>
          </a:lstStyle>
          <a:p>
            <a:r>
              <a:rPr lang="en-US"/>
              <a:t>Copyright © 2025, Oracle and/or its affiliates |  Confidential: Internal/Restricted/Highly Restricted</a:t>
            </a:r>
            <a:endParaRPr lang="en-US" dirty="0"/>
          </a:p>
        </p:txBody>
      </p:sp>
      <p:sp>
        <p:nvSpPr>
          <p:cNvPr id="7" name="Date Placeholder 4">
            <a:extLst>
              <a:ext uri="{FF2B5EF4-FFF2-40B4-BE49-F238E27FC236}">
                <a16:creationId xmlns:a16="http://schemas.microsoft.com/office/drawing/2014/main" id="{11868393-3BDA-2882-8D87-FC25B057C101}"/>
              </a:ext>
            </a:extLst>
          </p:cNvPr>
          <p:cNvSpPr>
            <a:spLocks noGrp="1"/>
          </p:cNvSpPr>
          <p:nvPr>
            <p:ph type="dt" sz="half" idx="15"/>
          </p:nvPr>
        </p:nvSpPr>
        <p:spPr>
          <a:xfrm>
            <a:off x="6873138" y="6425604"/>
            <a:ext cx="2743200" cy="363500"/>
          </a:xfrm>
        </p:spPr>
        <p:txBody>
          <a:bodyPr/>
          <a:lstStyle>
            <a:lvl1pPr>
              <a:defRPr>
                <a:solidFill>
                  <a:srgbClr val="AEA8A2"/>
                </a:solidFill>
              </a:defRPr>
            </a:lvl1pPr>
          </a:lstStyle>
          <a:p>
            <a:r>
              <a:rPr lang="en-US"/>
              <a:t>[Date]</a:t>
            </a:r>
            <a:endParaRPr lang="en-US" dirty="0"/>
          </a:p>
        </p:txBody>
      </p:sp>
    </p:spTree>
    <p:extLst>
      <p:ext uri="{BB962C8B-B14F-4D97-AF65-F5344CB8AC3E}">
        <p14:creationId xmlns:p14="http://schemas.microsoft.com/office/powerpoint/2010/main" val="385055458"/>
      </p:ext>
    </p:extLst>
  </p:cSld>
  <p:clrMapOvr>
    <a:overrideClrMapping bg1="dk1" tx1="lt1" bg2="dk2" tx2="lt2" accent1="accent1" accent2="accent2" accent3="accent3" accent4="accent4" accent5="accent5" accent6="accent6" hlink="hlink" folHlink="folHlink"/>
  </p:clrMapOvr>
  <p:transition>
    <p:fade/>
  </p:transition>
</p:sldLayout>
</file>

<file path=ppt/slideLayouts/slideLayout47.xml><?xml version="1.0" encoding="utf-8"?>
<p:sldLayout xmlns:a="http://schemas.openxmlformats.org/drawingml/2006/main" xmlns:r="http://schemas.openxmlformats.org/officeDocument/2006/relationships" xmlns:p="http://schemas.openxmlformats.org/presentationml/2006/main" preserve="1" userDrawn="1">
  <p:cSld name="Light - Title/Subtitle">
    <p:bg>
      <p:bgRef idx="1001">
        <a:schemeClr val="bg2"/>
      </p:bgRef>
    </p:bg>
    <p:spTree>
      <p:nvGrpSpPr>
        <p:cNvPr id="1" name=""/>
        <p:cNvGrpSpPr/>
        <p:nvPr/>
      </p:nvGrpSpPr>
      <p:grpSpPr>
        <a:xfrm>
          <a:off x="0" y="0"/>
          <a:ext cx="0" cy="0"/>
          <a:chOff x="0" y="0"/>
          <a:chExt cx="0" cy="0"/>
        </a:xfrm>
      </p:grpSpPr>
      <p:sp>
        <p:nvSpPr>
          <p:cNvPr id="4" name="Title 3">
            <a:extLst>
              <a:ext uri="{FF2B5EF4-FFF2-40B4-BE49-F238E27FC236}">
                <a16:creationId xmlns:a16="http://schemas.microsoft.com/office/drawing/2014/main" id="{AC6A8D35-C90D-428D-8E15-6F958679D947}"/>
              </a:ext>
            </a:extLst>
          </p:cNvPr>
          <p:cNvSpPr>
            <a:spLocks noGrp="1"/>
          </p:cNvSpPr>
          <p:nvPr>
            <p:ph type="title" hasCustomPrompt="1"/>
          </p:nvPr>
        </p:nvSpPr>
        <p:spPr/>
        <p:txBody>
          <a:bodyPr/>
          <a:lstStyle>
            <a:lvl1pPr>
              <a:defRPr b="1" i="0">
                <a:latin typeface="Oracle Sans Tab" panose="020B0503020204020204" pitchFamily="34" charset="0"/>
                <a:cs typeface="Oracle Sans Tab" panose="020B0503020204020204" pitchFamily="34" charset="0"/>
              </a:defRPr>
            </a:lvl1pPr>
          </a:lstStyle>
          <a:p>
            <a:r>
              <a:rPr lang="en-US" dirty="0"/>
              <a:t>Title</a:t>
            </a:r>
          </a:p>
        </p:txBody>
      </p:sp>
      <p:sp>
        <p:nvSpPr>
          <p:cNvPr id="15" name="Subtitle">
            <a:extLst>
              <a:ext uri="{FF2B5EF4-FFF2-40B4-BE49-F238E27FC236}">
                <a16:creationId xmlns:a16="http://schemas.microsoft.com/office/drawing/2014/main" id="{FC0004EB-159B-A345-859C-0E83416ED930}"/>
              </a:ext>
            </a:extLst>
          </p:cNvPr>
          <p:cNvSpPr>
            <a:spLocks noGrp="1"/>
          </p:cNvSpPr>
          <p:nvPr>
            <p:ph type="body" sz="quarter" idx="11" hasCustomPrompt="1"/>
          </p:nvPr>
        </p:nvSpPr>
        <p:spPr>
          <a:xfrm>
            <a:off x="762000" y="1024235"/>
            <a:ext cx="10671048" cy="330540"/>
          </a:xfrm>
          <a:prstGeom prst="rect">
            <a:avLst/>
          </a:prstGeom>
        </p:spPr>
        <p:txBody>
          <a:bodyPr lIns="0">
            <a:noAutofit/>
          </a:bodyPr>
          <a:lstStyle>
            <a:lvl1pPr marL="0" indent="0">
              <a:spcAft>
                <a:spcPts val="0"/>
              </a:spcAft>
              <a:buNone/>
              <a:defRPr sz="2000" b="0" i="0">
                <a:latin typeface="Oracle Sans Tab" panose="020B0503020204020204" pitchFamily="34" charset="0"/>
                <a:cs typeface="Oracle Sans Tab" panose="020B0503020204020204" pitchFamily="34" charset="0"/>
              </a:defRPr>
            </a:lvl1pPr>
          </a:lstStyle>
          <a:p>
            <a:pPr lvl="0"/>
            <a:r>
              <a:rPr lang="en-US" dirty="0"/>
              <a:t>Subtitle</a:t>
            </a:r>
          </a:p>
        </p:txBody>
      </p:sp>
      <p:sp>
        <p:nvSpPr>
          <p:cNvPr id="2" name="Slide Number Placeholder 5">
            <a:extLst>
              <a:ext uri="{FF2B5EF4-FFF2-40B4-BE49-F238E27FC236}">
                <a16:creationId xmlns:a16="http://schemas.microsoft.com/office/drawing/2014/main" id="{DBEEF32F-ED74-47E3-D2C3-F1B1AD13F3F5}"/>
              </a:ext>
            </a:extLst>
          </p:cNvPr>
          <p:cNvSpPr>
            <a:spLocks noGrp="1"/>
          </p:cNvSpPr>
          <p:nvPr>
            <p:ph type="sldNum" sz="quarter" idx="40"/>
          </p:nvPr>
        </p:nvSpPr>
        <p:spPr>
          <a:xfrm>
            <a:off x="762000" y="6423660"/>
            <a:ext cx="365760" cy="365760"/>
          </a:xfrm>
        </p:spPr>
        <p:txBody>
          <a:bodyPr/>
          <a:lstStyle>
            <a:lvl1pPr>
              <a:defRPr>
                <a:solidFill>
                  <a:srgbClr val="8B8580"/>
                </a:solidFill>
              </a:defRPr>
            </a:lvl1pPr>
          </a:lstStyle>
          <a:p>
            <a:fld id="{345D60D9-5372-5F40-9443-0F9AE5BDC3C8}" type="slidenum">
              <a:rPr lang="en-US" smtClean="0"/>
              <a:pPr/>
              <a:t>‹#›</a:t>
            </a:fld>
            <a:endParaRPr lang="en-US" dirty="0"/>
          </a:p>
        </p:txBody>
      </p:sp>
      <p:sp>
        <p:nvSpPr>
          <p:cNvPr id="7" name="Footer Placeholder 4">
            <a:extLst>
              <a:ext uri="{FF2B5EF4-FFF2-40B4-BE49-F238E27FC236}">
                <a16:creationId xmlns:a16="http://schemas.microsoft.com/office/drawing/2014/main" id="{DFD6C787-D3B4-031A-8D4C-3A19D9BDFA78}"/>
              </a:ext>
            </a:extLst>
          </p:cNvPr>
          <p:cNvSpPr>
            <a:spLocks noGrp="1"/>
          </p:cNvSpPr>
          <p:nvPr>
            <p:ph type="ftr" sz="quarter" idx="39"/>
          </p:nvPr>
        </p:nvSpPr>
        <p:spPr>
          <a:xfrm>
            <a:off x="1127759" y="6423978"/>
            <a:ext cx="5745379" cy="365125"/>
          </a:xfrm>
        </p:spPr>
        <p:txBody>
          <a:bodyPr/>
          <a:lstStyle>
            <a:lvl1pPr>
              <a:defRPr>
                <a:solidFill>
                  <a:srgbClr val="8B8580"/>
                </a:solidFill>
              </a:defRPr>
            </a:lvl1pPr>
          </a:lstStyle>
          <a:p>
            <a:r>
              <a:rPr lang="en-US"/>
              <a:t>Copyright © 2025, Oracle and/or its affiliates |  Confidential: Internal/Restricted/Highly Restricted</a:t>
            </a:r>
            <a:endParaRPr lang="en-US" dirty="0"/>
          </a:p>
        </p:txBody>
      </p:sp>
      <p:sp>
        <p:nvSpPr>
          <p:cNvPr id="8" name="Date Placeholder 3">
            <a:extLst>
              <a:ext uri="{FF2B5EF4-FFF2-40B4-BE49-F238E27FC236}">
                <a16:creationId xmlns:a16="http://schemas.microsoft.com/office/drawing/2014/main" id="{005CA9E8-9559-78FA-E425-B044F817EEE2}"/>
              </a:ext>
            </a:extLst>
          </p:cNvPr>
          <p:cNvSpPr>
            <a:spLocks noGrp="1"/>
          </p:cNvSpPr>
          <p:nvPr>
            <p:ph type="dt" sz="half" idx="38"/>
          </p:nvPr>
        </p:nvSpPr>
        <p:spPr>
          <a:xfrm>
            <a:off x="6873138" y="6425604"/>
            <a:ext cx="2743200" cy="363500"/>
          </a:xfrm>
        </p:spPr>
        <p:txBody>
          <a:bodyPr/>
          <a:lstStyle>
            <a:lvl1pPr>
              <a:defRPr>
                <a:solidFill>
                  <a:srgbClr val="8B8580"/>
                </a:solidFill>
              </a:defRPr>
            </a:lvl1pPr>
          </a:lstStyle>
          <a:p>
            <a:r>
              <a:rPr lang="en-US"/>
              <a:t>[Date]</a:t>
            </a:r>
            <a:endParaRPr lang="en-US" dirty="0"/>
          </a:p>
        </p:txBody>
      </p:sp>
    </p:spTree>
    <p:extLst>
      <p:ext uri="{BB962C8B-B14F-4D97-AF65-F5344CB8AC3E}">
        <p14:creationId xmlns:p14="http://schemas.microsoft.com/office/powerpoint/2010/main" val="2809200837"/>
      </p:ext>
    </p:extLst>
  </p:cSld>
  <p:clrMapOvr>
    <a:overrideClrMapping bg1="lt1" tx1="dk1" bg2="lt2" tx2="dk2" accent1="accent1" accent2="accent2" accent3="accent3" accent4="accent4" accent5="accent5" accent6="accent6" hlink="hlink" folHlink="folHlink"/>
  </p:clrMapOvr>
  <p:transition>
    <p:fade/>
  </p:transition>
</p:sldLayout>
</file>

<file path=ppt/slideLayouts/slideLayout48.xml><?xml version="1.0" encoding="utf-8"?>
<p:sldLayout xmlns:a="http://schemas.openxmlformats.org/drawingml/2006/main" xmlns:r="http://schemas.openxmlformats.org/officeDocument/2006/relationships" xmlns:p="http://schemas.openxmlformats.org/presentationml/2006/main" preserve="1" userDrawn="1">
  <p:cSld name="Dark - Title/Subtitle">
    <p:bg>
      <p:bgRef idx="1001">
        <a:schemeClr val="bg1"/>
      </p:bgRef>
    </p:bg>
    <p:spTree>
      <p:nvGrpSpPr>
        <p:cNvPr id="1" name=""/>
        <p:cNvGrpSpPr/>
        <p:nvPr/>
      </p:nvGrpSpPr>
      <p:grpSpPr>
        <a:xfrm>
          <a:off x="0" y="0"/>
          <a:ext cx="0" cy="0"/>
          <a:chOff x="0" y="0"/>
          <a:chExt cx="0" cy="0"/>
        </a:xfrm>
      </p:grpSpPr>
      <p:sp>
        <p:nvSpPr>
          <p:cNvPr id="4" name="Title 3">
            <a:extLst>
              <a:ext uri="{FF2B5EF4-FFF2-40B4-BE49-F238E27FC236}">
                <a16:creationId xmlns:a16="http://schemas.microsoft.com/office/drawing/2014/main" id="{C471FF06-338B-46FE-B4FE-F72B7ABAED7F}"/>
              </a:ext>
            </a:extLst>
          </p:cNvPr>
          <p:cNvSpPr>
            <a:spLocks noGrp="1"/>
          </p:cNvSpPr>
          <p:nvPr>
            <p:ph type="title" hasCustomPrompt="1"/>
          </p:nvPr>
        </p:nvSpPr>
        <p:spPr/>
        <p:txBody>
          <a:bodyPr/>
          <a:lstStyle>
            <a:lvl1pPr>
              <a:defRPr b="1" i="0">
                <a:latin typeface="Oracle Sans Tab" panose="020B0503020204020204" pitchFamily="34" charset="0"/>
                <a:cs typeface="Oracle Sans Tab" panose="020B0503020204020204" pitchFamily="34" charset="0"/>
              </a:defRPr>
            </a:lvl1pPr>
          </a:lstStyle>
          <a:p>
            <a:r>
              <a:rPr lang="en-US" dirty="0"/>
              <a:t>Title</a:t>
            </a:r>
          </a:p>
        </p:txBody>
      </p:sp>
      <p:sp>
        <p:nvSpPr>
          <p:cNvPr id="6" name="Subtitle">
            <a:extLst>
              <a:ext uri="{FF2B5EF4-FFF2-40B4-BE49-F238E27FC236}">
                <a16:creationId xmlns:a16="http://schemas.microsoft.com/office/drawing/2014/main" id="{756DCC98-315C-61EE-3BD9-275F39B0D5BB}"/>
              </a:ext>
            </a:extLst>
          </p:cNvPr>
          <p:cNvSpPr>
            <a:spLocks noGrp="1"/>
          </p:cNvSpPr>
          <p:nvPr>
            <p:ph type="body" sz="quarter" idx="11" hasCustomPrompt="1"/>
          </p:nvPr>
        </p:nvSpPr>
        <p:spPr>
          <a:xfrm>
            <a:off x="766763" y="1009904"/>
            <a:ext cx="10671048" cy="330540"/>
          </a:xfrm>
          <a:prstGeom prst="rect">
            <a:avLst/>
          </a:prstGeom>
        </p:spPr>
        <p:txBody>
          <a:bodyPr lIns="0">
            <a:noAutofit/>
          </a:bodyPr>
          <a:lstStyle>
            <a:lvl1pPr marL="0" indent="0">
              <a:spcAft>
                <a:spcPts val="0"/>
              </a:spcAft>
              <a:buNone/>
              <a:defRPr sz="2000" b="0" i="0">
                <a:latin typeface="Oracle Sans Tab" panose="020B0503020204020204" pitchFamily="34" charset="0"/>
                <a:cs typeface="Oracle Sans Tab" panose="020B0503020204020204" pitchFamily="34" charset="0"/>
              </a:defRPr>
            </a:lvl1pPr>
          </a:lstStyle>
          <a:p>
            <a:pPr lvl="0"/>
            <a:r>
              <a:rPr lang="en-US" dirty="0"/>
              <a:t>Subtitle</a:t>
            </a:r>
          </a:p>
        </p:txBody>
      </p:sp>
      <p:sp>
        <p:nvSpPr>
          <p:cNvPr id="5" name="Slide Number Placeholder 7">
            <a:extLst>
              <a:ext uri="{FF2B5EF4-FFF2-40B4-BE49-F238E27FC236}">
                <a16:creationId xmlns:a16="http://schemas.microsoft.com/office/drawing/2014/main" id="{0511B848-5314-5CFA-E302-CF9747E005C9}"/>
              </a:ext>
            </a:extLst>
          </p:cNvPr>
          <p:cNvSpPr>
            <a:spLocks noGrp="1"/>
          </p:cNvSpPr>
          <p:nvPr>
            <p:ph type="sldNum" sz="quarter" idx="17"/>
          </p:nvPr>
        </p:nvSpPr>
        <p:spPr>
          <a:xfrm>
            <a:off x="762000" y="6423660"/>
            <a:ext cx="365760" cy="365760"/>
          </a:xfrm>
        </p:spPr>
        <p:txBody>
          <a:bodyPr/>
          <a:lstStyle>
            <a:lvl1pPr>
              <a:defRPr>
                <a:solidFill>
                  <a:srgbClr val="AEA8A2"/>
                </a:solidFill>
              </a:defRPr>
            </a:lvl1pPr>
          </a:lstStyle>
          <a:p>
            <a:fld id="{345D60D9-5372-5F40-9443-0F9AE5BDC3C8}" type="slidenum">
              <a:rPr lang="en-US" smtClean="0"/>
              <a:pPr/>
              <a:t>‹#›</a:t>
            </a:fld>
            <a:endParaRPr lang="en-US" dirty="0"/>
          </a:p>
        </p:txBody>
      </p:sp>
      <p:sp>
        <p:nvSpPr>
          <p:cNvPr id="8" name="Footer Placeholder 6">
            <a:extLst>
              <a:ext uri="{FF2B5EF4-FFF2-40B4-BE49-F238E27FC236}">
                <a16:creationId xmlns:a16="http://schemas.microsoft.com/office/drawing/2014/main" id="{68D47112-C304-3F08-B268-4678B7957255}"/>
              </a:ext>
            </a:extLst>
          </p:cNvPr>
          <p:cNvSpPr>
            <a:spLocks noGrp="1"/>
          </p:cNvSpPr>
          <p:nvPr>
            <p:ph type="ftr" sz="quarter" idx="16"/>
          </p:nvPr>
        </p:nvSpPr>
        <p:spPr>
          <a:xfrm>
            <a:off x="1127759" y="6423978"/>
            <a:ext cx="5745379" cy="365125"/>
          </a:xfrm>
        </p:spPr>
        <p:txBody>
          <a:bodyPr/>
          <a:lstStyle>
            <a:lvl1pPr>
              <a:defRPr>
                <a:solidFill>
                  <a:srgbClr val="AEA8A2"/>
                </a:solidFill>
              </a:defRPr>
            </a:lvl1pPr>
          </a:lstStyle>
          <a:p>
            <a:r>
              <a:rPr lang="en-US"/>
              <a:t>Copyright © 2025, Oracle and/or its affiliates |  Confidential: Internal/Restricted/Highly Restricted</a:t>
            </a:r>
            <a:endParaRPr lang="en-US" dirty="0"/>
          </a:p>
        </p:txBody>
      </p:sp>
      <p:sp>
        <p:nvSpPr>
          <p:cNvPr id="9" name="Date Placeholder 4">
            <a:extLst>
              <a:ext uri="{FF2B5EF4-FFF2-40B4-BE49-F238E27FC236}">
                <a16:creationId xmlns:a16="http://schemas.microsoft.com/office/drawing/2014/main" id="{E986AE2C-3C8D-7087-0A03-7B9F6CF293A3}"/>
              </a:ext>
            </a:extLst>
          </p:cNvPr>
          <p:cNvSpPr>
            <a:spLocks noGrp="1"/>
          </p:cNvSpPr>
          <p:nvPr>
            <p:ph type="dt" sz="half" idx="15"/>
          </p:nvPr>
        </p:nvSpPr>
        <p:spPr>
          <a:xfrm>
            <a:off x="6873138" y="6425604"/>
            <a:ext cx="2743200" cy="363500"/>
          </a:xfrm>
        </p:spPr>
        <p:txBody>
          <a:bodyPr/>
          <a:lstStyle>
            <a:lvl1pPr>
              <a:defRPr>
                <a:solidFill>
                  <a:srgbClr val="AEA8A2"/>
                </a:solidFill>
              </a:defRPr>
            </a:lvl1pPr>
          </a:lstStyle>
          <a:p>
            <a:r>
              <a:rPr lang="en-US"/>
              <a:t>[Date]</a:t>
            </a:r>
            <a:endParaRPr lang="en-US" dirty="0"/>
          </a:p>
        </p:txBody>
      </p:sp>
    </p:spTree>
    <p:extLst>
      <p:ext uri="{BB962C8B-B14F-4D97-AF65-F5344CB8AC3E}">
        <p14:creationId xmlns:p14="http://schemas.microsoft.com/office/powerpoint/2010/main" val="3986384460"/>
      </p:ext>
    </p:extLst>
  </p:cSld>
  <p:clrMapOvr>
    <a:overrideClrMapping bg1="dk1" tx1="lt1" bg2="dk2" tx2="lt2" accent1="accent1" accent2="accent2" accent3="accent3" accent4="accent4" accent5="accent5" accent6="accent6" hlink="hlink" folHlink="folHlink"/>
  </p:clrMapOvr>
  <p:transition>
    <p:fade/>
  </p:transition>
</p:sldLayout>
</file>

<file path=ppt/slideLayouts/slideLayout49.xml><?xml version="1.0" encoding="utf-8"?>
<p:sldLayout xmlns:a="http://schemas.openxmlformats.org/drawingml/2006/main" xmlns:r="http://schemas.openxmlformats.org/officeDocument/2006/relationships" xmlns:p="http://schemas.openxmlformats.org/presentationml/2006/main" preserve="1" userDrawn="1">
  <p:cSld name="Photo Collage + Content Light">
    <p:bg>
      <p:bgRef idx="1001">
        <a:schemeClr val="bg2"/>
      </p:bgRef>
    </p:bg>
    <p:spTree>
      <p:nvGrpSpPr>
        <p:cNvPr id="1" name=""/>
        <p:cNvGrpSpPr/>
        <p:nvPr/>
      </p:nvGrpSpPr>
      <p:grpSpPr>
        <a:xfrm>
          <a:off x="0" y="0"/>
          <a:ext cx="0" cy="0"/>
          <a:chOff x="0" y="0"/>
          <a:chExt cx="0" cy="0"/>
        </a:xfrm>
      </p:grpSpPr>
      <p:sp>
        <p:nvSpPr>
          <p:cNvPr id="4" name="Title 1">
            <a:extLst>
              <a:ext uri="{FF2B5EF4-FFF2-40B4-BE49-F238E27FC236}">
                <a16:creationId xmlns:a16="http://schemas.microsoft.com/office/drawing/2014/main" id="{AE9CD95A-1265-2999-4C85-664DC8CE8978}"/>
              </a:ext>
            </a:extLst>
          </p:cNvPr>
          <p:cNvSpPr>
            <a:spLocks noGrp="1"/>
          </p:cNvSpPr>
          <p:nvPr>
            <p:ph type="title" hasCustomPrompt="1"/>
          </p:nvPr>
        </p:nvSpPr>
        <p:spPr>
          <a:xfrm>
            <a:off x="768875" y="182403"/>
            <a:ext cx="4961369" cy="822960"/>
          </a:xfrm>
        </p:spPr>
        <p:txBody>
          <a:bodyPr/>
          <a:lstStyle>
            <a:lvl1pPr>
              <a:defRPr b="1" i="0">
                <a:latin typeface="Oracle Sans Tab" panose="020B0503020204020204" pitchFamily="34" charset="0"/>
                <a:cs typeface="Oracle Sans Tab" panose="020B0503020204020204" pitchFamily="34" charset="0"/>
              </a:defRPr>
            </a:lvl1pPr>
          </a:lstStyle>
          <a:p>
            <a:r>
              <a:rPr lang="en-US" dirty="0"/>
              <a:t>Title</a:t>
            </a:r>
          </a:p>
        </p:txBody>
      </p:sp>
      <p:sp>
        <p:nvSpPr>
          <p:cNvPr id="3" name="Text Placeholder 2">
            <a:extLst>
              <a:ext uri="{FF2B5EF4-FFF2-40B4-BE49-F238E27FC236}">
                <a16:creationId xmlns:a16="http://schemas.microsoft.com/office/drawing/2014/main" id="{A12F5E0A-F774-0941-0246-D4704DBA0B25}"/>
              </a:ext>
            </a:extLst>
          </p:cNvPr>
          <p:cNvSpPr>
            <a:spLocks noGrp="1"/>
          </p:cNvSpPr>
          <p:nvPr>
            <p:ph type="body" sz="quarter" idx="29"/>
          </p:nvPr>
        </p:nvSpPr>
        <p:spPr>
          <a:xfrm>
            <a:off x="792537" y="1751671"/>
            <a:ext cx="4899101" cy="1410405"/>
          </a:xfrm>
          <a:prstGeom prst="rect">
            <a:avLst/>
          </a:prstGeom>
        </p:spPr>
        <p:txBody>
          <a:bodyPr/>
          <a:lstStyle>
            <a:lvl1pPr marL="0" marR="0" indent="0" algn="l" defTabSz="914172" rtl="0" eaLnBrk="1" fontAlgn="auto" latinLnBrk="0" hangingPunct="1">
              <a:lnSpc>
                <a:spcPct val="90000"/>
              </a:lnSpc>
              <a:spcBef>
                <a:spcPts val="1000"/>
              </a:spcBef>
              <a:spcAft>
                <a:spcPts val="0"/>
              </a:spcAft>
              <a:buClrTx/>
              <a:buSzTx/>
              <a:buFont typeface="Arial" panose="020B0604020202020204" pitchFamily="34" charset="0"/>
              <a:buNone/>
              <a:tabLst/>
              <a:defRPr lang="en-US" sz="2000" b="0" i="0" kern="1200" dirty="0" smtClean="0">
                <a:solidFill>
                  <a:schemeClr val="tx1"/>
                </a:solidFill>
                <a:latin typeface="Oracle Sans Tab" panose="020B0503020204020204" pitchFamily="34" charset="0"/>
                <a:ea typeface="+mn-ea"/>
                <a:cs typeface="Oracle Sans Tab" panose="020B0503020204020204" pitchFamily="34" charset="0"/>
              </a:defRPr>
            </a:lvl1pPr>
            <a:lvl2pPr marL="0" marR="0" indent="0" algn="l" defTabSz="914172" rtl="0" eaLnBrk="1" fontAlgn="auto" latinLnBrk="0" hangingPunct="1">
              <a:lnSpc>
                <a:spcPct val="90000"/>
              </a:lnSpc>
              <a:spcBef>
                <a:spcPts val="500"/>
              </a:spcBef>
              <a:spcAft>
                <a:spcPts val="0"/>
              </a:spcAft>
              <a:buClrTx/>
              <a:buSzTx/>
              <a:buFont typeface="Arial" panose="020B0604020202020204" pitchFamily="34" charset="0"/>
              <a:buNone/>
              <a:tabLst/>
              <a:defRPr lang="en-US" sz="1800" b="0" i="0" kern="1200" dirty="0" smtClean="0">
                <a:solidFill>
                  <a:schemeClr val="tx1"/>
                </a:solidFill>
                <a:latin typeface="Oracle Sans Tab" panose="020B0503020204020204" pitchFamily="34" charset="0"/>
                <a:ea typeface="+mn-ea"/>
                <a:cs typeface="Oracle Sans Tab" panose="020B0503020204020204" pitchFamily="34" charset="0"/>
              </a:defRPr>
            </a:lvl2pPr>
            <a:lvl3pPr marL="119833" marR="0" indent="0" algn="l" defTabSz="914172" rtl="0" eaLnBrk="1" fontAlgn="auto" latinLnBrk="0" hangingPunct="1">
              <a:lnSpc>
                <a:spcPct val="90000"/>
              </a:lnSpc>
              <a:spcBef>
                <a:spcPts val="500"/>
              </a:spcBef>
              <a:spcAft>
                <a:spcPts val="0"/>
              </a:spcAft>
              <a:buClrTx/>
              <a:buSzTx/>
              <a:buFont typeface="Arial" panose="020B0604020202020204" pitchFamily="34" charset="0"/>
              <a:buNone/>
              <a:tabLst/>
              <a:defRPr lang="en-US" sz="1600" b="0" i="0" kern="1200" dirty="0" smtClean="0">
                <a:solidFill>
                  <a:schemeClr val="tx1"/>
                </a:solidFill>
                <a:latin typeface="Oracle Sans Tab" panose="020B0503020204020204" pitchFamily="34" charset="0"/>
                <a:ea typeface="+mn-ea"/>
                <a:cs typeface="Oracle Sans Tab" panose="020B0503020204020204" pitchFamily="34" charset="0"/>
              </a:defRPr>
            </a:lvl3pPr>
          </a:lstStyle>
          <a:p>
            <a:pPr marL="342831" lvl="0" indent="-342831" algn="l" defTabSz="914172" rtl="0" eaLnBrk="1" latinLnBrk="0" hangingPunct="1">
              <a:lnSpc>
                <a:spcPct val="110000"/>
              </a:lnSpc>
              <a:spcBef>
                <a:spcPts val="300"/>
              </a:spcBef>
            </a:pPr>
            <a:r>
              <a:rPr lang="en-US"/>
              <a:t>Click to edit Master text styles</a:t>
            </a:r>
          </a:p>
          <a:p>
            <a:pPr marL="342831" lvl="1" indent="-342831" algn="l" defTabSz="914172" rtl="0" eaLnBrk="1" latinLnBrk="0" hangingPunct="1">
              <a:lnSpc>
                <a:spcPct val="110000"/>
              </a:lnSpc>
              <a:spcBef>
                <a:spcPts val="300"/>
              </a:spcBef>
            </a:pPr>
            <a:r>
              <a:rPr lang="en-US"/>
              <a:t>Second level</a:t>
            </a:r>
          </a:p>
          <a:p>
            <a:pPr marL="342831" lvl="2" indent="-342831" algn="l" defTabSz="914172" rtl="0" eaLnBrk="1" latinLnBrk="0" hangingPunct="1">
              <a:lnSpc>
                <a:spcPct val="110000"/>
              </a:lnSpc>
              <a:spcBef>
                <a:spcPts val="300"/>
              </a:spcBef>
            </a:pPr>
            <a:r>
              <a:rPr lang="en-US"/>
              <a:t>Third level</a:t>
            </a:r>
          </a:p>
        </p:txBody>
      </p:sp>
      <p:sp>
        <p:nvSpPr>
          <p:cNvPr id="10" name="Text Placeholder 2">
            <a:extLst>
              <a:ext uri="{FF2B5EF4-FFF2-40B4-BE49-F238E27FC236}">
                <a16:creationId xmlns:a16="http://schemas.microsoft.com/office/drawing/2014/main" id="{FB6C8AB0-7757-DF1D-9CCE-4510B7276134}"/>
              </a:ext>
            </a:extLst>
          </p:cNvPr>
          <p:cNvSpPr>
            <a:spLocks noGrp="1"/>
          </p:cNvSpPr>
          <p:nvPr>
            <p:ph type="body" sz="quarter" idx="38"/>
          </p:nvPr>
        </p:nvSpPr>
        <p:spPr>
          <a:xfrm>
            <a:off x="792537" y="3378765"/>
            <a:ext cx="4899101" cy="1410405"/>
          </a:xfrm>
          <a:prstGeom prst="rect">
            <a:avLst/>
          </a:prstGeom>
        </p:spPr>
        <p:txBody>
          <a:bodyPr/>
          <a:lstStyle>
            <a:lvl1pPr marL="0" marR="0" indent="0" algn="l" defTabSz="914172" rtl="0" eaLnBrk="1" fontAlgn="auto" latinLnBrk="0" hangingPunct="1">
              <a:lnSpc>
                <a:spcPct val="90000"/>
              </a:lnSpc>
              <a:spcBef>
                <a:spcPts val="1000"/>
              </a:spcBef>
              <a:spcAft>
                <a:spcPts val="0"/>
              </a:spcAft>
              <a:buClrTx/>
              <a:buSzTx/>
              <a:buFont typeface="Arial" panose="020B0604020202020204" pitchFamily="34" charset="0"/>
              <a:buNone/>
              <a:tabLst/>
              <a:defRPr lang="en-US" sz="2000" b="0" i="0" kern="1200" dirty="0" smtClean="0">
                <a:solidFill>
                  <a:schemeClr val="tx1"/>
                </a:solidFill>
                <a:latin typeface="Oracle Sans Tab" panose="020B0503020204020204" pitchFamily="34" charset="0"/>
                <a:ea typeface="+mn-ea"/>
                <a:cs typeface="Oracle Sans Tab" panose="020B0503020204020204" pitchFamily="34" charset="0"/>
              </a:defRPr>
            </a:lvl1pPr>
            <a:lvl2pPr marL="0" marR="0" indent="0" algn="l" defTabSz="914172" rtl="0" eaLnBrk="1" fontAlgn="auto" latinLnBrk="0" hangingPunct="1">
              <a:lnSpc>
                <a:spcPct val="90000"/>
              </a:lnSpc>
              <a:spcBef>
                <a:spcPts val="500"/>
              </a:spcBef>
              <a:spcAft>
                <a:spcPts val="0"/>
              </a:spcAft>
              <a:buClrTx/>
              <a:buSzTx/>
              <a:buFont typeface="Arial" panose="020B0604020202020204" pitchFamily="34" charset="0"/>
              <a:buNone/>
              <a:tabLst/>
              <a:defRPr lang="en-US" sz="1800" b="0" i="0" kern="1200" dirty="0" smtClean="0">
                <a:solidFill>
                  <a:schemeClr val="tx1"/>
                </a:solidFill>
                <a:latin typeface="Oracle Sans Tab" panose="020B0503020204020204" pitchFamily="34" charset="0"/>
                <a:ea typeface="+mn-ea"/>
                <a:cs typeface="Oracle Sans Tab" panose="020B0503020204020204" pitchFamily="34" charset="0"/>
              </a:defRPr>
            </a:lvl2pPr>
            <a:lvl3pPr marL="119833" marR="0" indent="0" algn="l" defTabSz="914172" rtl="0" eaLnBrk="1" fontAlgn="auto" latinLnBrk="0" hangingPunct="1">
              <a:lnSpc>
                <a:spcPct val="90000"/>
              </a:lnSpc>
              <a:spcBef>
                <a:spcPts val="500"/>
              </a:spcBef>
              <a:spcAft>
                <a:spcPts val="0"/>
              </a:spcAft>
              <a:buClrTx/>
              <a:buSzTx/>
              <a:buFont typeface="Arial" panose="020B0604020202020204" pitchFamily="34" charset="0"/>
              <a:buNone/>
              <a:tabLst/>
              <a:defRPr lang="en-US" sz="1600" b="0" i="0" kern="1200" dirty="0" smtClean="0">
                <a:solidFill>
                  <a:schemeClr val="tx1"/>
                </a:solidFill>
                <a:latin typeface="Oracle Sans Tab" panose="020B0503020204020204" pitchFamily="34" charset="0"/>
                <a:ea typeface="+mn-ea"/>
                <a:cs typeface="Oracle Sans Tab" panose="020B0503020204020204" pitchFamily="34" charset="0"/>
              </a:defRPr>
            </a:lvl3pPr>
          </a:lstStyle>
          <a:p>
            <a:pPr marL="342831" lvl="0" indent="-342831" algn="l" defTabSz="914172" rtl="0" eaLnBrk="1" latinLnBrk="0" hangingPunct="1">
              <a:lnSpc>
                <a:spcPct val="110000"/>
              </a:lnSpc>
              <a:spcBef>
                <a:spcPts val="300"/>
              </a:spcBef>
            </a:pPr>
            <a:r>
              <a:rPr lang="en-US"/>
              <a:t>Click to edit Master text styles</a:t>
            </a:r>
          </a:p>
          <a:p>
            <a:pPr marL="342831" lvl="1" indent="-342831" algn="l" defTabSz="914172" rtl="0" eaLnBrk="1" latinLnBrk="0" hangingPunct="1">
              <a:lnSpc>
                <a:spcPct val="110000"/>
              </a:lnSpc>
              <a:spcBef>
                <a:spcPts val="300"/>
              </a:spcBef>
            </a:pPr>
            <a:r>
              <a:rPr lang="en-US"/>
              <a:t>Second level</a:t>
            </a:r>
          </a:p>
          <a:p>
            <a:pPr marL="342831" lvl="2" indent="-342831" algn="l" defTabSz="914172" rtl="0" eaLnBrk="1" latinLnBrk="0" hangingPunct="1">
              <a:lnSpc>
                <a:spcPct val="110000"/>
              </a:lnSpc>
              <a:spcBef>
                <a:spcPts val="300"/>
              </a:spcBef>
            </a:pPr>
            <a:r>
              <a:rPr lang="en-US"/>
              <a:t>Third level</a:t>
            </a:r>
          </a:p>
        </p:txBody>
      </p:sp>
      <p:sp>
        <p:nvSpPr>
          <p:cNvPr id="8" name="Text Placeholder 2">
            <a:extLst>
              <a:ext uri="{FF2B5EF4-FFF2-40B4-BE49-F238E27FC236}">
                <a16:creationId xmlns:a16="http://schemas.microsoft.com/office/drawing/2014/main" id="{5EF42849-DE58-A637-B663-CB6753E7BB76}"/>
              </a:ext>
            </a:extLst>
          </p:cNvPr>
          <p:cNvSpPr>
            <a:spLocks noGrp="1"/>
          </p:cNvSpPr>
          <p:nvPr>
            <p:ph type="body" sz="quarter" idx="37"/>
          </p:nvPr>
        </p:nvSpPr>
        <p:spPr>
          <a:xfrm>
            <a:off x="792537" y="5005861"/>
            <a:ext cx="4899101" cy="1128240"/>
          </a:xfrm>
          <a:prstGeom prst="rect">
            <a:avLst/>
          </a:prstGeom>
        </p:spPr>
        <p:txBody>
          <a:bodyPr/>
          <a:lstStyle>
            <a:lvl1pPr marL="0" marR="0" indent="0" algn="l" defTabSz="914172" rtl="0" eaLnBrk="1" fontAlgn="auto" latinLnBrk="0" hangingPunct="1">
              <a:lnSpc>
                <a:spcPct val="90000"/>
              </a:lnSpc>
              <a:spcBef>
                <a:spcPts val="1000"/>
              </a:spcBef>
              <a:spcAft>
                <a:spcPts val="0"/>
              </a:spcAft>
              <a:buClrTx/>
              <a:buSzTx/>
              <a:buFont typeface="Arial" panose="020B0604020202020204" pitchFamily="34" charset="0"/>
              <a:buNone/>
              <a:tabLst/>
              <a:defRPr lang="en-US" sz="2000" b="0" i="0" kern="1200" dirty="0" smtClean="0">
                <a:solidFill>
                  <a:schemeClr val="tx1"/>
                </a:solidFill>
                <a:latin typeface="Oracle Sans Tab" panose="020B0503020204020204" pitchFamily="34" charset="0"/>
                <a:ea typeface="+mn-ea"/>
                <a:cs typeface="Oracle Sans Tab" panose="020B0503020204020204" pitchFamily="34" charset="0"/>
              </a:defRPr>
            </a:lvl1pPr>
            <a:lvl2pPr marL="0" marR="0" indent="0" algn="l" defTabSz="914172" rtl="0" eaLnBrk="1" fontAlgn="auto" latinLnBrk="0" hangingPunct="1">
              <a:lnSpc>
                <a:spcPct val="90000"/>
              </a:lnSpc>
              <a:spcBef>
                <a:spcPts val="500"/>
              </a:spcBef>
              <a:spcAft>
                <a:spcPts val="0"/>
              </a:spcAft>
              <a:buClrTx/>
              <a:buSzTx/>
              <a:buFont typeface="Arial" panose="020B0604020202020204" pitchFamily="34" charset="0"/>
              <a:buNone/>
              <a:tabLst/>
              <a:defRPr lang="en-US" sz="1800" b="0" i="0" kern="1200" dirty="0" smtClean="0">
                <a:solidFill>
                  <a:schemeClr val="tx1"/>
                </a:solidFill>
                <a:latin typeface="Oracle Sans Tab" panose="020B0503020204020204" pitchFamily="34" charset="0"/>
                <a:ea typeface="+mn-ea"/>
                <a:cs typeface="Oracle Sans Tab" panose="020B0503020204020204" pitchFamily="34" charset="0"/>
              </a:defRPr>
            </a:lvl2pPr>
            <a:lvl3pPr marL="119833" marR="0" indent="0" algn="l" defTabSz="914172" rtl="0" eaLnBrk="1" fontAlgn="auto" latinLnBrk="0" hangingPunct="1">
              <a:lnSpc>
                <a:spcPct val="90000"/>
              </a:lnSpc>
              <a:spcBef>
                <a:spcPts val="500"/>
              </a:spcBef>
              <a:spcAft>
                <a:spcPts val="0"/>
              </a:spcAft>
              <a:buClrTx/>
              <a:buSzTx/>
              <a:buFont typeface="Arial" panose="020B0604020202020204" pitchFamily="34" charset="0"/>
              <a:buNone/>
              <a:tabLst/>
              <a:defRPr lang="en-US" sz="1600" b="0" i="0" kern="1200" dirty="0" smtClean="0">
                <a:solidFill>
                  <a:schemeClr val="tx1"/>
                </a:solidFill>
                <a:latin typeface="Oracle Sans Tab" panose="020B0503020204020204" pitchFamily="34" charset="0"/>
                <a:ea typeface="+mn-ea"/>
                <a:cs typeface="Oracle Sans Tab" panose="020B0503020204020204" pitchFamily="34" charset="0"/>
              </a:defRPr>
            </a:lvl3pPr>
          </a:lstStyle>
          <a:p>
            <a:pPr marL="342831" lvl="0" indent="-342831" algn="l" defTabSz="914172" rtl="0" eaLnBrk="1" latinLnBrk="0" hangingPunct="1">
              <a:lnSpc>
                <a:spcPct val="110000"/>
              </a:lnSpc>
              <a:spcBef>
                <a:spcPts val="300"/>
              </a:spcBef>
            </a:pPr>
            <a:r>
              <a:rPr lang="en-US"/>
              <a:t>Click to edit Master text styles</a:t>
            </a:r>
          </a:p>
          <a:p>
            <a:pPr marL="342831" lvl="1" indent="-342831" algn="l" defTabSz="914172" rtl="0" eaLnBrk="1" latinLnBrk="0" hangingPunct="1">
              <a:lnSpc>
                <a:spcPct val="110000"/>
              </a:lnSpc>
              <a:spcBef>
                <a:spcPts val="300"/>
              </a:spcBef>
            </a:pPr>
            <a:r>
              <a:rPr lang="en-US"/>
              <a:t>Second level</a:t>
            </a:r>
          </a:p>
          <a:p>
            <a:pPr marL="342831" lvl="2" indent="-342831" algn="l" defTabSz="914172" rtl="0" eaLnBrk="1" latinLnBrk="0" hangingPunct="1">
              <a:lnSpc>
                <a:spcPct val="110000"/>
              </a:lnSpc>
              <a:spcBef>
                <a:spcPts val="300"/>
              </a:spcBef>
            </a:pPr>
            <a:r>
              <a:rPr lang="en-US"/>
              <a:t>Third level</a:t>
            </a:r>
          </a:p>
        </p:txBody>
      </p:sp>
      <p:sp>
        <p:nvSpPr>
          <p:cNvPr id="20" name="Picture Placeholder 17">
            <a:extLst>
              <a:ext uri="{FF2B5EF4-FFF2-40B4-BE49-F238E27FC236}">
                <a16:creationId xmlns:a16="http://schemas.microsoft.com/office/drawing/2014/main" id="{445E1E13-5767-FE9A-C855-C6FD3055FC6A}"/>
              </a:ext>
            </a:extLst>
          </p:cNvPr>
          <p:cNvSpPr>
            <a:spLocks noGrp="1"/>
          </p:cNvSpPr>
          <p:nvPr>
            <p:ph type="pic" sz="quarter" idx="36"/>
          </p:nvPr>
        </p:nvSpPr>
        <p:spPr>
          <a:xfrm>
            <a:off x="6095603" y="5457103"/>
            <a:ext cx="2885888" cy="1400897"/>
          </a:xfrm>
          <a:prstGeom prst="rect">
            <a:avLst/>
          </a:prstGeom>
        </p:spPr>
        <p:txBody>
          <a:bodyPr anchor="ctr"/>
          <a:lstStyle>
            <a:lvl1pPr marL="0" indent="0" algn="ctr">
              <a:buNone/>
              <a:defRPr>
                <a:solidFill>
                  <a:schemeClr val="accent1"/>
                </a:solidFill>
              </a:defRPr>
            </a:lvl1pPr>
          </a:lstStyle>
          <a:p>
            <a:r>
              <a:rPr lang="en-US"/>
              <a:t>Click icon to add picture</a:t>
            </a:r>
            <a:endParaRPr lang="en-US" dirty="0"/>
          </a:p>
        </p:txBody>
      </p:sp>
      <p:sp>
        <p:nvSpPr>
          <p:cNvPr id="19" name="Picture Placeholder 17">
            <a:extLst>
              <a:ext uri="{FF2B5EF4-FFF2-40B4-BE49-F238E27FC236}">
                <a16:creationId xmlns:a16="http://schemas.microsoft.com/office/drawing/2014/main" id="{128E96FD-9D3F-692F-EB8E-C1CA80E5D55D}"/>
              </a:ext>
            </a:extLst>
          </p:cNvPr>
          <p:cNvSpPr>
            <a:spLocks noGrp="1"/>
          </p:cNvSpPr>
          <p:nvPr>
            <p:ph type="pic" sz="quarter" idx="35"/>
          </p:nvPr>
        </p:nvSpPr>
        <p:spPr>
          <a:xfrm>
            <a:off x="6095603" y="2726373"/>
            <a:ext cx="2885888" cy="2662069"/>
          </a:xfrm>
          <a:prstGeom prst="rect">
            <a:avLst/>
          </a:prstGeom>
        </p:spPr>
        <p:txBody>
          <a:bodyPr anchor="ctr"/>
          <a:lstStyle>
            <a:lvl1pPr marL="0" indent="0" algn="ctr">
              <a:buNone/>
              <a:defRPr>
                <a:solidFill>
                  <a:schemeClr val="accent1"/>
                </a:solidFill>
              </a:defRPr>
            </a:lvl1pPr>
          </a:lstStyle>
          <a:p>
            <a:r>
              <a:rPr lang="en-US"/>
              <a:t>Click icon to add picture</a:t>
            </a:r>
            <a:endParaRPr lang="en-US" dirty="0"/>
          </a:p>
        </p:txBody>
      </p:sp>
      <p:sp>
        <p:nvSpPr>
          <p:cNvPr id="18" name="Picture Placeholder 17">
            <a:extLst>
              <a:ext uri="{FF2B5EF4-FFF2-40B4-BE49-F238E27FC236}">
                <a16:creationId xmlns:a16="http://schemas.microsoft.com/office/drawing/2014/main" id="{17CD157F-D3C9-1E3B-56AC-86F51CBDA2C5}"/>
              </a:ext>
            </a:extLst>
          </p:cNvPr>
          <p:cNvSpPr>
            <a:spLocks noGrp="1"/>
          </p:cNvSpPr>
          <p:nvPr>
            <p:ph type="pic" sz="quarter" idx="34"/>
          </p:nvPr>
        </p:nvSpPr>
        <p:spPr>
          <a:xfrm>
            <a:off x="6095603" y="-1"/>
            <a:ext cx="2885888" cy="2662069"/>
          </a:xfrm>
          <a:prstGeom prst="rect">
            <a:avLst/>
          </a:prstGeom>
        </p:spPr>
        <p:txBody>
          <a:bodyPr anchor="ctr"/>
          <a:lstStyle>
            <a:lvl1pPr marL="0" indent="0" algn="ctr">
              <a:buNone/>
              <a:defRPr>
                <a:solidFill>
                  <a:schemeClr val="accent1"/>
                </a:solidFill>
              </a:defRPr>
            </a:lvl1pPr>
          </a:lstStyle>
          <a:p>
            <a:r>
              <a:rPr lang="en-US"/>
              <a:t>Click icon to add picture</a:t>
            </a:r>
            <a:endParaRPr lang="en-US" dirty="0"/>
          </a:p>
        </p:txBody>
      </p:sp>
      <p:sp>
        <p:nvSpPr>
          <p:cNvPr id="11" name="Picture Placeholder 10">
            <a:extLst>
              <a:ext uri="{FF2B5EF4-FFF2-40B4-BE49-F238E27FC236}">
                <a16:creationId xmlns:a16="http://schemas.microsoft.com/office/drawing/2014/main" id="{D9A0A2C7-B129-2C84-4EC5-9BE7DAA226FD}"/>
              </a:ext>
            </a:extLst>
          </p:cNvPr>
          <p:cNvSpPr>
            <a:spLocks noGrp="1"/>
          </p:cNvSpPr>
          <p:nvPr>
            <p:ph type="pic" sz="quarter" idx="33"/>
          </p:nvPr>
        </p:nvSpPr>
        <p:spPr>
          <a:xfrm>
            <a:off x="9049339" y="4122738"/>
            <a:ext cx="3142661" cy="2735263"/>
          </a:xfrm>
          <a:prstGeom prst="rect">
            <a:avLst/>
          </a:prstGeom>
        </p:spPr>
        <p:txBody>
          <a:bodyPr anchor="ctr"/>
          <a:lstStyle>
            <a:lvl1pPr marL="0" indent="0" algn="ctr">
              <a:buNone/>
              <a:defRPr>
                <a:solidFill>
                  <a:schemeClr val="accent1"/>
                </a:solidFill>
              </a:defRPr>
            </a:lvl1pPr>
          </a:lstStyle>
          <a:p>
            <a:r>
              <a:rPr lang="en-US"/>
              <a:t>Click icon to add picture</a:t>
            </a:r>
          </a:p>
        </p:txBody>
      </p:sp>
      <p:sp>
        <p:nvSpPr>
          <p:cNvPr id="9" name="Picture Placeholder 8">
            <a:extLst>
              <a:ext uri="{FF2B5EF4-FFF2-40B4-BE49-F238E27FC236}">
                <a16:creationId xmlns:a16="http://schemas.microsoft.com/office/drawing/2014/main" id="{1E2386B7-272F-BDAB-2DCD-298558469EDB}"/>
              </a:ext>
            </a:extLst>
          </p:cNvPr>
          <p:cNvSpPr>
            <a:spLocks noGrp="1"/>
          </p:cNvSpPr>
          <p:nvPr>
            <p:ph type="pic" sz="quarter" idx="32"/>
          </p:nvPr>
        </p:nvSpPr>
        <p:spPr>
          <a:xfrm>
            <a:off x="9049131" y="0"/>
            <a:ext cx="3142870" cy="4060563"/>
          </a:xfrm>
          <a:prstGeom prst="rect">
            <a:avLst/>
          </a:prstGeom>
        </p:spPr>
        <p:txBody>
          <a:bodyPr anchor="ctr"/>
          <a:lstStyle>
            <a:lvl1pPr marL="0" indent="0" algn="ctr">
              <a:buNone/>
              <a:defRPr>
                <a:solidFill>
                  <a:schemeClr val="accent1"/>
                </a:solidFill>
              </a:defRPr>
            </a:lvl1pPr>
          </a:lstStyle>
          <a:p>
            <a:r>
              <a:rPr lang="en-US"/>
              <a:t>Click icon to add picture</a:t>
            </a:r>
            <a:endParaRPr lang="en-US" dirty="0"/>
          </a:p>
        </p:txBody>
      </p:sp>
      <p:sp>
        <p:nvSpPr>
          <p:cNvPr id="2" name="Slide Number Placeholder 5">
            <a:extLst>
              <a:ext uri="{FF2B5EF4-FFF2-40B4-BE49-F238E27FC236}">
                <a16:creationId xmlns:a16="http://schemas.microsoft.com/office/drawing/2014/main" id="{FBD94B30-BCEE-59B6-7AE0-7786317741C5}"/>
              </a:ext>
            </a:extLst>
          </p:cNvPr>
          <p:cNvSpPr>
            <a:spLocks noGrp="1"/>
          </p:cNvSpPr>
          <p:nvPr>
            <p:ph type="sldNum" sz="quarter" idx="40"/>
          </p:nvPr>
        </p:nvSpPr>
        <p:spPr>
          <a:xfrm>
            <a:off x="762000" y="6423660"/>
            <a:ext cx="365760" cy="365760"/>
          </a:xfrm>
        </p:spPr>
        <p:txBody>
          <a:bodyPr/>
          <a:lstStyle>
            <a:lvl1pPr>
              <a:defRPr>
                <a:solidFill>
                  <a:srgbClr val="8B8580"/>
                </a:solidFill>
              </a:defRPr>
            </a:lvl1pPr>
          </a:lstStyle>
          <a:p>
            <a:fld id="{345D60D9-5372-5F40-9443-0F9AE5BDC3C8}" type="slidenum">
              <a:rPr lang="en-US" smtClean="0"/>
              <a:pPr/>
              <a:t>‹#›</a:t>
            </a:fld>
            <a:endParaRPr lang="en-US" dirty="0"/>
          </a:p>
        </p:txBody>
      </p:sp>
      <p:sp>
        <p:nvSpPr>
          <p:cNvPr id="6" name="Footer Placeholder 4">
            <a:extLst>
              <a:ext uri="{FF2B5EF4-FFF2-40B4-BE49-F238E27FC236}">
                <a16:creationId xmlns:a16="http://schemas.microsoft.com/office/drawing/2014/main" id="{D39C8B0E-97D7-991C-2025-14272B07B525}"/>
              </a:ext>
            </a:extLst>
          </p:cNvPr>
          <p:cNvSpPr>
            <a:spLocks noGrp="1"/>
          </p:cNvSpPr>
          <p:nvPr>
            <p:ph type="ftr" sz="quarter" idx="39"/>
          </p:nvPr>
        </p:nvSpPr>
        <p:spPr>
          <a:xfrm>
            <a:off x="1127759" y="6423978"/>
            <a:ext cx="5745379" cy="365125"/>
          </a:xfrm>
        </p:spPr>
        <p:txBody>
          <a:bodyPr/>
          <a:lstStyle>
            <a:lvl1pPr>
              <a:defRPr>
                <a:solidFill>
                  <a:srgbClr val="8B8580"/>
                </a:solidFill>
              </a:defRPr>
            </a:lvl1pPr>
          </a:lstStyle>
          <a:p>
            <a:r>
              <a:rPr lang="en-US"/>
              <a:t>Copyright © 2025, Oracle and/or its affiliates |  Confidential: Internal/Restricted/Highly Restricted</a:t>
            </a:r>
            <a:endParaRPr lang="en-US" dirty="0"/>
          </a:p>
        </p:txBody>
      </p:sp>
      <p:sp>
        <p:nvSpPr>
          <p:cNvPr id="12" name="Date Placeholder 3">
            <a:extLst>
              <a:ext uri="{FF2B5EF4-FFF2-40B4-BE49-F238E27FC236}">
                <a16:creationId xmlns:a16="http://schemas.microsoft.com/office/drawing/2014/main" id="{CB7D4F94-59C8-86AE-466F-98696039DFD2}"/>
              </a:ext>
            </a:extLst>
          </p:cNvPr>
          <p:cNvSpPr>
            <a:spLocks noGrp="1"/>
          </p:cNvSpPr>
          <p:nvPr>
            <p:ph type="dt" sz="half" idx="41"/>
          </p:nvPr>
        </p:nvSpPr>
        <p:spPr>
          <a:xfrm>
            <a:off x="6873138" y="6425604"/>
            <a:ext cx="2743200" cy="363500"/>
          </a:xfrm>
        </p:spPr>
        <p:txBody>
          <a:bodyPr/>
          <a:lstStyle>
            <a:lvl1pPr>
              <a:defRPr>
                <a:solidFill>
                  <a:srgbClr val="8B8580"/>
                </a:solidFill>
              </a:defRPr>
            </a:lvl1pPr>
          </a:lstStyle>
          <a:p>
            <a:r>
              <a:rPr lang="en-US"/>
              <a:t>[Date]</a:t>
            </a:r>
            <a:endParaRPr lang="en-US" dirty="0"/>
          </a:p>
        </p:txBody>
      </p:sp>
    </p:spTree>
    <p:extLst>
      <p:ext uri="{BB962C8B-B14F-4D97-AF65-F5344CB8AC3E}">
        <p14:creationId xmlns:p14="http://schemas.microsoft.com/office/powerpoint/2010/main" val="1703479877"/>
      </p:ext>
    </p:extLst>
  </p:cSld>
  <p:clrMapOvr>
    <a:overrideClrMapping bg1="lt1" tx1="dk1" bg2="lt2" tx2="dk2" accent1="accent1" accent2="accent2" accent3="accent3" accent4="accent4" accent5="accent5" accent6="accent6" hlink="hlink" folHlink="folHlink"/>
  </p:clrMapOvr>
  <p:transition>
    <p:fade/>
  </p:transition>
</p:sldLayout>
</file>

<file path=ppt/slideLayouts/slideLayout50.xml><?xml version="1.0" encoding="utf-8"?>
<p:sldLayout xmlns:a="http://schemas.openxmlformats.org/drawingml/2006/main" xmlns:r="http://schemas.openxmlformats.org/officeDocument/2006/relationships" xmlns:p="http://schemas.openxmlformats.org/presentationml/2006/main" preserve="1" userDrawn="1">
  <p:cSld name="Photo Collage + Content Dark">
    <p:bg>
      <p:bgRef idx="1001">
        <a:schemeClr val="bg2"/>
      </p:bgRef>
    </p:bg>
    <p:spTree>
      <p:nvGrpSpPr>
        <p:cNvPr id="1" name=""/>
        <p:cNvGrpSpPr/>
        <p:nvPr/>
      </p:nvGrpSpPr>
      <p:grpSpPr>
        <a:xfrm>
          <a:off x="0" y="0"/>
          <a:ext cx="0" cy="0"/>
          <a:chOff x="0" y="0"/>
          <a:chExt cx="0" cy="0"/>
        </a:xfrm>
      </p:grpSpPr>
      <p:sp>
        <p:nvSpPr>
          <p:cNvPr id="4" name="Title 1">
            <a:extLst>
              <a:ext uri="{FF2B5EF4-FFF2-40B4-BE49-F238E27FC236}">
                <a16:creationId xmlns:a16="http://schemas.microsoft.com/office/drawing/2014/main" id="{AE9CD95A-1265-2999-4C85-664DC8CE8978}"/>
              </a:ext>
            </a:extLst>
          </p:cNvPr>
          <p:cNvSpPr>
            <a:spLocks noGrp="1"/>
          </p:cNvSpPr>
          <p:nvPr>
            <p:ph type="title" hasCustomPrompt="1"/>
          </p:nvPr>
        </p:nvSpPr>
        <p:spPr>
          <a:xfrm>
            <a:off x="768875" y="182403"/>
            <a:ext cx="4961369" cy="822960"/>
          </a:xfrm>
        </p:spPr>
        <p:txBody>
          <a:bodyPr/>
          <a:lstStyle>
            <a:lvl1pPr>
              <a:defRPr b="1" i="0">
                <a:latin typeface="Oracle Sans Tab" panose="020B0503020204020204" pitchFamily="34" charset="0"/>
                <a:cs typeface="Oracle Sans Tab" panose="020B0503020204020204" pitchFamily="34" charset="0"/>
              </a:defRPr>
            </a:lvl1pPr>
          </a:lstStyle>
          <a:p>
            <a:r>
              <a:rPr lang="en-US" dirty="0"/>
              <a:t>Title</a:t>
            </a:r>
          </a:p>
        </p:txBody>
      </p:sp>
      <p:sp>
        <p:nvSpPr>
          <p:cNvPr id="3" name="Text Placeholder 2">
            <a:extLst>
              <a:ext uri="{FF2B5EF4-FFF2-40B4-BE49-F238E27FC236}">
                <a16:creationId xmlns:a16="http://schemas.microsoft.com/office/drawing/2014/main" id="{A12F5E0A-F774-0941-0246-D4704DBA0B25}"/>
              </a:ext>
            </a:extLst>
          </p:cNvPr>
          <p:cNvSpPr>
            <a:spLocks noGrp="1"/>
          </p:cNvSpPr>
          <p:nvPr>
            <p:ph type="body" sz="quarter" idx="29"/>
          </p:nvPr>
        </p:nvSpPr>
        <p:spPr>
          <a:xfrm>
            <a:off x="792537" y="1751671"/>
            <a:ext cx="4899101" cy="1410405"/>
          </a:xfrm>
          <a:prstGeom prst="rect">
            <a:avLst/>
          </a:prstGeom>
        </p:spPr>
        <p:txBody>
          <a:bodyPr/>
          <a:lstStyle>
            <a:lvl1pPr marL="0" marR="0" indent="0" algn="l" defTabSz="914172" rtl="0" eaLnBrk="1" fontAlgn="auto" latinLnBrk="0" hangingPunct="1">
              <a:lnSpc>
                <a:spcPct val="90000"/>
              </a:lnSpc>
              <a:spcBef>
                <a:spcPts val="1000"/>
              </a:spcBef>
              <a:spcAft>
                <a:spcPts val="0"/>
              </a:spcAft>
              <a:buClrTx/>
              <a:buSzTx/>
              <a:buFont typeface="Arial" panose="020B0604020202020204" pitchFamily="34" charset="0"/>
              <a:buNone/>
              <a:tabLst/>
              <a:defRPr lang="en-US" sz="2000" b="0" i="0" kern="1200" dirty="0" smtClean="0">
                <a:solidFill>
                  <a:schemeClr val="tx1"/>
                </a:solidFill>
                <a:latin typeface="Oracle Sans Tab" panose="020B0503020204020204" pitchFamily="34" charset="0"/>
                <a:ea typeface="+mn-ea"/>
                <a:cs typeface="Oracle Sans Tab" panose="020B0503020204020204" pitchFamily="34" charset="0"/>
              </a:defRPr>
            </a:lvl1pPr>
            <a:lvl2pPr marL="0" marR="0" indent="0" algn="l" defTabSz="914172" rtl="0" eaLnBrk="1" fontAlgn="auto" latinLnBrk="0" hangingPunct="1">
              <a:lnSpc>
                <a:spcPct val="90000"/>
              </a:lnSpc>
              <a:spcBef>
                <a:spcPts val="500"/>
              </a:spcBef>
              <a:spcAft>
                <a:spcPts val="0"/>
              </a:spcAft>
              <a:buClrTx/>
              <a:buSzTx/>
              <a:buFont typeface="Arial" panose="020B0604020202020204" pitchFamily="34" charset="0"/>
              <a:buNone/>
              <a:tabLst/>
              <a:defRPr lang="en-US" sz="1800" b="0" i="0" kern="1200" dirty="0" smtClean="0">
                <a:solidFill>
                  <a:schemeClr val="tx1"/>
                </a:solidFill>
                <a:latin typeface="Oracle Sans Tab" panose="020B0503020204020204" pitchFamily="34" charset="0"/>
                <a:ea typeface="+mn-ea"/>
                <a:cs typeface="Oracle Sans Tab" panose="020B0503020204020204" pitchFamily="34" charset="0"/>
              </a:defRPr>
            </a:lvl2pPr>
            <a:lvl3pPr marL="119833" marR="0" indent="0" algn="l" defTabSz="914172" rtl="0" eaLnBrk="1" fontAlgn="auto" latinLnBrk="0" hangingPunct="1">
              <a:lnSpc>
                <a:spcPct val="90000"/>
              </a:lnSpc>
              <a:spcBef>
                <a:spcPts val="500"/>
              </a:spcBef>
              <a:spcAft>
                <a:spcPts val="0"/>
              </a:spcAft>
              <a:buClrTx/>
              <a:buSzTx/>
              <a:buFont typeface="Arial" panose="020B0604020202020204" pitchFamily="34" charset="0"/>
              <a:buNone/>
              <a:tabLst/>
              <a:defRPr lang="en-US" sz="1600" b="0" i="0" kern="1200" dirty="0" smtClean="0">
                <a:solidFill>
                  <a:schemeClr val="tx1"/>
                </a:solidFill>
                <a:latin typeface="Oracle Sans Tab" panose="020B0503020204020204" pitchFamily="34" charset="0"/>
                <a:ea typeface="+mn-ea"/>
                <a:cs typeface="Oracle Sans Tab" panose="020B0503020204020204" pitchFamily="34" charset="0"/>
              </a:defRPr>
            </a:lvl3pPr>
          </a:lstStyle>
          <a:p>
            <a:pPr marL="342831" lvl="0" indent="-342831" algn="l" defTabSz="914172" rtl="0" eaLnBrk="1" latinLnBrk="0" hangingPunct="1">
              <a:lnSpc>
                <a:spcPct val="110000"/>
              </a:lnSpc>
              <a:spcBef>
                <a:spcPts val="300"/>
              </a:spcBef>
            </a:pPr>
            <a:r>
              <a:rPr lang="en-US"/>
              <a:t>Click to edit Master text styles</a:t>
            </a:r>
          </a:p>
          <a:p>
            <a:pPr marL="342831" lvl="1" indent="-342831" algn="l" defTabSz="914172" rtl="0" eaLnBrk="1" latinLnBrk="0" hangingPunct="1">
              <a:lnSpc>
                <a:spcPct val="110000"/>
              </a:lnSpc>
              <a:spcBef>
                <a:spcPts val="300"/>
              </a:spcBef>
            </a:pPr>
            <a:r>
              <a:rPr lang="en-US"/>
              <a:t>Second level</a:t>
            </a:r>
          </a:p>
          <a:p>
            <a:pPr marL="342831" lvl="2" indent="-342831" algn="l" defTabSz="914172" rtl="0" eaLnBrk="1" latinLnBrk="0" hangingPunct="1">
              <a:lnSpc>
                <a:spcPct val="110000"/>
              </a:lnSpc>
              <a:spcBef>
                <a:spcPts val="300"/>
              </a:spcBef>
            </a:pPr>
            <a:r>
              <a:rPr lang="en-US"/>
              <a:t>Third level</a:t>
            </a:r>
          </a:p>
        </p:txBody>
      </p:sp>
      <p:sp>
        <p:nvSpPr>
          <p:cNvPr id="10" name="Text Placeholder 2">
            <a:extLst>
              <a:ext uri="{FF2B5EF4-FFF2-40B4-BE49-F238E27FC236}">
                <a16:creationId xmlns:a16="http://schemas.microsoft.com/office/drawing/2014/main" id="{FB6C8AB0-7757-DF1D-9CCE-4510B7276134}"/>
              </a:ext>
            </a:extLst>
          </p:cNvPr>
          <p:cNvSpPr>
            <a:spLocks noGrp="1"/>
          </p:cNvSpPr>
          <p:nvPr>
            <p:ph type="body" sz="quarter" idx="38"/>
          </p:nvPr>
        </p:nvSpPr>
        <p:spPr>
          <a:xfrm>
            <a:off x="792537" y="3378765"/>
            <a:ext cx="4899101" cy="1410405"/>
          </a:xfrm>
          <a:prstGeom prst="rect">
            <a:avLst/>
          </a:prstGeom>
        </p:spPr>
        <p:txBody>
          <a:bodyPr/>
          <a:lstStyle>
            <a:lvl1pPr marL="0" marR="0" indent="0" algn="l" defTabSz="914172" rtl="0" eaLnBrk="1" fontAlgn="auto" latinLnBrk="0" hangingPunct="1">
              <a:lnSpc>
                <a:spcPct val="90000"/>
              </a:lnSpc>
              <a:spcBef>
                <a:spcPts val="1000"/>
              </a:spcBef>
              <a:spcAft>
                <a:spcPts val="0"/>
              </a:spcAft>
              <a:buClrTx/>
              <a:buSzTx/>
              <a:buFont typeface="Arial" panose="020B0604020202020204" pitchFamily="34" charset="0"/>
              <a:buNone/>
              <a:tabLst/>
              <a:defRPr lang="en-US" sz="2000" b="0" i="0" kern="1200" dirty="0" smtClean="0">
                <a:solidFill>
                  <a:schemeClr val="tx1"/>
                </a:solidFill>
                <a:latin typeface="Oracle Sans Tab" panose="020B0503020204020204" pitchFamily="34" charset="0"/>
                <a:ea typeface="+mn-ea"/>
                <a:cs typeface="Oracle Sans Tab" panose="020B0503020204020204" pitchFamily="34" charset="0"/>
              </a:defRPr>
            </a:lvl1pPr>
            <a:lvl2pPr marL="0" marR="0" indent="0" algn="l" defTabSz="914172" rtl="0" eaLnBrk="1" fontAlgn="auto" latinLnBrk="0" hangingPunct="1">
              <a:lnSpc>
                <a:spcPct val="90000"/>
              </a:lnSpc>
              <a:spcBef>
                <a:spcPts val="500"/>
              </a:spcBef>
              <a:spcAft>
                <a:spcPts val="0"/>
              </a:spcAft>
              <a:buClrTx/>
              <a:buSzTx/>
              <a:buFont typeface="Arial" panose="020B0604020202020204" pitchFamily="34" charset="0"/>
              <a:buNone/>
              <a:tabLst/>
              <a:defRPr lang="en-US" sz="1800" b="0" i="0" kern="1200" dirty="0" smtClean="0">
                <a:solidFill>
                  <a:schemeClr val="tx1"/>
                </a:solidFill>
                <a:latin typeface="Oracle Sans Tab" panose="020B0503020204020204" pitchFamily="34" charset="0"/>
                <a:ea typeface="+mn-ea"/>
                <a:cs typeface="Oracle Sans Tab" panose="020B0503020204020204" pitchFamily="34" charset="0"/>
              </a:defRPr>
            </a:lvl2pPr>
            <a:lvl3pPr marL="119833" marR="0" indent="0" algn="l" defTabSz="914172" rtl="0" eaLnBrk="1" fontAlgn="auto" latinLnBrk="0" hangingPunct="1">
              <a:lnSpc>
                <a:spcPct val="90000"/>
              </a:lnSpc>
              <a:spcBef>
                <a:spcPts val="500"/>
              </a:spcBef>
              <a:spcAft>
                <a:spcPts val="0"/>
              </a:spcAft>
              <a:buClrTx/>
              <a:buSzTx/>
              <a:buFont typeface="Arial" panose="020B0604020202020204" pitchFamily="34" charset="0"/>
              <a:buNone/>
              <a:tabLst/>
              <a:defRPr lang="en-US" sz="1600" b="0" i="0" kern="1200" dirty="0" smtClean="0">
                <a:solidFill>
                  <a:schemeClr val="tx1"/>
                </a:solidFill>
                <a:latin typeface="Oracle Sans Tab" panose="020B0503020204020204" pitchFamily="34" charset="0"/>
                <a:ea typeface="+mn-ea"/>
                <a:cs typeface="Oracle Sans Tab" panose="020B0503020204020204" pitchFamily="34" charset="0"/>
              </a:defRPr>
            </a:lvl3pPr>
          </a:lstStyle>
          <a:p>
            <a:pPr marL="342831" lvl="0" indent="-342831" algn="l" defTabSz="914172" rtl="0" eaLnBrk="1" latinLnBrk="0" hangingPunct="1">
              <a:lnSpc>
                <a:spcPct val="110000"/>
              </a:lnSpc>
              <a:spcBef>
                <a:spcPts val="300"/>
              </a:spcBef>
            </a:pPr>
            <a:r>
              <a:rPr lang="en-US"/>
              <a:t>Click to edit Master text styles</a:t>
            </a:r>
          </a:p>
          <a:p>
            <a:pPr marL="342831" lvl="1" indent="-342831" algn="l" defTabSz="914172" rtl="0" eaLnBrk="1" latinLnBrk="0" hangingPunct="1">
              <a:lnSpc>
                <a:spcPct val="110000"/>
              </a:lnSpc>
              <a:spcBef>
                <a:spcPts val="300"/>
              </a:spcBef>
            </a:pPr>
            <a:r>
              <a:rPr lang="en-US"/>
              <a:t>Second level</a:t>
            </a:r>
          </a:p>
          <a:p>
            <a:pPr marL="342831" lvl="2" indent="-342831" algn="l" defTabSz="914172" rtl="0" eaLnBrk="1" latinLnBrk="0" hangingPunct="1">
              <a:lnSpc>
                <a:spcPct val="110000"/>
              </a:lnSpc>
              <a:spcBef>
                <a:spcPts val="300"/>
              </a:spcBef>
            </a:pPr>
            <a:r>
              <a:rPr lang="en-US"/>
              <a:t>Third level</a:t>
            </a:r>
          </a:p>
        </p:txBody>
      </p:sp>
      <p:sp>
        <p:nvSpPr>
          <p:cNvPr id="8" name="Text Placeholder 2">
            <a:extLst>
              <a:ext uri="{FF2B5EF4-FFF2-40B4-BE49-F238E27FC236}">
                <a16:creationId xmlns:a16="http://schemas.microsoft.com/office/drawing/2014/main" id="{5EF42849-DE58-A637-B663-CB6753E7BB76}"/>
              </a:ext>
            </a:extLst>
          </p:cNvPr>
          <p:cNvSpPr>
            <a:spLocks noGrp="1"/>
          </p:cNvSpPr>
          <p:nvPr>
            <p:ph type="body" sz="quarter" idx="37"/>
          </p:nvPr>
        </p:nvSpPr>
        <p:spPr>
          <a:xfrm>
            <a:off x="792537" y="5005861"/>
            <a:ext cx="4899101" cy="1128240"/>
          </a:xfrm>
          <a:prstGeom prst="rect">
            <a:avLst/>
          </a:prstGeom>
        </p:spPr>
        <p:txBody>
          <a:bodyPr/>
          <a:lstStyle>
            <a:lvl1pPr marL="0" marR="0" indent="0" algn="l" defTabSz="914172" rtl="0" eaLnBrk="1" fontAlgn="auto" latinLnBrk="0" hangingPunct="1">
              <a:lnSpc>
                <a:spcPct val="90000"/>
              </a:lnSpc>
              <a:spcBef>
                <a:spcPts val="1000"/>
              </a:spcBef>
              <a:spcAft>
                <a:spcPts val="0"/>
              </a:spcAft>
              <a:buClrTx/>
              <a:buSzTx/>
              <a:buFont typeface="Arial" panose="020B0604020202020204" pitchFamily="34" charset="0"/>
              <a:buNone/>
              <a:tabLst/>
              <a:defRPr lang="en-US" sz="2000" b="0" i="0" kern="1200" dirty="0" smtClean="0">
                <a:solidFill>
                  <a:schemeClr val="tx1"/>
                </a:solidFill>
                <a:latin typeface="Oracle Sans Tab" panose="020B0503020204020204" pitchFamily="34" charset="0"/>
                <a:ea typeface="+mn-ea"/>
                <a:cs typeface="Oracle Sans Tab" panose="020B0503020204020204" pitchFamily="34" charset="0"/>
              </a:defRPr>
            </a:lvl1pPr>
            <a:lvl2pPr marL="0" marR="0" indent="0" algn="l" defTabSz="914172" rtl="0" eaLnBrk="1" fontAlgn="auto" latinLnBrk="0" hangingPunct="1">
              <a:lnSpc>
                <a:spcPct val="90000"/>
              </a:lnSpc>
              <a:spcBef>
                <a:spcPts val="500"/>
              </a:spcBef>
              <a:spcAft>
                <a:spcPts val="0"/>
              </a:spcAft>
              <a:buClrTx/>
              <a:buSzTx/>
              <a:buFont typeface="Arial" panose="020B0604020202020204" pitchFamily="34" charset="0"/>
              <a:buNone/>
              <a:tabLst/>
              <a:defRPr lang="en-US" sz="1800" b="0" i="0" kern="1200" dirty="0" smtClean="0">
                <a:solidFill>
                  <a:schemeClr val="tx1"/>
                </a:solidFill>
                <a:latin typeface="Oracle Sans Tab" panose="020B0503020204020204" pitchFamily="34" charset="0"/>
                <a:ea typeface="+mn-ea"/>
                <a:cs typeface="Oracle Sans Tab" panose="020B0503020204020204" pitchFamily="34" charset="0"/>
              </a:defRPr>
            </a:lvl2pPr>
            <a:lvl3pPr marL="119833" marR="0" indent="0" algn="l" defTabSz="914172" rtl="0" eaLnBrk="1" fontAlgn="auto" latinLnBrk="0" hangingPunct="1">
              <a:lnSpc>
                <a:spcPct val="90000"/>
              </a:lnSpc>
              <a:spcBef>
                <a:spcPts val="500"/>
              </a:spcBef>
              <a:spcAft>
                <a:spcPts val="0"/>
              </a:spcAft>
              <a:buClrTx/>
              <a:buSzTx/>
              <a:buFont typeface="Arial" panose="020B0604020202020204" pitchFamily="34" charset="0"/>
              <a:buNone/>
              <a:tabLst/>
              <a:defRPr lang="en-US" sz="1600" b="0" i="0" kern="1200" dirty="0" smtClean="0">
                <a:solidFill>
                  <a:schemeClr val="tx1"/>
                </a:solidFill>
                <a:latin typeface="Oracle Sans Tab" panose="020B0503020204020204" pitchFamily="34" charset="0"/>
                <a:ea typeface="+mn-ea"/>
                <a:cs typeface="Oracle Sans Tab" panose="020B0503020204020204" pitchFamily="34" charset="0"/>
              </a:defRPr>
            </a:lvl3pPr>
          </a:lstStyle>
          <a:p>
            <a:pPr marL="342831" lvl="0" indent="-342831" algn="l" defTabSz="914172" rtl="0" eaLnBrk="1" latinLnBrk="0" hangingPunct="1">
              <a:lnSpc>
                <a:spcPct val="110000"/>
              </a:lnSpc>
              <a:spcBef>
                <a:spcPts val="300"/>
              </a:spcBef>
            </a:pPr>
            <a:r>
              <a:rPr lang="en-US"/>
              <a:t>Click to edit Master text styles</a:t>
            </a:r>
          </a:p>
          <a:p>
            <a:pPr marL="342831" lvl="1" indent="-342831" algn="l" defTabSz="914172" rtl="0" eaLnBrk="1" latinLnBrk="0" hangingPunct="1">
              <a:lnSpc>
                <a:spcPct val="110000"/>
              </a:lnSpc>
              <a:spcBef>
                <a:spcPts val="300"/>
              </a:spcBef>
            </a:pPr>
            <a:r>
              <a:rPr lang="en-US"/>
              <a:t>Second level</a:t>
            </a:r>
          </a:p>
          <a:p>
            <a:pPr marL="342831" lvl="2" indent="-342831" algn="l" defTabSz="914172" rtl="0" eaLnBrk="1" latinLnBrk="0" hangingPunct="1">
              <a:lnSpc>
                <a:spcPct val="110000"/>
              </a:lnSpc>
              <a:spcBef>
                <a:spcPts val="300"/>
              </a:spcBef>
            </a:pPr>
            <a:r>
              <a:rPr lang="en-US"/>
              <a:t>Third level</a:t>
            </a:r>
          </a:p>
        </p:txBody>
      </p:sp>
      <p:sp>
        <p:nvSpPr>
          <p:cNvPr id="20" name="Picture Placeholder 17">
            <a:extLst>
              <a:ext uri="{FF2B5EF4-FFF2-40B4-BE49-F238E27FC236}">
                <a16:creationId xmlns:a16="http://schemas.microsoft.com/office/drawing/2014/main" id="{445E1E13-5767-FE9A-C855-C6FD3055FC6A}"/>
              </a:ext>
            </a:extLst>
          </p:cNvPr>
          <p:cNvSpPr>
            <a:spLocks noGrp="1"/>
          </p:cNvSpPr>
          <p:nvPr>
            <p:ph type="pic" sz="quarter" idx="36"/>
          </p:nvPr>
        </p:nvSpPr>
        <p:spPr>
          <a:xfrm>
            <a:off x="6095603" y="5457103"/>
            <a:ext cx="2885888" cy="1400897"/>
          </a:xfrm>
          <a:prstGeom prst="rect">
            <a:avLst/>
          </a:prstGeom>
        </p:spPr>
        <p:txBody>
          <a:bodyPr anchor="ctr"/>
          <a:lstStyle>
            <a:lvl1pPr marL="0" indent="0" algn="ctr">
              <a:buNone/>
              <a:defRPr>
                <a:solidFill>
                  <a:srgbClr val="AEA8A2"/>
                </a:solidFill>
              </a:defRPr>
            </a:lvl1pPr>
          </a:lstStyle>
          <a:p>
            <a:r>
              <a:rPr lang="en-US"/>
              <a:t>Click icon to add picture</a:t>
            </a:r>
            <a:endParaRPr lang="en-US" dirty="0"/>
          </a:p>
        </p:txBody>
      </p:sp>
      <p:sp>
        <p:nvSpPr>
          <p:cNvPr id="19" name="Picture Placeholder 17">
            <a:extLst>
              <a:ext uri="{FF2B5EF4-FFF2-40B4-BE49-F238E27FC236}">
                <a16:creationId xmlns:a16="http://schemas.microsoft.com/office/drawing/2014/main" id="{128E96FD-9D3F-692F-EB8E-C1CA80E5D55D}"/>
              </a:ext>
            </a:extLst>
          </p:cNvPr>
          <p:cNvSpPr>
            <a:spLocks noGrp="1"/>
          </p:cNvSpPr>
          <p:nvPr>
            <p:ph type="pic" sz="quarter" idx="35"/>
          </p:nvPr>
        </p:nvSpPr>
        <p:spPr>
          <a:xfrm>
            <a:off x="6095603" y="2726373"/>
            <a:ext cx="2885888" cy="2662069"/>
          </a:xfrm>
          <a:prstGeom prst="rect">
            <a:avLst/>
          </a:prstGeom>
        </p:spPr>
        <p:txBody>
          <a:bodyPr anchor="ctr"/>
          <a:lstStyle>
            <a:lvl1pPr marL="0" indent="0" algn="ctr">
              <a:buNone/>
              <a:defRPr>
                <a:solidFill>
                  <a:srgbClr val="AEA8A2"/>
                </a:solidFill>
              </a:defRPr>
            </a:lvl1pPr>
          </a:lstStyle>
          <a:p>
            <a:r>
              <a:rPr lang="en-US"/>
              <a:t>Click icon to add picture</a:t>
            </a:r>
            <a:endParaRPr lang="en-US" dirty="0"/>
          </a:p>
        </p:txBody>
      </p:sp>
      <p:sp>
        <p:nvSpPr>
          <p:cNvPr id="18" name="Picture Placeholder 17">
            <a:extLst>
              <a:ext uri="{FF2B5EF4-FFF2-40B4-BE49-F238E27FC236}">
                <a16:creationId xmlns:a16="http://schemas.microsoft.com/office/drawing/2014/main" id="{17CD157F-D3C9-1E3B-56AC-86F51CBDA2C5}"/>
              </a:ext>
            </a:extLst>
          </p:cNvPr>
          <p:cNvSpPr>
            <a:spLocks noGrp="1"/>
          </p:cNvSpPr>
          <p:nvPr>
            <p:ph type="pic" sz="quarter" idx="34"/>
          </p:nvPr>
        </p:nvSpPr>
        <p:spPr>
          <a:xfrm>
            <a:off x="6095603" y="-1"/>
            <a:ext cx="2885888" cy="2662069"/>
          </a:xfrm>
          <a:prstGeom prst="rect">
            <a:avLst/>
          </a:prstGeom>
        </p:spPr>
        <p:txBody>
          <a:bodyPr anchor="ctr"/>
          <a:lstStyle>
            <a:lvl1pPr marL="0" indent="0" algn="ctr">
              <a:buNone/>
              <a:defRPr>
                <a:solidFill>
                  <a:srgbClr val="AEA8A2"/>
                </a:solidFill>
              </a:defRPr>
            </a:lvl1pPr>
          </a:lstStyle>
          <a:p>
            <a:r>
              <a:rPr lang="en-US"/>
              <a:t>Click icon to add picture</a:t>
            </a:r>
            <a:endParaRPr lang="en-US" dirty="0"/>
          </a:p>
        </p:txBody>
      </p:sp>
      <p:sp>
        <p:nvSpPr>
          <p:cNvPr id="11" name="Picture Placeholder 10">
            <a:extLst>
              <a:ext uri="{FF2B5EF4-FFF2-40B4-BE49-F238E27FC236}">
                <a16:creationId xmlns:a16="http://schemas.microsoft.com/office/drawing/2014/main" id="{D9A0A2C7-B129-2C84-4EC5-9BE7DAA226FD}"/>
              </a:ext>
            </a:extLst>
          </p:cNvPr>
          <p:cNvSpPr>
            <a:spLocks noGrp="1"/>
          </p:cNvSpPr>
          <p:nvPr>
            <p:ph type="pic" sz="quarter" idx="33"/>
          </p:nvPr>
        </p:nvSpPr>
        <p:spPr>
          <a:xfrm>
            <a:off x="9049339" y="4122738"/>
            <a:ext cx="3142661" cy="2735263"/>
          </a:xfrm>
          <a:prstGeom prst="rect">
            <a:avLst/>
          </a:prstGeom>
        </p:spPr>
        <p:txBody>
          <a:bodyPr anchor="ctr"/>
          <a:lstStyle>
            <a:lvl1pPr marL="0" indent="0" algn="ctr">
              <a:buNone/>
              <a:defRPr>
                <a:solidFill>
                  <a:srgbClr val="AEA8A2"/>
                </a:solidFill>
              </a:defRPr>
            </a:lvl1pPr>
          </a:lstStyle>
          <a:p>
            <a:r>
              <a:rPr lang="en-US"/>
              <a:t>Click icon to add picture</a:t>
            </a:r>
          </a:p>
        </p:txBody>
      </p:sp>
      <p:sp>
        <p:nvSpPr>
          <p:cNvPr id="9" name="Picture Placeholder 8">
            <a:extLst>
              <a:ext uri="{FF2B5EF4-FFF2-40B4-BE49-F238E27FC236}">
                <a16:creationId xmlns:a16="http://schemas.microsoft.com/office/drawing/2014/main" id="{1E2386B7-272F-BDAB-2DCD-298558469EDB}"/>
              </a:ext>
            </a:extLst>
          </p:cNvPr>
          <p:cNvSpPr>
            <a:spLocks noGrp="1"/>
          </p:cNvSpPr>
          <p:nvPr>
            <p:ph type="pic" sz="quarter" idx="32"/>
          </p:nvPr>
        </p:nvSpPr>
        <p:spPr>
          <a:xfrm>
            <a:off x="9049131" y="0"/>
            <a:ext cx="3142870" cy="4060563"/>
          </a:xfrm>
          <a:prstGeom prst="rect">
            <a:avLst/>
          </a:prstGeom>
        </p:spPr>
        <p:txBody>
          <a:bodyPr anchor="ctr"/>
          <a:lstStyle>
            <a:lvl1pPr marL="0" indent="0" algn="ctr">
              <a:buNone/>
              <a:defRPr>
                <a:solidFill>
                  <a:srgbClr val="AEA8A2"/>
                </a:solidFill>
              </a:defRPr>
            </a:lvl1pPr>
          </a:lstStyle>
          <a:p>
            <a:r>
              <a:rPr lang="en-US"/>
              <a:t>Click icon to add picture</a:t>
            </a:r>
            <a:endParaRPr lang="en-US" dirty="0"/>
          </a:p>
        </p:txBody>
      </p:sp>
      <p:sp>
        <p:nvSpPr>
          <p:cNvPr id="2" name="Slide Number Placeholder 5">
            <a:extLst>
              <a:ext uri="{FF2B5EF4-FFF2-40B4-BE49-F238E27FC236}">
                <a16:creationId xmlns:a16="http://schemas.microsoft.com/office/drawing/2014/main" id="{FBD94B30-BCEE-59B6-7AE0-7786317741C5}"/>
              </a:ext>
            </a:extLst>
          </p:cNvPr>
          <p:cNvSpPr>
            <a:spLocks noGrp="1"/>
          </p:cNvSpPr>
          <p:nvPr>
            <p:ph type="sldNum" sz="quarter" idx="40"/>
          </p:nvPr>
        </p:nvSpPr>
        <p:spPr>
          <a:xfrm>
            <a:off x="762000" y="6423660"/>
            <a:ext cx="365760" cy="365760"/>
          </a:xfrm>
        </p:spPr>
        <p:txBody>
          <a:bodyPr/>
          <a:lstStyle>
            <a:lvl1pPr>
              <a:defRPr>
                <a:solidFill>
                  <a:srgbClr val="AEA8A2"/>
                </a:solidFill>
              </a:defRPr>
            </a:lvl1pPr>
          </a:lstStyle>
          <a:p>
            <a:fld id="{345D60D9-5372-5F40-9443-0F9AE5BDC3C8}" type="slidenum">
              <a:rPr lang="en-US" smtClean="0"/>
              <a:pPr/>
              <a:t>‹#›</a:t>
            </a:fld>
            <a:endParaRPr lang="en-US" dirty="0"/>
          </a:p>
        </p:txBody>
      </p:sp>
      <p:sp>
        <p:nvSpPr>
          <p:cNvPr id="6" name="Footer Placeholder 4">
            <a:extLst>
              <a:ext uri="{FF2B5EF4-FFF2-40B4-BE49-F238E27FC236}">
                <a16:creationId xmlns:a16="http://schemas.microsoft.com/office/drawing/2014/main" id="{D39C8B0E-97D7-991C-2025-14272B07B525}"/>
              </a:ext>
            </a:extLst>
          </p:cNvPr>
          <p:cNvSpPr>
            <a:spLocks noGrp="1"/>
          </p:cNvSpPr>
          <p:nvPr>
            <p:ph type="ftr" sz="quarter" idx="39"/>
          </p:nvPr>
        </p:nvSpPr>
        <p:spPr>
          <a:xfrm>
            <a:off x="1127759" y="6423978"/>
            <a:ext cx="5745379" cy="365125"/>
          </a:xfrm>
        </p:spPr>
        <p:txBody>
          <a:bodyPr/>
          <a:lstStyle>
            <a:lvl1pPr>
              <a:defRPr>
                <a:solidFill>
                  <a:srgbClr val="AEA8A2"/>
                </a:solidFill>
              </a:defRPr>
            </a:lvl1pPr>
          </a:lstStyle>
          <a:p>
            <a:r>
              <a:rPr lang="en-US"/>
              <a:t>Copyright © 2025, Oracle and/or its affiliates |  Confidential: Internal/Restricted/Highly Restricted</a:t>
            </a:r>
            <a:endParaRPr lang="en-US" dirty="0"/>
          </a:p>
        </p:txBody>
      </p:sp>
      <p:sp>
        <p:nvSpPr>
          <p:cNvPr id="12" name="Date Placeholder 3">
            <a:extLst>
              <a:ext uri="{FF2B5EF4-FFF2-40B4-BE49-F238E27FC236}">
                <a16:creationId xmlns:a16="http://schemas.microsoft.com/office/drawing/2014/main" id="{CB7D4F94-59C8-86AE-466F-98696039DFD2}"/>
              </a:ext>
            </a:extLst>
          </p:cNvPr>
          <p:cNvSpPr>
            <a:spLocks noGrp="1"/>
          </p:cNvSpPr>
          <p:nvPr>
            <p:ph type="dt" sz="half" idx="41"/>
          </p:nvPr>
        </p:nvSpPr>
        <p:spPr>
          <a:xfrm>
            <a:off x="6873138" y="6425604"/>
            <a:ext cx="2743200" cy="363500"/>
          </a:xfrm>
        </p:spPr>
        <p:txBody>
          <a:bodyPr/>
          <a:lstStyle>
            <a:lvl1pPr>
              <a:defRPr>
                <a:solidFill>
                  <a:srgbClr val="AEA8A2"/>
                </a:solidFill>
              </a:defRPr>
            </a:lvl1pPr>
          </a:lstStyle>
          <a:p>
            <a:r>
              <a:rPr lang="en-US"/>
              <a:t>[Date]</a:t>
            </a:r>
            <a:endParaRPr lang="en-US" dirty="0"/>
          </a:p>
        </p:txBody>
      </p:sp>
    </p:spTree>
    <p:extLst>
      <p:ext uri="{BB962C8B-B14F-4D97-AF65-F5344CB8AC3E}">
        <p14:creationId xmlns:p14="http://schemas.microsoft.com/office/powerpoint/2010/main" val="2350290086"/>
      </p:ext>
    </p:extLst>
  </p:cSld>
  <p:clrMapOvr>
    <a:overrideClrMapping bg1="dk1" tx1="lt1" bg2="dk2" tx2="lt2" accent1="accent1" accent2="accent2" accent3="accent3" accent4="accent4" accent5="accent5" accent6="accent6" hlink="hlink" folHlink="folHlink"/>
  </p:clrMapOvr>
  <p:transition>
    <p:fade/>
  </p:transition>
</p:sldLayout>
</file>

<file path=ppt/slideLayouts/slideLayout51.xml><?xml version="1.0" encoding="utf-8"?>
<p:sldLayout xmlns:a="http://schemas.openxmlformats.org/drawingml/2006/main" xmlns:r="http://schemas.openxmlformats.org/officeDocument/2006/relationships" xmlns:p="http://schemas.openxmlformats.org/presentationml/2006/main" preserve="1" userDrawn="1">
  <p:cSld name="PHOTO_Full Slide">
    <p:bg>
      <p:bgRef idx="1001">
        <a:schemeClr val="bg2"/>
      </p:bgRef>
    </p:bg>
    <p:spTree>
      <p:nvGrpSpPr>
        <p:cNvPr id="1" name=""/>
        <p:cNvGrpSpPr/>
        <p:nvPr/>
      </p:nvGrpSpPr>
      <p:grpSpPr>
        <a:xfrm>
          <a:off x="0" y="0"/>
          <a:ext cx="0" cy="0"/>
          <a:chOff x="0" y="0"/>
          <a:chExt cx="0" cy="0"/>
        </a:xfrm>
      </p:grpSpPr>
      <p:sp>
        <p:nvSpPr>
          <p:cNvPr id="5" name="Slide Number Placeholder 7" hidden="1">
            <a:extLst>
              <a:ext uri="{FF2B5EF4-FFF2-40B4-BE49-F238E27FC236}">
                <a16:creationId xmlns:a16="http://schemas.microsoft.com/office/drawing/2014/main" id="{B0BD77A1-77CB-B876-21BC-3E357707FB00}"/>
              </a:ext>
            </a:extLst>
          </p:cNvPr>
          <p:cNvSpPr>
            <a:spLocks noGrp="1"/>
          </p:cNvSpPr>
          <p:nvPr>
            <p:ph type="sldNum" sz="quarter" idx="17"/>
          </p:nvPr>
        </p:nvSpPr>
        <p:spPr>
          <a:xfrm>
            <a:off x="762000" y="6428637"/>
            <a:ext cx="365760" cy="365760"/>
          </a:xfrm>
          <a:prstGeom prst="rect">
            <a:avLst/>
          </a:prstGeom>
        </p:spPr>
        <p:txBody>
          <a:bodyPr/>
          <a:lstStyle/>
          <a:p>
            <a:fld id="{345D60D9-5372-5F40-9443-0F9AE5BDC3C8}" type="slidenum">
              <a:rPr lang="en-US" smtClean="0"/>
              <a:pPr/>
              <a:t>‹#›</a:t>
            </a:fld>
            <a:endParaRPr lang="en-US" dirty="0"/>
          </a:p>
        </p:txBody>
      </p:sp>
      <p:sp>
        <p:nvSpPr>
          <p:cNvPr id="7" name="Footer Placeholder 6" hidden="1">
            <a:extLst>
              <a:ext uri="{FF2B5EF4-FFF2-40B4-BE49-F238E27FC236}">
                <a16:creationId xmlns:a16="http://schemas.microsoft.com/office/drawing/2014/main" id="{361D4689-E747-22B9-8A23-5E8372B62E14}"/>
              </a:ext>
            </a:extLst>
          </p:cNvPr>
          <p:cNvSpPr>
            <a:spLocks noGrp="1"/>
          </p:cNvSpPr>
          <p:nvPr>
            <p:ph type="ftr" sz="quarter" idx="16"/>
          </p:nvPr>
        </p:nvSpPr>
        <p:spPr>
          <a:xfrm>
            <a:off x="1127760" y="6428955"/>
            <a:ext cx="5233748" cy="365125"/>
          </a:xfrm>
          <a:prstGeom prst="rect">
            <a:avLst/>
          </a:prstGeom>
        </p:spPr>
        <p:txBody>
          <a:bodyPr/>
          <a:lstStyle/>
          <a:p>
            <a:r>
              <a:rPr lang="en-US"/>
              <a:t>Copyright © 2025, Oracle and/or its affiliates |  Confidential: Internal/Restricted/Highly Restricted</a:t>
            </a:r>
            <a:endParaRPr lang="en-US" dirty="0"/>
          </a:p>
        </p:txBody>
      </p:sp>
      <p:sp>
        <p:nvSpPr>
          <p:cNvPr id="2" name="Picture Placeholder 1">
            <a:extLst>
              <a:ext uri="{FF2B5EF4-FFF2-40B4-BE49-F238E27FC236}">
                <a16:creationId xmlns:a16="http://schemas.microsoft.com/office/drawing/2014/main" id="{5170667F-B06C-96EB-B8A5-00675DC62804}"/>
              </a:ext>
            </a:extLst>
          </p:cNvPr>
          <p:cNvSpPr>
            <a:spLocks noGrp="1"/>
          </p:cNvSpPr>
          <p:nvPr>
            <p:ph type="pic" sz="quarter" idx="13"/>
          </p:nvPr>
        </p:nvSpPr>
        <p:spPr>
          <a:xfrm>
            <a:off x="0" y="0"/>
            <a:ext cx="12192000" cy="6858000"/>
          </a:xfrm>
        </p:spPr>
        <p:txBody>
          <a:bodyPr anchor="ctr"/>
          <a:lstStyle>
            <a:lvl1pPr algn="ctr">
              <a:defRPr/>
            </a:lvl1pPr>
          </a:lstStyle>
          <a:p>
            <a:r>
              <a:rPr lang="en-US"/>
              <a:t>Click icon to add picture</a:t>
            </a:r>
          </a:p>
        </p:txBody>
      </p:sp>
    </p:spTree>
    <p:extLst>
      <p:ext uri="{BB962C8B-B14F-4D97-AF65-F5344CB8AC3E}">
        <p14:creationId xmlns:p14="http://schemas.microsoft.com/office/powerpoint/2010/main" val="3544612237"/>
      </p:ext>
    </p:extLst>
  </p:cSld>
  <p:clrMapOvr>
    <a:overrideClrMapping bg1="lt1" tx1="dk1" bg2="lt2" tx2="dk2" accent1="accent1" accent2="accent2" accent3="accent3" accent4="accent4" accent5="accent5" accent6="accent6" hlink="hlink" folHlink="folHlink"/>
  </p:clrMapOvr>
  <p:transition>
    <p:fade/>
  </p:transition>
</p:sldLayout>
</file>

<file path=ppt/slideLayouts/slideLayout52.xml><?xml version="1.0" encoding="utf-8"?>
<p:sldLayout xmlns:a="http://schemas.openxmlformats.org/drawingml/2006/main" xmlns:r="http://schemas.openxmlformats.org/officeDocument/2006/relationships" xmlns:p="http://schemas.openxmlformats.org/presentationml/2006/main" preserve="1" userDrawn="1">
  <p:cSld name="Dark 2 Images and Content">
    <p:bg>
      <p:bgRef idx="1001">
        <a:schemeClr val="bg2"/>
      </p:bgRef>
    </p:bg>
    <p:spTree>
      <p:nvGrpSpPr>
        <p:cNvPr id="1" name=""/>
        <p:cNvGrpSpPr/>
        <p:nvPr/>
      </p:nvGrpSpPr>
      <p:grpSpPr>
        <a:xfrm>
          <a:off x="0" y="0"/>
          <a:ext cx="0" cy="0"/>
          <a:chOff x="0" y="0"/>
          <a:chExt cx="0" cy="0"/>
        </a:xfrm>
      </p:grpSpPr>
      <p:sp>
        <p:nvSpPr>
          <p:cNvPr id="7" name="Title 1">
            <a:extLst>
              <a:ext uri="{FF2B5EF4-FFF2-40B4-BE49-F238E27FC236}">
                <a16:creationId xmlns:a16="http://schemas.microsoft.com/office/drawing/2014/main" id="{A536DA1B-D096-01B8-6B79-C6DBB456A7CA}"/>
              </a:ext>
            </a:extLst>
          </p:cNvPr>
          <p:cNvSpPr>
            <a:spLocks noGrp="1"/>
          </p:cNvSpPr>
          <p:nvPr>
            <p:ph type="title" hasCustomPrompt="1"/>
          </p:nvPr>
        </p:nvSpPr>
        <p:spPr>
          <a:xfrm>
            <a:off x="768875" y="182403"/>
            <a:ext cx="10671048" cy="822960"/>
          </a:xfrm>
        </p:spPr>
        <p:txBody>
          <a:bodyPr/>
          <a:lstStyle>
            <a:lvl1pPr>
              <a:defRPr b="1" i="0">
                <a:solidFill>
                  <a:schemeClr val="tx1"/>
                </a:solidFill>
                <a:latin typeface="Oracle Sans Tab" panose="020B0503020204020204" pitchFamily="34" charset="0"/>
                <a:cs typeface="Oracle Sans Tab" panose="020B0503020204020204" pitchFamily="34" charset="0"/>
              </a:defRPr>
            </a:lvl1pPr>
          </a:lstStyle>
          <a:p>
            <a:r>
              <a:rPr lang="en-US" dirty="0"/>
              <a:t>Title</a:t>
            </a:r>
          </a:p>
        </p:txBody>
      </p:sp>
      <p:sp>
        <p:nvSpPr>
          <p:cNvPr id="4" name="Text Placeholder 5">
            <a:extLst>
              <a:ext uri="{FF2B5EF4-FFF2-40B4-BE49-F238E27FC236}">
                <a16:creationId xmlns:a16="http://schemas.microsoft.com/office/drawing/2014/main" id="{5359DD48-7CB8-3699-CA89-9D72DAA6B0BF}"/>
              </a:ext>
            </a:extLst>
          </p:cNvPr>
          <p:cNvSpPr>
            <a:spLocks noGrp="1"/>
          </p:cNvSpPr>
          <p:nvPr>
            <p:ph type="body" sz="quarter" idx="29"/>
          </p:nvPr>
        </p:nvSpPr>
        <p:spPr>
          <a:xfrm>
            <a:off x="792538" y="4434829"/>
            <a:ext cx="4950147" cy="1291432"/>
          </a:xfrm>
        </p:spPr>
        <p:txBody>
          <a:bodyPr/>
          <a:lstStyle>
            <a:lvl1pPr>
              <a:defRPr>
                <a:solidFill>
                  <a:schemeClr val="tx1"/>
                </a:solidFill>
              </a:defRPr>
            </a:lvl1pPr>
            <a:lvl2pPr>
              <a:defRPr>
                <a:solidFill>
                  <a:schemeClr val="tx1"/>
                </a:solidFill>
              </a:defRPr>
            </a:lvl2pPr>
            <a:lvl3pPr>
              <a:defRPr>
                <a:solidFill>
                  <a:schemeClr val="tx1"/>
                </a:solidFill>
              </a:defRPr>
            </a:lvl3pPr>
          </a:lstStyle>
          <a:p>
            <a:pPr lvl="0"/>
            <a:r>
              <a:rPr lang="en-US"/>
              <a:t>Click to edit Master text styles</a:t>
            </a:r>
          </a:p>
          <a:p>
            <a:pPr lvl="1"/>
            <a:r>
              <a:rPr lang="en-US"/>
              <a:t>Second level</a:t>
            </a:r>
          </a:p>
          <a:p>
            <a:pPr lvl="2"/>
            <a:r>
              <a:rPr lang="en-US"/>
              <a:t>Third level</a:t>
            </a:r>
          </a:p>
        </p:txBody>
      </p:sp>
      <p:sp>
        <p:nvSpPr>
          <p:cNvPr id="6" name="Picture Placeholder 12">
            <a:extLst>
              <a:ext uri="{FF2B5EF4-FFF2-40B4-BE49-F238E27FC236}">
                <a16:creationId xmlns:a16="http://schemas.microsoft.com/office/drawing/2014/main" id="{5C4A9BEF-054B-38A2-DDC6-DD7D3B185912}"/>
              </a:ext>
            </a:extLst>
          </p:cNvPr>
          <p:cNvSpPr>
            <a:spLocks noGrp="1"/>
          </p:cNvSpPr>
          <p:nvPr>
            <p:ph type="pic" sz="quarter" idx="26" hasCustomPrompt="1"/>
          </p:nvPr>
        </p:nvSpPr>
        <p:spPr>
          <a:xfrm>
            <a:off x="795712" y="1616572"/>
            <a:ext cx="4924591" cy="2662745"/>
          </a:xfrm>
          <a:solidFill>
            <a:schemeClr val="bg1">
              <a:alpha val="10000"/>
            </a:schemeClr>
          </a:solidFill>
        </p:spPr>
        <p:txBody>
          <a:bodyPr vert="horz" lIns="91440" tIns="45720" rIns="91440" bIns="45720" rtlCol="0" anchor="ctr" anchorCtr="0">
            <a:normAutofit/>
          </a:bodyPr>
          <a:lstStyle>
            <a:lvl1pPr>
              <a:defRPr lang="en-US">
                <a:solidFill>
                  <a:schemeClr val="tx1"/>
                </a:solidFill>
              </a:defRPr>
            </a:lvl1pPr>
          </a:lstStyle>
          <a:p>
            <a:pPr lvl="0" algn="ctr"/>
            <a:r>
              <a:rPr lang="en-US"/>
              <a:t>Image</a:t>
            </a:r>
          </a:p>
        </p:txBody>
      </p:sp>
      <p:sp>
        <p:nvSpPr>
          <p:cNvPr id="5" name="Text Placeholder 7">
            <a:extLst>
              <a:ext uri="{FF2B5EF4-FFF2-40B4-BE49-F238E27FC236}">
                <a16:creationId xmlns:a16="http://schemas.microsoft.com/office/drawing/2014/main" id="{346E39F9-D43F-04FC-3023-F53553A4056D}"/>
              </a:ext>
            </a:extLst>
          </p:cNvPr>
          <p:cNvSpPr>
            <a:spLocks noGrp="1"/>
          </p:cNvSpPr>
          <p:nvPr>
            <p:ph type="body" sz="quarter" idx="30"/>
          </p:nvPr>
        </p:nvSpPr>
        <p:spPr>
          <a:xfrm>
            <a:off x="6448844" y="4419602"/>
            <a:ext cx="4924747" cy="1280319"/>
          </a:xfrm>
        </p:spPr>
        <p:txBody>
          <a:bodyPr/>
          <a:lstStyle>
            <a:lvl1pPr>
              <a:defRPr>
                <a:solidFill>
                  <a:schemeClr val="tx1"/>
                </a:solidFill>
              </a:defRPr>
            </a:lvl1pPr>
            <a:lvl2pPr>
              <a:defRPr>
                <a:solidFill>
                  <a:schemeClr val="tx1"/>
                </a:solidFill>
              </a:defRPr>
            </a:lvl2pPr>
            <a:lvl3pPr>
              <a:defRPr>
                <a:solidFill>
                  <a:schemeClr val="tx1"/>
                </a:solidFill>
              </a:defRPr>
            </a:lvl3pPr>
          </a:lstStyle>
          <a:p>
            <a:pPr lvl="0"/>
            <a:r>
              <a:rPr lang="en-US"/>
              <a:t>Click to edit Master text styles</a:t>
            </a:r>
          </a:p>
          <a:p>
            <a:pPr lvl="1"/>
            <a:r>
              <a:rPr lang="en-US"/>
              <a:t>Second level</a:t>
            </a:r>
          </a:p>
          <a:p>
            <a:pPr lvl="2"/>
            <a:r>
              <a:rPr lang="en-US"/>
              <a:t>Third level</a:t>
            </a:r>
          </a:p>
        </p:txBody>
      </p:sp>
      <p:sp>
        <p:nvSpPr>
          <p:cNvPr id="9" name="Picture Placeholder 12">
            <a:extLst>
              <a:ext uri="{FF2B5EF4-FFF2-40B4-BE49-F238E27FC236}">
                <a16:creationId xmlns:a16="http://schemas.microsoft.com/office/drawing/2014/main" id="{32FA574C-02E7-4456-3CFF-3AD988229D69}"/>
              </a:ext>
            </a:extLst>
          </p:cNvPr>
          <p:cNvSpPr>
            <a:spLocks noGrp="1"/>
          </p:cNvSpPr>
          <p:nvPr>
            <p:ph type="pic" sz="quarter" idx="27" hasCustomPrompt="1"/>
          </p:nvPr>
        </p:nvSpPr>
        <p:spPr>
          <a:xfrm>
            <a:off x="6411475" y="1601343"/>
            <a:ext cx="4924591" cy="2662745"/>
          </a:xfrm>
          <a:solidFill>
            <a:schemeClr val="bg1">
              <a:alpha val="10000"/>
            </a:schemeClr>
          </a:solidFill>
        </p:spPr>
        <p:txBody>
          <a:bodyPr vert="horz" lIns="91440" tIns="45720" rIns="91440" bIns="45720" rtlCol="0" anchor="ctr" anchorCtr="0">
            <a:normAutofit/>
          </a:bodyPr>
          <a:lstStyle>
            <a:lvl1pPr>
              <a:defRPr lang="en-US">
                <a:solidFill>
                  <a:schemeClr val="tx1"/>
                </a:solidFill>
              </a:defRPr>
            </a:lvl1pPr>
          </a:lstStyle>
          <a:p>
            <a:pPr lvl="0" algn="ctr"/>
            <a:r>
              <a:rPr lang="en-US"/>
              <a:t>Image</a:t>
            </a:r>
          </a:p>
        </p:txBody>
      </p:sp>
      <p:sp>
        <p:nvSpPr>
          <p:cNvPr id="8" name="Slide Number Placeholder 7">
            <a:extLst>
              <a:ext uri="{FF2B5EF4-FFF2-40B4-BE49-F238E27FC236}">
                <a16:creationId xmlns:a16="http://schemas.microsoft.com/office/drawing/2014/main" id="{3C49485D-F762-1381-7479-D37FDB46F388}"/>
              </a:ext>
            </a:extLst>
          </p:cNvPr>
          <p:cNvSpPr>
            <a:spLocks noGrp="1"/>
          </p:cNvSpPr>
          <p:nvPr>
            <p:ph type="sldNum" sz="quarter" idx="17"/>
          </p:nvPr>
        </p:nvSpPr>
        <p:spPr>
          <a:xfrm>
            <a:off x="762000" y="6423660"/>
            <a:ext cx="365760" cy="365760"/>
          </a:xfrm>
        </p:spPr>
        <p:txBody>
          <a:bodyPr/>
          <a:lstStyle>
            <a:lvl1pPr>
              <a:defRPr>
                <a:solidFill>
                  <a:srgbClr val="AEA8A2"/>
                </a:solidFill>
              </a:defRPr>
            </a:lvl1pPr>
          </a:lstStyle>
          <a:p>
            <a:fld id="{345D60D9-5372-5F40-9443-0F9AE5BDC3C8}" type="slidenum">
              <a:rPr lang="en-US" smtClean="0"/>
              <a:pPr/>
              <a:t>‹#›</a:t>
            </a:fld>
            <a:endParaRPr lang="en-US" dirty="0"/>
          </a:p>
        </p:txBody>
      </p:sp>
      <p:sp>
        <p:nvSpPr>
          <p:cNvPr id="10" name="Footer Placeholder 6">
            <a:extLst>
              <a:ext uri="{FF2B5EF4-FFF2-40B4-BE49-F238E27FC236}">
                <a16:creationId xmlns:a16="http://schemas.microsoft.com/office/drawing/2014/main" id="{844C26A1-8F6A-0142-2190-64BD165AA6D8}"/>
              </a:ext>
            </a:extLst>
          </p:cNvPr>
          <p:cNvSpPr>
            <a:spLocks noGrp="1"/>
          </p:cNvSpPr>
          <p:nvPr>
            <p:ph type="ftr" sz="quarter" idx="16"/>
          </p:nvPr>
        </p:nvSpPr>
        <p:spPr>
          <a:xfrm>
            <a:off x="1127759" y="6423978"/>
            <a:ext cx="5745379" cy="365125"/>
          </a:xfrm>
        </p:spPr>
        <p:txBody>
          <a:bodyPr/>
          <a:lstStyle>
            <a:lvl1pPr>
              <a:defRPr>
                <a:solidFill>
                  <a:srgbClr val="AEA8A2"/>
                </a:solidFill>
              </a:defRPr>
            </a:lvl1pPr>
          </a:lstStyle>
          <a:p>
            <a:r>
              <a:rPr lang="en-US"/>
              <a:t>Copyright © 2025, Oracle and/or its affiliates |  Confidential: Internal/Restricted/Highly Restricted</a:t>
            </a:r>
            <a:endParaRPr lang="en-US" dirty="0"/>
          </a:p>
        </p:txBody>
      </p:sp>
      <p:sp>
        <p:nvSpPr>
          <p:cNvPr id="11" name="Date Placeholder 4">
            <a:extLst>
              <a:ext uri="{FF2B5EF4-FFF2-40B4-BE49-F238E27FC236}">
                <a16:creationId xmlns:a16="http://schemas.microsoft.com/office/drawing/2014/main" id="{2699964F-7EAE-A02B-DAAA-5083B3377FE4}"/>
              </a:ext>
            </a:extLst>
          </p:cNvPr>
          <p:cNvSpPr>
            <a:spLocks noGrp="1"/>
          </p:cNvSpPr>
          <p:nvPr>
            <p:ph type="dt" sz="half" idx="15"/>
          </p:nvPr>
        </p:nvSpPr>
        <p:spPr>
          <a:xfrm>
            <a:off x="6873138" y="6425604"/>
            <a:ext cx="2743200" cy="363500"/>
          </a:xfrm>
        </p:spPr>
        <p:txBody>
          <a:bodyPr/>
          <a:lstStyle>
            <a:lvl1pPr>
              <a:defRPr>
                <a:solidFill>
                  <a:srgbClr val="AEA8A2"/>
                </a:solidFill>
              </a:defRPr>
            </a:lvl1pPr>
          </a:lstStyle>
          <a:p>
            <a:r>
              <a:rPr lang="en-US"/>
              <a:t>[Date]</a:t>
            </a:r>
            <a:endParaRPr lang="en-US" dirty="0"/>
          </a:p>
        </p:txBody>
      </p:sp>
    </p:spTree>
    <p:extLst>
      <p:ext uri="{BB962C8B-B14F-4D97-AF65-F5344CB8AC3E}">
        <p14:creationId xmlns:p14="http://schemas.microsoft.com/office/powerpoint/2010/main" val="2348400431"/>
      </p:ext>
    </p:extLst>
  </p:cSld>
  <p:clrMapOvr>
    <a:overrideClrMapping bg1="dk1" tx1="lt1" bg2="dk2" tx2="lt2" accent1="accent1" accent2="accent2" accent3="accent3" accent4="accent4" accent5="accent5" accent6="accent6" hlink="hlink" folHlink="folHlink"/>
  </p:clrMapOvr>
  <p:transition>
    <p:fade/>
  </p:transition>
</p:sldLayout>
</file>

<file path=ppt/slideLayouts/slideLayout53.xml><?xml version="1.0" encoding="utf-8"?>
<p:sldLayout xmlns:a="http://schemas.openxmlformats.org/drawingml/2006/main" xmlns:r="http://schemas.openxmlformats.org/officeDocument/2006/relationships" xmlns:p="http://schemas.openxmlformats.org/presentationml/2006/main" preserve="1" userDrawn="1">
  <p:cSld name="Light 2 Images and Content">
    <p:bg>
      <p:bgRef idx="1001">
        <a:schemeClr val="bg2"/>
      </p:bgRef>
    </p:bg>
    <p:spTree>
      <p:nvGrpSpPr>
        <p:cNvPr id="1" name=""/>
        <p:cNvGrpSpPr/>
        <p:nvPr/>
      </p:nvGrpSpPr>
      <p:grpSpPr>
        <a:xfrm>
          <a:off x="0" y="0"/>
          <a:ext cx="0" cy="0"/>
          <a:chOff x="0" y="0"/>
          <a:chExt cx="0" cy="0"/>
        </a:xfrm>
      </p:grpSpPr>
      <p:sp>
        <p:nvSpPr>
          <p:cNvPr id="7" name="Title 1">
            <a:extLst>
              <a:ext uri="{FF2B5EF4-FFF2-40B4-BE49-F238E27FC236}">
                <a16:creationId xmlns:a16="http://schemas.microsoft.com/office/drawing/2014/main" id="{CFD4E609-9037-8285-A36E-039E71F8B03C}"/>
              </a:ext>
            </a:extLst>
          </p:cNvPr>
          <p:cNvSpPr>
            <a:spLocks noGrp="1"/>
          </p:cNvSpPr>
          <p:nvPr>
            <p:ph type="title" hasCustomPrompt="1"/>
          </p:nvPr>
        </p:nvSpPr>
        <p:spPr>
          <a:xfrm>
            <a:off x="768875" y="182403"/>
            <a:ext cx="10671048" cy="822960"/>
          </a:xfrm>
        </p:spPr>
        <p:txBody>
          <a:bodyPr/>
          <a:lstStyle>
            <a:lvl1pPr>
              <a:defRPr b="1" i="0">
                <a:latin typeface="Oracle Sans Tab" panose="020B0503020204020204" pitchFamily="34" charset="0"/>
                <a:cs typeface="Oracle Sans Tab" panose="020B0503020204020204" pitchFamily="34" charset="0"/>
              </a:defRPr>
            </a:lvl1pPr>
          </a:lstStyle>
          <a:p>
            <a:r>
              <a:rPr lang="en-US" dirty="0"/>
              <a:t>Title</a:t>
            </a:r>
          </a:p>
        </p:txBody>
      </p:sp>
      <p:sp>
        <p:nvSpPr>
          <p:cNvPr id="8" name="Text Placeholder 5">
            <a:extLst>
              <a:ext uri="{FF2B5EF4-FFF2-40B4-BE49-F238E27FC236}">
                <a16:creationId xmlns:a16="http://schemas.microsoft.com/office/drawing/2014/main" id="{AE8171D6-A364-A377-FFE9-3F53F16263EA}"/>
              </a:ext>
            </a:extLst>
          </p:cNvPr>
          <p:cNvSpPr>
            <a:spLocks noGrp="1"/>
          </p:cNvSpPr>
          <p:nvPr>
            <p:ph type="body" sz="quarter" idx="29"/>
          </p:nvPr>
        </p:nvSpPr>
        <p:spPr>
          <a:xfrm>
            <a:off x="792538" y="4434829"/>
            <a:ext cx="4950147" cy="1291432"/>
          </a:xfrm>
        </p:spPr>
        <p:txBody>
          <a:bodyPr/>
          <a:lstStyle/>
          <a:p>
            <a:pPr lvl="0"/>
            <a:r>
              <a:rPr lang="en-US"/>
              <a:t>Click to edit Master text styles</a:t>
            </a:r>
          </a:p>
          <a:p>
            <a:pPr lvl="1"/>
            <a:r>
              <a:rPr lang="en-US"/>
              <a:t>Second level</a:t>
            </a:r>
          </a:p>
          <a:p>
            <a:pPr lvl="2"/>
            <a:r>
              <a:rPr lang="en-US"/>
              <a:t>Third level</a:t>
            </a:r>
          </a:p>
        </p:txBody>
      </p:sp>
      <p:sp>
        <p:nvSpPr>
          <p:cNvPr id="12" name="Picture Placeholder 12">
            <a:extLst>
              <a:ext uri="{FF2B5EF4-FFF2-40B4-BE49-F238E27FC236}">
                <a16:creationId xmlns:a16="http://schemas.microsoft.com/office/drawing/2014/main" id="{90ACCFB3-5B0B-D6E2-D2BA-F70E9C22E3F7}"/>
              </a:ext>
            </a:extLst>
          </p:cNvPr>
          <p:cNvSpPr>
            <a:spLocks noGrp="1"/>
          </p:cNvSpPr>
          <p:nvPr>
            <p:ph type="pic" sz="quarter" idx="26" hasCustomPrompt="1"/>
          </p:nvPr>
        </p:nvSpPr>
        <p:spPr>
          <a:xfrm>
            <a:off x="795712" y="1616572"/>
            <a:ext cx="4924591" cy="2662745"/>
          </a:xfrm>
          <a:solidFill>
            <a:schemeClr val="bg1">
              <a:alpha val="10000"/>
            </a:schemeClr>
          </a:solidFill>
        </p:spPr>
        <p:txBody>
          <a:bodyPr vert="horz" lIns="91440" tIns="45720" rIns="91440" bIns="45720" rtlCol="0" anchor="ctr" anchorCtr="0">
            <a:normAutofit/>
          </a:bodyPr>
          <a:lstStyle>
            <a:lvl1pPr>
              <a:defRPr lang="en-US">
                <a:solidFill>
                  <a:schemeClr val="tx1"/>
                </a:solidFill>
              </a:defRPr>
            </a:lvl1pPr>
          </a:lstStyle>
          <a:p>
            <a:pPr lvl="0" algn="ctr"/>
            <a:r>
              <a:rPr lang="en-US" dirty="0"/>
              <a:t>Image</a:t>
            </a:r>
          </a:p>
        </p:txBody>
      </p:sp>
      <p:sp>
        <p:nvSpPr>
          <p:cNvPr id="11" name="Text Placeholder 7">
            <a:extLst>
              <a:ext uri="{FF2B5EF4-FFF2-40B4-BE49-F238E27FC236}">
                <a16:creationId xmlns:a16="http://schemas.microsoft.com/office/drawing/2014/main" id="{79E2D9AD-B603-1F6B-F5F3-92A71334B474}"/>
              </a:ext>
            </a:extLst>
          </p:cNvPr>
          <p:cNvSpPr>
            <a:spLocks noGrp="1"/>
          </p:cNvSpPr>
          <p:nvPr>
            <p:ph type="body" sz="quarter" idx="30"/>
          </p:nvPr>
        </p:nvSpPr>
        <p:spPr>
          <a:xfrm>
            <a:off x="6448844" y="4419602"/>
            <a:ext cx="4924747" cy="1280319"/>
          </a:xfrm>
        </p:spPr>
        <p:txBody>
          <a:bodyPr/>
          <a:lstStyle/>
          <a:p>
            <a:pPr lvl="0"/>
            <a:r>
              <a:rPr lang="en-US"/>
              <a:t>Click to edit Master text styles</a:t>
            </a:r>
          </a:p>
          <a:p>
            <a:pPr lvl="1"/>
            <a:r>
              <a:rPr lang="en-US"/>
              <a:t>Second level</a:t>
            </a:r>
          </a:p>
          <a:p>
            <a:pPr lvl="2"/>
            <a:r>
              <a:rPr lang="en-US"/>
              <a:t>Third level</a:t>
            </a:r>
          </a:p>
        </p:txBody>
      </p:sp>
      <p:sp>
        <p:nvSpPr>
          <p:cNvPr id="13" name="Picture Placeholder 12">
            <a:extLst>
              <a:ext uri="{FF2B5EF4-FFF2-40B4-BE49-F238E27FC236}">
                <a16:creationId xmlns:a16="http://schemas.microsoft.com/office/drawing/2014/main" id="{AE9BE660-418D-B00B-4919-F18A26E7CECF}"/>
              </a:ext>
            </a:extLst>
          </p:cNvPr>
          <p:cNvSpPr>
            <a:spLocks noGrp="1"/>
          </p:cNvSpPr>
          <p:nvPr>
            <p:ph type="pic" sz="quarter" idx="27" hasCustomPrompt="1"/>
          </p:nvPr>
        </p:nvSpPr>
        <p:spPr>
          <a:xfrm>
            <a:off x="6411475" y="1601343"/>
            <a:ext cx="4924591" cy="2662745"/>
          </a:xfrm>
          <a:solidFill>
            <a:schemeClr val="bg1">
              <a:alpha val="10000"/>
            </a:schemeClr>
          </a:solidFill>
        </p:spPr>
        <p:txBody>
          <a:bodyPr vert="horz" lIns="91440" tIns="45720" rIns="91440" bIns="45720" rtlCol="0" anchor="ctr" anchorCtr="0">
            <a:normAutofit/>
          </a:bodyPr>
          <a:lstStyle>
            <a:lvl1pPr>
              <a:defRPr lang="en-US">
                <a:solidFill>
                  <a:schemeClr val="tx1"/>
                </a:solidFill>
              </a:defRPr>
            </a:lvl1pPr>
          </a:lstStyle>
          <a:p>
            <a:pPr lvl="0" algn="ctr"/>
            <a:r>
              <a:rPr lang="en-US" dirty="0"/>
              <a:t>Image</a:t>
            </a:r>
          </a:p>
        </p:txBody>
      </p:sp>
      <p:sp>
        <p:nvSpPr>
          <p:cNvPr id="4" name="Slide Number Placeholder 5">
            <a:extLst>
              <a:ext uri="{FF2B5EF4-FFF2-40B4-BE49-F238E27FC236}">
                <a16:creationId xmlns:a16="http://schemas.microsoft.com/office/drawing/2014/main" id="{7567E54F-7B19-8851-B67D-202FB9AC1D6A}"/>
              </a:ext>
            </a:extLst>
          </p:cNvPr>
          <p:cNvSpPr>
            <a:spLocks noGrp="1"/>
          </p:cNvSpPr>
          <p:nvPr>
            <p:ph type="sldNum" sz="quarter" idx="40"/>
          </p:nvPr>
        </p:nvSpPr>
        <p:spPr>
          <a:xfrm>
            <a:off x="762000" y="6423660"/>
            <a:ext cx="365760" cy="365760"/>
          </a:xfrm>
        </p:spPr>
        <p:txBody>
          <a:bodyPr/>
          <a:lstStyle>
            <a:lvl1pPr>
              <a:defRPr>
                <a:solidFill>
                  <a:srgbClr val="8B8580"/>
                </a:solidFill>
              </a:defRPr>
            </a:lvl1pPr>
          </a:lstStyle>
          <a:p>
            <a:fld id="{345D60D9-5372-5F40-9443-0F9AE5BDC3C8}" type="slidenum">
              <a:rPr lang="en-US" smtClean="0"/>
              <a:pPr/>
              <a:t>‹#›</a:t>
            </a:fld>
            <a:endParaRPr lang="en-US" dirty="0"/>
          </a:p>
        </p:txBody>
      </p:sp>
      <p:sp>
        <p:nvSpPr>
          <p:cNvPr id="5" name="Footer Placeholder 4">
            <a:extLst>
              <a:ext uri="{FF2B5EF4-FFF2-40B4-BE49-F238E27FC236}">
                <a16:creationId xmlns:a16="http://schemas.microsoft.com/office/drawing/2014/main" id="{A1778B27-DEA8-9A30-4AED-960974FB3EBC}"/>
              </a:ext>
            </a:extLst>
          </p:cNvPr>
          <p:cNvSpPr>
            <a:spLocks noGrp="1"/>
          </p:cNvSpPr>
          <p:nvPr>
            <p:ph type="ftr" sz="quarter" idx="39"/>
          </p:nvPr>
        </p:nvSpPr>
        <p:spPr>
          <a:xfrm>
            <a:off x="1127759" y="6423978"/>
            <a:ext cx="5745379" cy="365125"/>
          </a:xfrm>
        </p:spPr>
        <p:txBody>
          <a:bodyPr/>
          <a:lstStyle>
            <a:lvl1pPr>
              <a:defRPr>
                <a:solidFill>
                  <a:srgbClr val="8B8580"/>
                </a:solidFill>
              </a:defRPr>
            </a:lvl1pPr>
          </a:lstStyle>
          <a:p>
            <a:r>
              <a:rPr lang="en-US"/>
              <a:t>Copyright © 2025, Oracle and/or its affiliates |  Confidential: Internal/Restricted/Highly Restricted</a:t>
            </a:r>
            <a:endParaRPr lang="en-US" dirty="0"/>
          </a:p>
        </p:txBody>
      </p:sp>
      <p:sp>
        <p:nvSpPr>
          <p:cNvPr id="6" name="Date Placeholder 3">
            <a:extLst>
              <a:ext uri="{FF2B5EF4-FFF2-40B4-BE49-F238E27FC236}">
                <a16:creationId xmlns:a16="http://schemas.microsoft.com/office/drawing/2014/main" id="{333856E5-8C5E-2CF5-6E7E-97C9C55734DC}"/>
              </a:ext>
            </a:extLst>
          </p:cNvPr>
          <p:cNvSpPr>
            <a:spLocks noGrp="1"/>
          </p:cNvSpPr>
          <p:nvPr>
            <p:ph type="dt" sz="half" idx="38"/>
          </p:nvPr>
        </p:nvSpPr>
        <p:spPr>
          <a:xfrm>
            <a:off x="6873138" y="6425604"/>
            <a:ext cx="2743200" cy="363500"/>
          </a:xfrm>
        </p:spPr>
        <p:txBody>
          <a:bodyPr/>
          <a:lstStyle>
            <a:lvl1pPr>
              <a:defRPr>
                <a:solidFill>
                  <a:srgbClr val="8B8580"/>
                </a:solidFill>
              </a:defRPr>
            </a:lvl1pPr>
          </a:lstStyle>
          <a:p>
            <a:r>
              <a:rPr lang="en-US"/>
              <a:t>[Date]</a:t>
            </a:r>
            <a:endParaRPr lang="en-US" dirty="0"/>
          </a:p>
        </p:txBody>
      </p:sp>
    </p:spTree>
    <p:extLst>
      <p:ext uri="{BB962C8B-B14F-4D97-AF65-F5344CB8AC3E}">
        <p14:creationId xmlns:p14="http://schemas.microsoft.com/office/powerpoint/2010/main" val="1324644483"/>
      </p:ext>
    </p:extLst>
  </p:cSld>
  <p:clrMapOvr>
    <a:overrideClrMapping bg1="lt1" tx1="dk1" bg2="lt2" tx2="dk2" accent1="accent1" accent2="accent2" accent3="accent3" accent4="accent4" accent5="accent5" accent6="accent6" hlink="hlink" folHlink="folHlink"/>
  </p:clrMapOvr>
  <p:transition>
    <p:fade/>
  </p:transition>
</p:sldLayout>
</file>

<file path=ppt/slideLayouts/slideLayout54.xml><?xml version="1.0" encoding="utf-8"?>
<p:sldLayout xmlns:a="http://schemas.openxmlformats.org/drawingml/2006/main" xmlns:r="http://schemas.openxmlformats.org/officeDocument/2006/relationships" xmlns:p="http://schemas.openxmlformats.org/presentationml/2006/main" preserve="1" userDrawn="1">
  <p:cSld name="Light - Bold Statement with Photo half">
    <p:bg>
      <p:bgRef idx="1001">
        <a:schemeClr val="bg2"/>
      </p:bgRef>
    </p:bg>
    <p:spTree>
      <p:nvGrpSpPr>
        <p:cNvPr id="1" name=""/>
        <p:cNvGrpSpPr/>
        <p:nvPr/>
      </p:nvGrpSpPr>
      <p:grpSpPr>
        <a:xfrm>
          <a:off x="0" y="0"/>
          <a:ext cx="0" cy="0"/>
          <a:chOff x="0" y="0"/>
          <a:chExt cx="0" cy="0"/>
        </a:xfrm>
      </p:grpSpPr>
      <p:sp>
        <p:nvSpPr>
          <p:cNvPr id="3" name="Slide Number Placeholder 5">
            <a:extLst>
              <a:ext uri="{FF2B5EF4-FFF2-40B4-BE49-F238E27FC236}">
                <a16:creationId xmlns:a16="http://schemas.microsoft.com/office/drawing/2014/main" id="{BBB52B87-4D2F-759F-F825-1D8452D5364F}"/>
              </a:ext>
            </a:extLst>
          </p:cNvPr>
          <p:cNvSpPr>
            <a:spLocks noGrp="1"/>
          </p:cNvSpPr>
          <p:nvPr>
            <p:ph type="sldNum" sz="quarter" idx="40"/>
          </p:nvPr>
        </p:nvSpPr>
        <p:spPr>
          <a:xfrm>
            <a:off x="762000" y="6423660"/>
            <a:ext cx="365760" cy="365760"/>
          </a:xfrm>
        </p:spPr>
        <p:txBody>
          <a:bodyPr/>
          <a:lstStyle>
            <a:lvl1pPr>
              <a:defRPr>
                <a:solidFill>
                  <a:srgbClr val="8B8580"/>
                </a:solidFill>
              </a:defRPr>
            </a:lvl1pPr>
          </a:lstStyle>
          <a:p>
            <a:fld id="{345D60D9-5372-5F40-9443-0F9AE5BDC3C8}" type="slidenum">
              <a:rPr lang="en-US" smtClean="0"/>
              <a:pPr/>
              <a:t>‹#›</a:t>
            </a:fld>
            <a:endParaRPr lang="en-US" dirty="0"/>
          </a:p>
        </p:txBody>
      </p:sp>
      <p:sp>
        <p:nvSpPr>
          <p:cNvPr id="5" name="Footer Placeholder 4">
            <a:extLst>
              <a:ext uri="{FF2B5EF4-FFF2-40B4-BE49-F238E27FC236}">
                <a16:creationId xmlns:a16="http://schemas.microsoft.com/office/drawing/2014/main" id="{911B1AB9-997E-5411-2C56-8A3EC02DD499}"/>
              </a:ext>
            </a:extLst>
          </p:cNvPr>
          <p:cNvSpPr>
            <a:spLocks noGrp="1"/>
          </p:cNvSpPr>
          <p:nvPr>
            <p:ph type="ftr" sz="quarter" idx="39"/>
          </p:nvPr>
        </p:nvSpPr>
        <p:spPr>
          <a:xfrm>
            <a:off x="1127759" y="6423978"/>
            <a:ext cx="5745379" cy="365125"/>
          </a:xfrm>
        </p:spPr>
        <p:txBody>
          <a:bodyPr/>
          <a:lstStyle>
            <a:lvl1pPr>
              <a:defRPr>
                <a:solidFill>
                  <a:srgbClr val="8B8580"/>
                </a:solidFill>
              </a:defRPr>
            </a:lvl1pPr>
          </a:lstStyle>
          <a:p>
            <a:r>
              <a:rPr lang="en-US"/>
              <a:t>Copyright © 2025, Oracle and/or its affiliates |  Confidential: Internal/Restricted/Highly Restricted</a:t>
            </a:r>
            <a:endParaRPr lang="en-US" dirty="0"/>
          </a:p>
        </p:txBody>
      </p:sp>
      <p:sp>
        <p:nvSpPr>
          <p:cNvPr id="6" name="Date Placeholder 3">
            <a:extLst>
              <a:ext uri="{FF2B5EF4-FFF2-40B4-BE49-F238E27FC236}">
                <a16:creationId xmlns:a16="http://schemas.microsoft.com/office/drawing/2014/main" id="{434C0960-AEC7-0B85-1E58-B54E51F0ECD4}"/>
              </a:ext>
            </a:extLst>
          </p:cNvPr>
          <p:cNvSpPr>
            <a:spLocks noGrp="1"/>
          </p:cNvSpPr>
          <p:nvPr>
            <p:ph type="dt" sz="half" idx="41"/>
          </p:nvPr>
        </p:nvSpPr>
        <p:spPr>
          <a:xfrm>
            <a:off x="6873138" y="6425604"/>
            <a:ext cx="2743200" cy="363500"/>
          </a:xfrm>
        </p:spPr>
        <p:txBody>
          <a:bodyPr/>
          <a:lstStyle>
            <a:lvl1pPr>
              <a:defRPr>
                <a:solidFill>
                  <a:srgbClr val="8B8580"/>
                </a:solidFill>
              </a:defRPr>
            </a:lvl1pPr>
          </a:lstStyle>
          <a:p>
            <a:r>
              <a:rPr lang="en-US"/>
              <a:t>[Date]</a:t>
            </a:r>
            <a:endParaRPr lang="en-US" dirty="0"/>
          </a:p>
        </p:txBody>
      </p:sp>
      <p:sp>
        <p:nvSpPr>
          <p:cNvPr id="4" name="Picture Placeholder 17">
            <a:extLst>
              <a:ext uri="{FF2B5EF4-FFF2-40B4-BE49-F238E27FC236}">
                <a16:creationId xmlns:a16="http://schemas.microsoft.com/office/drawing/2014/main" id="{E05D35C0-2DAC-3332-CC0D-3198C85F0FCC}"/>
              </a:ext>
            </a:extLst>
          </p:cNvPr>
          <p:cNvSpPr>
            <a:spLocks noGrp="1"/>
          </p:cNvSpPr>
          <p:nvPr>
            <p:ph type="pic" sz="quarter" idx="11" hasCustomPrompt="1"/>
          </p:nvPr>
        </p:nvSpPr>
        <p:spPr>
          <a:xfrm>
            <a:off x="6096000" y="0"/>
            <a:ext cx="6096000" cy="6858000"/>
          </a:xfrm>
          <a:solidFill>
            <a:schemeClr val="tx1"/>
          </a:solidFill>
        </p:spPr>
        <p:txBody>
          <a:bodyPr lIns="72000" tIns="72000" rIns="0"/>
          <a:lstStyle>
            <a:lvl1pPr algn="ctr">
              <a:defRPr sz="1400" b="0" i="0">
                <a:solidFill>
                  <a:schemeClr val="bg1"/>
                </a:solidFill>
                <a:latin typeface="Oracle Sans Light" panose="020B0403020204020204" pitchFamily="34" charset="0"/>
                <a:cs typeface="Oracle Sans Light" panose="020B0403020204020204" pitchFamily="34" charset="0"/>
              </a:defRPr>
            </a:lvl1pPr>
          </a:lstStyle>
          <a:p>
            <a:r>
              <a:rPr lang="en-US" dirty="0"/>
              <a:t>Click icon to add illustration</a:t>
            </a:r>
          </a:p>
        </p:txBody>
      </p:sp>
      <p:sp>
        <p:nvSpPr>
          <p:cNvPr id="2" name="Title 1">
            <a:extLst>
              <a:ext uri="{FF2B5EF4-FFF2-40B4-BE49-F238E27FC236}">
                <a16:creationId xmlns:a16="http://schemas.microsoft.com/office/drawing/2014/main" id="{EBB5018F-8341-A0A7-3798-BB6D386BF6AE}"/>
              </a:ext>
            </a:extLst>
          </p:cNvPr>
          <p:cNvSpPr>
            <a:spLocks noGrp="1"/>
          </p:cNvSpPr>
          <p:nvPr>
            <p:ph type="title"/>
          </p:nvPr>
        </p:nvSpPr>
        <p:spPr>
          <a:xfrm>
            <a:off x="768875" y="3017520"/>
            <a:ext cx="4595613" cy="822960"/>
          </a:xfrm>
        </p:spPr>
        <p:txBody>
          <a:bodyPr anchor="ctr"/>
          <a:lstStyle>
            <a:lvl1pPr>
              <a:defRPr>
                <a:solidFill>
                  <a:schemeClr val="tx1"/>
                </a:solidFill>
              </a:defRPr>
            </a:lvl1pPr>
          </a:lstStyle>
          <a:p>
            <a:r>
              <a:rPr lang="en-US"/>
              <a:t>Click to edit Master title style</a:t>
            </a:r>
            <a:endParaRPr lang="en-US" dirty="0"/>
          </a:p>
        </p:txBody>
      </p:sp>
    </p:spTree>
    <p:extLst>
      <p:ext uri="{BB962C8B-B14F-4D97-AF65-F5344CB8AC3E}">
        <p14:creationId xmlns:p14="http://schemas.microsoft.com/office/powerpoint/2010/main" val="1344309474"/>
      </p:ext>
    </p:extLst>
  </p:cSld>
  <p:clrMapOvr>
    <a:overrideClrMapping bg1="lt1" tx1="dk1" bg2="lt2" tx2="dk2" accent1="accent1" accent2="accent2" accent3="accent3" accent4="accent4" accent5="accent5" accent6="accent6" hlink="hlink" folHlink="folHlink"/>
  </p:clrMapOvr>
  <p:transition>
    <p:fade/>
  </p:transition>
</p:sldLayout>
</file>

<file path=ppt/slideLayouts/slideLayout55.xml><?xml version="1.0" encoding="utf-8"?>
<p:sldLayout xmlns:a="http://schemas.openxmlformats.org/drawingml/2006/main" xmlns:r="http://schemas.openxmlformats.org/officeDocument/2006/relationships" xmlns:p="http://schemas.openxmlformats.org/presentationml/2006/main" preserve="1" userDrawn="1">
  <p:cSld name="Mission Statement">
    <p:spTree>
      <p:nvGrpSpPr>
        <p:cNvPr id="1" name=""/>
        <p:cNvGrpSpPr/>
        <p:nvPr/>
      </p:nvGrpSpPr>
      <p:grpSpPr>
        <a:xfrm>
          <a:off x="0" y="0"/>
          <a:ext cx="0" cy="0"/>
          <a:chOff x="0" y="0"/>
          <a:chExt cx="0" cy="0"/>
        </a:xfrm>
      </p:grpSpPr>
      <p:pic>
        <p:nvPicPr>
          <p:cNvPr id="4" name="Illustration">
            <a:extLst>
              <a:ext uri="{FF2B5EF4-FFF2-40B4-BE49-F238E27FC236}">
                <a16:creationId xmlns:a16="http://schemas.microsoft.com/office/drawing/2014/main" id="{7F6A0B0D-9890-B044-B4D0-946D1FDB962D}"/>
              </a:ext>
              <a:ext uri="{C183D7F6-B498-43B3-948B-1728B52AA6E4}">
                <adec:decorative xmlns:adec="http://schemas.microsoft.com/office/drawing/2017/decorative" val="1"/>
              </a:ext>
            </a:extLst>
          </p:cNvPr>
          <p:cNvPicPr>
            <a:picLocks noChangeAspect="1"/>
          </p:cNvPicPr>
          <p:nvPr userDrawn="1"/>
        </p:nvPicPr>
        <p:blipFill rotWithShape="1">
          <a:blip r:embed="rId2" cstate="screen">
            <a:extLst>
              <a:ext uri="{28A0092B-C50C-407E-A947-70E740481C1C}">
                <a14:useLocalDpi xmlns:a14="http://schemas.microsoft.com/office/drawing/2010/main"/>
              </a:ext>
            </a:extLst>
          </a:blip>
          <a:srcRect/>
          <a:stretch/>
        </p:blipFill>
        <p:spPr bwMode="invGray">
          <a:xfrm>
            <a:off x="0" y="0"/>
            <a:ext cx="12192000" cy="6858000"/>
          </a:xfrm>
          <a:prstGeom prst="rect">
            <a:avLst/>
          </a:prstGeom>
        </p:spPr>
      </p:pic>
      <p:sp>
        <p:nvSpPr>
          <p:cNvPr id="5" name="TextBox 4">
            <a:extLst>
              <a:ext uri="{FF2B5EF4-FFF2-40B4-BE49-F238E27FC236}">
                <a16:creationId xmlns:a16="http://schemas.microsoft.com/office/drawing/2014/main" id="{1138CAED-6966-416F-96DE-48D3061CAD63}"/>
              </a:ext>
            </a:extLst>
          </p:cNvPr>
          <p:cNvSpPr txBox="1"/>
          <p:nvPr userDrawn="1"/>
        </p:nvSpPr>
        <p:spPr>
          <a:xfrm>
            <a:off x="768876" y="1828800"/>
            <a:ext cx="6407244" cy="2279335"/>
          </a:xfrm>
          <a:prstGeom prst="rect">
            <a:avLst/>
          </a:prstGeom>
        </p:spPr>
        <p:txBody>
          <a:bodyPr vert="horz" lIns="0" tIns="0" rIns="0" bIns="0" rtlCol="0" anchor="b">
            <a:noAutofit/>
          </a:bodyPr>
          <a:lstStyle>
            <a:lvl1pPr>
              <a:lnSpc>
                <a:spcPct val="100000"/>
              </a:lnSpc>
              <a:spcBef>
                <a:spcPct val="0"/>
              </a:spcBef>
              <a:buNone/>
              <a:defRPr lang="en-US" sz="3000" b="0" i="0" baseline="0" dirty="0">
                <a:latin typeface="+mj-lt"/>
                <a:cs typeface="+mj-cs"/>
              </a:defRPr>
            </a:lvl1pPr>
          </a:lstStyle>
          <a:p>
            <a:pPr lvl="0"/>
            <a:r>
              <a:rPr lang="en-US" b="0" i="0" dirty="0">
                <a:latin typeface="Oracle Sans Tab" panose="020B0503020204020204" pitchFamily="34" charset="0"/>
              </a:rPr>
              <a:t>Our mission is to help people see data in new ways, discover insights,</a:t>
            </a:r>
            <a:br>
              <a:rPr lang="en-US" b="0" i="0" dirty="0">
                <a:latin typeface="Oracle Sans Tab" panose="020B0503020204020204" pitchFamily="34" charset="0"/>
              </a:rPr>
            </a:br>
            <a:r>
              <a:rPr lang="en-US" b="0" i="0" dirty="0">
                <a:latin typeface="Oracle Sans Tab" panose="020B0503020204020204" pitchFamily="34" charset="0"/>
              </a:rPr>
              <a:t>unlock endless possibilities.</a:t>
            </a:r>
          </a:p>
        </p:txBody>
      </p:sp>
    </p:spTree>
    <p:extLst>
      <p:ext uri="{BB962C8B-B14F-4D97-AF65-F5344CB8AC3E}">
        <p14:creationId xmlns:p14="http://schemas.microsoft.com/office/powerpoint/2010/main" val="3593843445"/>
      </p:ext>
    </p:extLst>
  </p:cSld>
  <p:clrMapOvr>
    <a:overrideClrMapping bg1="dk1" tx1="lt1" bg2="dk2" tx2="lt2" accent1="accent1" accent2="accent2" accent3="accent3" accent4="accent4" accent5="accent5" accent6="accent6" hlink="hlink" folHlink="folHlink"/>
  </p:clrMapOvr>
  <p:transition>
    <p:fade/>
  </p:transition>
</p:sldLayout>
</file>

<file path=ppt/slideLayouts/slideLayout56.xml><?xml version="1.0" encoding="utf-8"?>
<p:sldLayout xmlns:a="http://schemas.openxmlformats.org/drawingml/2006/main" xmlns:r="http://schemas.openxmlformats.org/officeDocument/2006/relationships" xmlns:p="http://schemas.openxmlformats.org/presentationml/2006/main" preserve="1">
  <p:cSld name="Light - Closing Slide">
    <p:spTree>
      <p:nvGrpSpPr>
        <p:cNvPr id="1" name=""/>
        <p:cNvGrpSpPr/>
        <p:nvPr/>
      </p:nvGrpSpPr>
      <p:grpSpPr>
        <a:xfrm>
          <a:off x="0" y="0"/>
          <a:ext cx="0" cy="0"/>
          <a:chOff x="0" y="0"/>
          <a:chExt cx="0" cy="0"/>
        </a:xfrm>
      </p:grpSpPr>
      <p:pic>
        <p:nvPicPr>
          <p:cNvPr id="2" name="Oracle Logo" descr="Oracle Logo">
            <a:extLst>
              <a:ext uri="{FF2B5EF4-FFF2-40B4-BE49-F238E27FC236}">
                <a16:creationId xmlns:a16="http://schemas.microsoft.com/office/drawing/2014/main" id="{65E5B106-857C-3950-B28D-EF7037F2162A}"/>
              </a:ext>
            </a:extLst>
          </p:cNvPr>
          <p:cNvPicPr>
            <a:picLocks noChangeAspect="1"/>
          </p:cNvPicPr>
          <p:nvPr userDrawn="1"/>
        </p:nvPicPr>
        <p:blipFill>
          <a:blip r:embed="rId2">
            <a:extLst>
              <a:ext uri="{28A0092B-C50C-407E-A947-70E740481C1C}">
                <a14:useLocalDpi xmlns:a14="http://schemas.microsoft.com/office/drawing/2010/main"/>
              </a:ext>
              <a:ext uri="{96DAC541-7B7A-43D3-8B79-37D633B846F1}">
                <asvg:svgBlip xmlns:asvg="http://schemas.microsoft.com/office/drawing/2016/SVG/main" r:embed="rId3"/>
              </a:ext>
            </a:extLst>
          </a:blip>
          <a:srcRect/>
          <a:stretch/>
        </p:blipFill>
        <p:spPr bwMode="invGray">
          <a:xfrm>
            <a:off x="4043835" y="2998299"/>
            <a:ext cx="4104330" cy="861403"/>
          </a:xfrm>
          <a:prstGeom prst="rect">
            <a:avLst/>
          </a:prstGeom>
        </p:spPr>
      </p:pic>
    </p:spTree>
    <p:extLst>
      <p:ext uri="{BB962C8B-B14F-4D97-AF65-F5344CB8AC3E}">
        <p14:creationId xmlns:p14="http://schemas.microsoft.com/office/powerpoint/2010/main" val="3899529805"/>
      </p:ext>
    </p:extLst>
  </p:cSld>
  <p:clrMapOvr>
    <a:masterClrMapping/>
  </p:clrMapOvr>
  <p:transition>
    <p:fade/>
  </p:transition>
</p:sldLayout>
</file>

<file path=ppt/slideLayouts/slideLayout57.xml><?xml version="1.0" encoding="utf-8"?>
<p:sldLayout xmlns:a="http://schemas.openxmlformats.org/drawingml/2006/main" xmlns:r="http://schemas.openxmlformats.org/officeDocument/2006/relationships" xmlns:p="http://schemas.openxmlformats.org/presentationml/2006/main" preserve="1">
  <p:cSld name="Dark - Closing Slide">
    <p:bg>
      <p:bgRef idx="1001">
        <a:schemeClr val="bg1"/>
      </p:bgRef>
    </p:bg>
    <p:spTree>
      <p:nvGrpSpPr>
        <p:cNvPr id="1" name=""/>
        <p:cNvGrpSpPr/>
        <p:nvPr/>
      </p:nvGrpSpPr>
      <p:grpSpPr>
        <a:xfrm>
          <a:off x="0" y="0"/>
          <a:ext cx="0" cy="0"/>
          <a:chOff x="0" y="0"/>
          <a:chExt cx="0" cy="0"/>
        </a:xfrm>
      </p:grpSpPr>
      <p:pic>
        <p:nvPicPr>
          <p:cNvPr id="4" name="Oracle Logo" descr="Oracle Logo">
            <a:extLst>
              <a:ext uri="{FF2B5EF4-FFF2-40B4-BE49-F238E27FC236}">
                <a16:creationId xmlns:a16="http://schemas.microsoft.com/office/drawing/2014/main" id="{11C3E469-1A28-4EAE-BB94-ADAB90F021AE}"/>
              </a:ext>
            </a:extLst>
          </p:cNvPr>
          <p:cNvPicPr>
            <a:picLocks noChangeAspect="1"/>
          </p:cNvPicPr>
          <p:nvPr userDrawn="1"/>
        </p:nvPicPr>
        <p:blipFill>
          <a:blip r:embed="rId2">
            <a:extLst>
              <a:ext uri="{28A0092B-C50C-407E-A947-70E740481C1C}">
                <a14:useLocalDpi xmlns:a14="http://schemas.microsoft.com/office/drawing/2010/main"/>
              </a:ext>
              <a:ext uri="{96DAC541-7B7A-43D3-8B79-37D633B846F1}">
                <asvg:svgBlip xmlns:asvg="http://schemas.microsoft.com/office/drawing/2016/SVG/main" r:embed="rId3"/>
              </a:ext>
            </a:extLst>
          </a:blip>
          <a:srcRect/>
          <a:stretch/>
        </p:blipFill>
        <p:spPr bwMode="invGray">
          <a:xfrm>
            <a:off x="4043835" y="2998299"/>
            <a:ext cx="4104330" cy="861403"/>
          </a:xfrm>
          <a:prstGeom prst="rect">
            <a:avLst/>
          </a:prstGeom>
        </p:spPr>
      </p:pic>
    </p:spTree>
    <p:extLst>
      <p:ext uri="{BB962C8B-B14F-4D97-AF65-F5344CB8AC3E}">
        <p14:creationId xmlns:p14="http://schemas.microsoft.com/office/powerpoint/2010/main" val="396768968"/>
      </p:ext>
    </p:extLst>
  </p:cSld>
  <p:clrMapOvr>
    <a:overrideClrMapping bg1="dk1" tx1="lt1" bg2="dk2" tx2="lt2" accent1="accent1" accent2="accent2" accent3="accent3" accent4="accent4" accent5="accent5" accent6="accent6" hlink="hlink" folHlink="folHlink"/>
  </p:clrMapOvr>
  <p:transition>
    <p:fade/>
  </p:transition>
</p:sldLayout>
</file>

<file path=ppt/slideLayouts/slideLayout58.xml><?xml version="1.0" encoding="utf-8"?>
<p:sldLayout xmlns:a="http://schemas.openxmlformats.org/drawingml/2006/main" xmlns:r="http://schemas.openxmlformats.org/officeDocument/2006/relationships" xmlns:p="http://schemas.openxmlformats.org/presentationml/2006/main" type="obj">
  <p:cSld name="Title and Conten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9BF1BF28-7807-5752-A053-EB424AC0E5EB}"/>
              </a:ext>
            </a:extLst>
          </p:cNvPr>
          <p:cNvSpPr>
            <a:spLocks noGrp="1"/>
          </p:cNvSpPr>
          <p:nvPr>
            <p:ph type="title"/>
          </p:nvPr>
        </p:nvSpPr>
        <p:spPr/>
        <p:txBody>
          <a:bodyPr/>
          <a:lstStyle/>
          <a:p>
            <a:r>
              <a:rPr lang="en-US"/>
              <a:t>Click to edit Master title style</a:t>
            </a:r>
          </a:p>
        </p:txBody>
      </p:sp>
      <p:sp>
        <p:nvSpPr>
          <p:cNvPr id="3" name="Content Placeholder 2">
            <a:extLst>
              <a:ext uri="{FF2B5EF4-FFF2-40B4-BE49-F238E27FC236}">
                <a16:creationId xmlns:a16="http://schemas.microsoft.com/office/drawing/2014/main" id="{60A1EBD4-8E86-C6DC-D04E-E1938896C634}"/>
              </a:ext>
            </a:extLst>
          </p:cNvPr>
          <p:cNvSpPr>
            <a:spLocks noGrp="1"/>
          </p:cNvSpPr>
          <p:nvPr>
            <p:ph idx="1"/>
          </p:nvPr>
        </p:nvSpPr>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a:extLst>
              <a:ext uri="{FF2B5EF4-FFF2-40B4-BE49-F238E27FC236}">
                <a16:creationId xmlns:a16="http://schemas.microsoft.com/office/drawing/2014/main" id="{C81818C6-147D-2095-82FE-1CB34A4F99D1}"/>
              </a:ext>
            </a:extLst>
          </p:cNvPr>
          <p:cNvSpPr>
            <a:spLocks noGrp="1"/>
          </p:cNvSpPr>
          <p:nvPr>
            <p:ph type="dt" sz="half" idx="10"/>
          </p:nvPr>
        </p:nvSpPr>
        <p:spPr/>
        <p:txBody>
          <a:bodyPr/>
          <a:lstStyle/>
          <a:p>
            <a:fld id="{ADBB45CF-7690-4CF8-AD57-8AE65965B902}" type="datetimeFigureOut">
              <a:rPr lang="en-US" smtClean="0"/>
              <a:t>5/13/2025</a:t>
            </a:fld>
            <a:endParaRPr lang="en-US"/>
          </a:p>
        </p:txBody>
      </p:sp>
      <p:sp>
        <p:nvSpPr>
          <p:cNvPr id="5" name="Footer Placeholder 4">
            <a:extLst>
              <a:ext uri="{FF2B5EF4-FFF2-40B4-BE49-F238E27FC236}">
                <a16:creationId xmlns:a16="http://schemas.microsoft.com/office/drawing/2014/main" id="{93D61F17-8FE1-88E7-6EB5-6979AEBB00A4}"/>
              </a:ext>
            </a:extLst>
          </p:cNvPr>
          <p:cNvSpPr>
            <a:spLocks noGrp="1"/>
          </p:cNvSpPr>
          <p:nvPr>
            <p:ph type="ftr" sz="quarter" idx="11"/>
          </p:nvPr>
        </p:nvSpPr>
        <p:spPr/>
        <p:txBody>
          <a:bodyPr/>
          <a:lstStyle/>
          <a:p>
            <a:endParaRPr lang="en-US"/>
          </a:p>
        </p:txBody>
      </p:sp>
      <p:sp>
        <p:nvSpPr>
          <p:cNvPr id="6" name="Slide Number Placeholder 5">
            <a:extLst>
              <a:ext uri="{FF2B5EF4-FFF2-40B4-BE49-F238E27FC236}">
                <a16:creationId xmlns:a16="http://schemas.microsoft.com/office/drawing/2014/main" id="{B4C6B4C7-5D04-7970-D5B0-725E97C98C16}"/>
              </a:ext>
            </a:extLst>
          </p:cNvPr>
          <p:cNvSpPr>
            <a:spLocks noGrp="1"/>
          </p:cNvSpPr>
          <p:nvPr>
            <p:ph type="sldNum" sz="quarter" idx="12"/>
          </p:nvPr>
        </p:nvSpPr>
        <p:spPr/>
        <p:txBody>
          <a:bodyPr/>
          <a:lstStyle/>
          <a:p>
            <a:fld id="{81D0C041-CFC2-4AC5-8C04-2542AFBAE467}" type="slidenum">
              <a:rPr lang="en-US" smtClean="0"/>
              <a:t>‹#›</a:t>
            </a:fld>
            <a:endParaRPr lang="en-US"/>
          </a:p>
        </p:txBody>
      </p:sp>
    </p:spTree>
    <p:extLst>
      <p:ext uri="{BB962C8B-B14F-4D97-AF65-F5344CB8AC3E}">
        <p14:creationId xmlns:p14="http://schemas.microsoft.com/office/powerpoint/2010/main" val="347335926"/>
      </p:ext>
    </p:extLst>
  </p:cSld>
  <p:clrMapOvr>
    <a:masterClrMapping/>
  </p:clrMapOvr>
</p:sldLayout>
</file>

<file path=ppt/slideLayouts/slideLayout59.xml><?xml version="1.0" encoding="utf-8"?>
<p:sldLayout xmlns:a="http://schemas.openxmlformats.org/drawingml/2006/main" xmlns:r="http://schemas.openxmlformats.org/officeDocument/2006/relationships" xmlns:p="http://schemas.openxmlformats.org/presentationml/2006/main" userDrawn="1">
  <p:cSld name="Full Page - Illustration 2 Light">
    <p:bg>
      <p:bgPr>
        <a:solidFill>
          <a:schemeClr val="bg1"/>
        </a:solidFill>
        <a:effectLst/>
      </p:bgPr>
    </p:bg>
    <p:spTree>
      <p:nvGrpSpPr>
        <p:cNvPr id="1" name=""/>
        <p:cNvGrpSpPr/>
        <p:nvPr/>
      </p:nvGrpSpPr>
      <p:grpSpPr>
        <a:xfrm>
          <a:off x="0" y="0"/>
          <a:ext cx="0" cy="0"/>
          <a:chOff x="0" y="0"/>
          <a:chExt cx="0" cy="0"/>
        </a:xfrm>
      </p:grpSpPr>
      <p:pic>
        <p:nvPicPr>
          <p:cNvPr id="4" name="Picture Placeholder 13">
            <a:extLst>
              <a:ext uri="{FF2B5EF4-FFF2-40B4-BE49-F238E27FC236}">
                <a16:creationId xmlns:a16="http://schemas.microsoft.com/office/drawing/2014/main" id="{0C5E6ADA-5126-3BC8-5534-B72650FEFE1D}"/>
              </a:ext>
            </a:extLst>
          </p:cNvPr>
          <p:cNvPicPr>
            <a:picLocks noChangeAspect="1"/>
          </p:cNvPicPr>
          <p:nvPr userDrawn="1"/>
        </p:nvPicPr>
        <p:blipFill>
          <a:blip r:embed="rId2" cstate="screen">
            <a:extLst>
              <a:ext uri="{28A0092B-C50C-407E-A947-70E740481C1C}">
                <a14:useLocalDpi xmlns:a14="http://schemas.microsoft.com/office/drawing/2010/main"/>
              </a:ext>
            </a:extLst>
          </a:blip>
          <a:srcRect l="1585" t="1350" r="68162" b="44566"/>
          <a:stretch/>
        </p:blipFill>
        <p:spPr>
          <a:xfrm flipH="1" flipV="1">
            <a:off x="0" y="1851886"/>
            <a:ext cx="4978400" cy="5006114"/>
          </a:xfrm>
          <a:prstGeom prst="rect">
            <a:avLst/>
          </a:prstGeom>
        </p:spPr>
      </p:pic>
      <p:pic>
        <p:nvPicPr>
          <p:cNvPr id="2" name="Picture Placeholder 13">
            <a:extLst>
              <a:ext uri="{FF2B5EF4-FFF2-40B4-BE49-F238E27FC236}">
                <a16:creationId xmlns:a16="http://schemas.microsoft.com/office/drawing/2014/main" id="{97CD22A6-C1C7-1EEF-6EB1-EDBFE942D715}"/>
              </a:ext>
            </a:extLst>
          </p:cNvPr>
          <p:cNvPicPr>
            <a:picLocks noChangeAspect="1"/>
          </p:cNvPicPr>
          <p:nvPr userDrawn="1"/>
        </p:nvPicPr>
        <p:blipFill>
          <a:blip r:embed="rId2" cstate="screen">
            <a:extLst>
              <a:ext uri="{28A0092B-C50C-407E-A947-70E740481C1C}">
                <a14:useLocalDpi xmlns:a14="http://schemas.microsoft.com/office/drawing/2010/main"/>
              </a:ext>
            </a:extLst>
          </a:blip>
          <a:srcRect l="60000" t="54515"/>
          <a:stretch/>
        </p:blipFill>
        <p:spPr>
          <a:xfrm flipV="1">
            <a:off x="6438900" y="-1"/>
            <a:ext cx="5753099" cy="3679839"/>
          </a:xfrm>
          <a:prstGeom prst="rect">
            <a:avLst/>
          </a:prstGeom>
        </p:spPr>
      </p:pic>
      <p:sp>
        <p:nvSpPr>
          <p:cNvPr id="6" name="Title 1">
            <a:extLst>
              <a:ext uri="{FF2B5EF4-FFF2-40B4-BE49-F238E27FC236}">
                <a16:creationId xmlns:a16="http://schemas.microsoft.com/office/drawing/2014/main" id="{F18D6510-346E-3ABF-D6EF-3B14CA3EDB20}"/>
              </a:ext>
            </a:extLst>
          </p:cNvPr>
          <p:cNvSpPr>
            <a:spLocks noGrp="1"/>
          </p:cNvSpPr>
          <p:nvPr>
            <p:ph type="title" hasCustomPrompt="1"/>
          </p:nvPr>
        </p:nvSpPr>
        <p:spPr>
          <a:xfrm>
            <a:off x="543559" y="797786"/>
            <a:ext cx="11115040" cy="365125"/>
          </a:xfrm>
          <a:prstGeom prst="rect">
            <a:avLst/>
          </a:prstGeom>
        </p:spPr>
        <p:txBody>
          <a:bodyPr lIns="0" anchor="t"/>
          <a:lstStyle>
            <a:lvl1pPr>
              <a:lnSpc>
                <a:spcPts val="2800"/>
              </a:lnSpc>
              <a:defRPr sz="2500" b="1" i="0">
                <a:solidFill>
                  <a:schemeClr val="tx2"/>
                </a:solidFill>
                <a:latin typeface="Oracle Sans Extra Bold" panose="020B0503020204020204" pitchFamily="34" charset="0"/>
                <a:cs typeface="Oracle Sans Extra Bold" panose="020B0503020204020204" pitchFamily="34" charset="0"/>
              </a:defRPr>
            </a:lvl1pPr>
          </a:lstStyle>
          <a:p>
            <a:r>
              <a:rPr lang="en-US"/>
              <a:t>Main topic here – One line</a:t>
            </a:r>
          </a:p>
        </p:txBody>
      </p:sp>
      <p:sp>
        <p:nvSpPr>
          <p:cNvPr id="16" name="Slide Number">
            <a:extLst>
              <a:ext uri="{FF2B5EF4-FFF2-40B4-BE49-F238E27FC236}">
                <a16:creationId xmlns:a16="http://schemas.microsoft.com/office/drawing/2014/main" id="{35BBB0BC-ED1D-96D4-749A-2CA8BDB2AAA6}"/>
              </a:ext>
            </a:extLst>
          </p:cNvPr>
          <p:cNvSpPr>
            <a:spLocks noGrp="1"/>
          </p:cNvSpPr>
          <p:nvPr>
            <p:ph type="sldNum" sz="quarter" idx="4"/>
          </p:nvPr>
        </p:nvSpPr>
        <p:spPr>
          <a:xfrm>
            <a:off x="137160" y="6414001"/>
            <a:ext cx="365760" cy="365760"/>
          </a:xfrm>
          <a:prstGeom prst="rect">
            <a:avLst/>
          </a:prstGeom>
        </p:spPr>
        <p:txBody>
          <a:bodyPr vert="horz" lIns="0" tIns="0" rIns="0" bIns="0" rtlCol="0" anchor="ctr"/>
          <a:lstStyle>
            <a:lvl1pPr algn="ctr">
              <a:defRPr sz="700" b="0" i="0">
                <a:solidFill>
                  <a:schemeClr val="tx1">
                    <a:lumMod val="60000"/>
                    <a:lumOff val="40000"/>
                  </a:schemeClr>
                </a:solidFill>
                <a:latin typeface="Oracle Sans Light" panose="020B0403020204020204" pitchFamily="34" charset="0"/>
                <a:cs typeface="Oracle Sans Light" panose="020B0403020204020204" pitchFamily="34" charset="0"/>
              </a:defRPr>
            </a:lvl1pPr>
          </a:lstStyle>
          <a:p>
            <a:fld id="{345D60D9-5372-5F40-9443-0F9AE5BDC3C8}" type="slidenum">
              <a:rPr lang="en-US" smtClean="0"/>
              <a:pPr/>
              <a:t>‹#›</a:t>
            </a:fld>
            <a:endParaRPr lang="en-US"/>
          </a:p>
        </p:txBody>
      </p:sp>
      <p:sp>
        <p:nvSpPr>
          <p:cNvPr id="17" name="Footer">
            <a:extLst>
              <a:ext uri="{FF2B5EF4-FFF2-40B4-BE49-F238E27FC236}">
                <a16:creationId xmlns:a16="http://schemas.microsoft.com/office/drawing/2014/main" id="{40F69690-D524-9DF0-F61D-CE2FB7D3D2A4}"/>
              </a:ext>
            </a:extLst>
          </p:cNvPr>
          <p:cNvSpPr>
            <a:spLocks noGrp="1"/>
          </p:cNvSpPr>
          <p:nvPr>
            <p:ph type="ftr" sz="quarter" idx="3"/>
          </p:nvPr>
        </p:nvSpPr>
        <p:spPr>
          <a:xfrm>
            <a:off x="543558" y="6414319"/>
            <a:ext cx="2743200" cy="365125"/>
          </a:xfrm>
          <a:prstGeom prst="rect">
            <a:avLst/>
          </a:prstGeom>
        </p:spPr>
        <p:txBody>
          <a:bodyPr vert="horz" lIns="0" tIns="0" rIns="0" bIns="0" rtlCol="0" anchor="ctr"/>
          <a:lstStyle>
            <a:lvl1pPr algn="l">
              <a:defRPr sz="700" b="0" i="0">
                <a:solidFill>
                  <a:schemeClr val="tx1">
                    <a:lumMod val="60000"/>
                    <a:lumOff val="40000"/>
                  </a:schemeClr>
                </a:solidFill>
                <a:latin typeface="Oracle Sans Light" panose="020B0403020204020204" pitchFamily="34" charset="0"/>
                <a:cs typeface="Oracle Sans Light" panose="020B0403020204020204" pitchFamily="34" charset="0"/>
              </a:defRPr>
            </a:lvl1pPr>
          </a:lstStyle>
          <a:p>
            <a:r>
              <a:rPr lang="en-US"/>
              <a:t>Confidential – © 2024 Oracle Restricted</a:t>
            </a:r>
          </a:p>
        </p:txBody>
      </p:sp>
      <p:sp>
        <p:nvSpPr>
          <p:cNvPr id="3" name="Title 3">
            <a:extLst>
              <a:ext uri="{FF2B5EF4-FFF2-40B4-BE49-F238E27FC236}">
                <a16:creationId xmlns:a16="http://schemas.microsoft.com/office/drawing/2014/main" id="{F0CA59E3-29AF-0139-EB86-85292AD2901D}"/>
              </a:ext>
            </a:extLst>
          </p:cNvPr>
          <p:cNvSpPr txBox="1">
            <a:spLocks/>
          </p:cNvSpPr>
          <p:nvPr/>
        </p:nvSpPr>
        <p:spPr>
          <a:xfrm>
            <a:off x="612465" y="2785909"/>
            <a:ext cx="3428555" cy="951348"/>
          </a:xfrm>
          <a:prstGeom prst="rect">
            <a:avLst/>
          </a:prstGeom>
        </p:spPr>
        <p:txBody>
          <a:bodyPr/>
          <a:lstStyle>
            <a:lvl1pPr algn="l" defTabSz="914400" rtl="0" eaLnBrk="1" latinLnBrk="0" hangingPunct="1">
              <a:lnSpc>
                <a:spcPct val="95000"/>
              </a:lnSpc>
              <a:spcBef>
                <a:spcPct val="0"/>
              </a:spcBef>
              <a:buNone/>
              <a:defRPr lang="en-US" sz="2400" b="1" i="0" kern="1200" baseline="0" dirty="0">
                <a:solidFill>
                  <a:schemeClr val="tx1"/>
                </a:solidFill>
                <a:latin typeface="+mn-lt"/>
                <a:ea typeface="+mn-ea"/>
                <a:cs typeface="+mj-cs"/>
              </a:defRPr>
            </a:lvl1pPr>
          </a:lstStyle>
          <a:p>
            <a:endParaRPr lang="en-US" sz="3600" b="0">
              <a:solidFill>
                <a:schemeClr val="tx1">
                  <a:lumMod val="90000"/>
                  <a:lumOff val="10000"/>
                </a:schemeClr>
              </a:solidFill>
              <a:latin typeface="Georgia" panose="02040502050405020303" pitchFamily="18" charset="0"/>
              <a:cs typeface="Oracle Sans Extra Bold" panose="020B0503020204020204" pitchFamily="34" charset="0"/>
            </a:endParaRPr>
          </a:p>
        </p:txBody>
      </p:sp>
      <p:sp>
        <p:nvSpPr>
          <p:cNvPr id="12" name="Title 3">
            <a:extLst>
              <a:ext uri="{FF2B5EF4-FFF2-40B4-BE49-F238E27FC236}">
                <a16:creationId xmlns:a16="http://schemas.microsoft.com/office/drawing/2014/main" id="{EA4CA143-84AB-97BA-3EFF-2ACB6CBD59D6}"/>
              </a:ext>
            </a:extLst>
          </p:cNvPr>
          <p:cNvSpPr txBox="1">
            <a:spLocks/>
          </p:cNvSpPr>
          <p:nvPr/>
        </p:nvSpPr>
        <p:spPr>
          <a:xfrm>
            <a:off x="4432000" y="2785909"/>
            <a:ext cx="3428555" cy="951348"/>
          </a:xfrm>
          <a:prstGeom prst="rect">
            <a:avLst/>
          </a:prstGeom>
        </p:spPr>
        <p:txBody>
          <a:bodyPr/>
          <a:lstStyle>
            <a:lvl1pPr algn="l" defTabSz="914400" rtl="0" eaLnBrk="1" latinLnBrk="0" hangingPunct="1">
              <a:lnSpc>
                <a:spcPct val="95000"/>
              </a:lnSpc>
              <a:spcBef>
                <a:spcPct val="0"/>
              </a:spcBef>
              <a:buNone/>
              <a:defRPr lang="en-US" sz="2400" b="1" i="0" kern="1200" baseline="0" dirty="0">
                <a:solidFill>
                  <a:schemeClr val="tx1"/>
                </a:solidFill>
                <a:latin typeface="+mn-lt"/>
                <a:ea typeface="+mn-ea"/>
                <a:cs typeface="+mj-cs"/>
              </a:defRPr>
            </a:lvl1pPr>
          </a:lstStyle>
          <a:p>
            <a:endParaRPr lang="en-US" sz="3600" b="0">
              <a:solidFill>
                <a:schemeClr val="tx1">
                  <a:lumMod val="90000"/>
                  <a:lumOff val="10000"/>
                </a:schemeClr>
              </a:solidFill>
              <a:latin typeface="Georgia" panose="02040502050405020303" pitchFamily="18" charset="0"/>
              <a:cs typeface="Oracle Sans Extra Bold" panose="020B0503020204020204" pitchFamily="34" charset="0"/>
            </a:endParaRPr>
          </a:p>
        </p:txBody>
      </p:sp>
      <p:sp>
        <p:nvSpPr>
          <p:cNvPr id="22" name="Title 3">
            <a:extLst>
              <a:ext uri="{FF2B5EF4-FFF2-40B4-BE49-F238E27FC236}">
                <a16:creationId xmlns:a16="http://schemas.microsoft.com/office/drawing/2014/main" id="{725C7770-DF73-0BAF-6E52-A9D431DB6170}"/>
              </a:ext>
            </a:extLst>
          </p:cNvPr>
          <p:cNvSpPr txBox="1">
            <a:spLocks/>
          </p:cNvSpPr>
          <p:nvPr/>
        </p:nvSpPr>
        <p:spPr>
          <a:xfrm>
            <a:off x="8251536" y="2785909"/>
            <a:ext cx="3428555" cy="951348"/>
          </a:xfrm>
          <a:prstGeom prst="rect">
            <a:avLst/>
          </a:prstGeom>
        </p:spPr>
        <p:txBody>
          <a:bodyPr/>
          <a:lstStyle>
            <a:lvl1pPr algn="l" defTabSz="914400" rtl="0" eaLnBrk="1" latinLnBrk="0" hangingPunct="1">
              <a:lnSpc>
                <a:spcPct val="95000"/>
              </a:lnSpc>
              <a:spcBef>
                <a:spcPct val="0"/>
              </a:spcBef>
              <a:buNone/>
              <a:defRPr lang="en-US" sz="2400" b="1" i="0" kern="1200" baseline="0" dirty="0">
                <a:solidFill>
                  <a:schemeClr val="tx1"/>
                </a:solidFill>
                <a:latin typeface="+mn-lt"/>
                <a:ea typeface="+mn-ea"/>
                <a:cs typeface="+mj-cs"/>
              </a:defRPr>
            </a:lvl1pPr>
          </a:lstStyle>
          <a:p>
            <a:endParaRPr lang="en-US" sz="3600" b="0">
              <a:solidFill>
                <a:schemeClr val="tx1">
                  <a:lumMod val="90000"/>
                  <a:lumOff val="10000"/>
                </a:schemeClr>
              </a:solidFill>
              <a:latin typeface="Georgia" panose="02040502050405020303" pitchFamily="18" charset="0"/>
              <a:cs typeface="Oracle Sans Extra Bold" panose="020B0503020204020204" pitchFamily="34" charset="0"/>
            </a:endParaRPr>
          </a:p>
        </p:txBody>
      </p:sp>
    </p:spTree>
    <p:extLst>
      <p:ext uri="{BB962C8B-B14F-4D97-AF65-F5344CB8AC3E}">
        <p14:creationId xmlns:p14="http://schemas.microsoft.com/office/powerpoint/2010/main" val="178321987"/>
      </p:ext>
    </p:extLst>
  </p:cSld>
  <p:clrMapOvr>
    <a:overrideClrMapping bg1="lt1" tx1="dk1" bg2="lt2" tx2="dk2" accent1="accent1" accent2="accent2" accent3="accent3" accent4="accent4" accent5="accent5" accent6="accent6" hlink="hlink" folHlink="folHlink"/>
  </p:clrMapOvr>
  <mc:AlternateContent xmlns:mc="http://schemas.openxmlformats.org/markup-compatibility/2006" xmlns:p14="http://schemas.microsoft.com/office/powerpoint/2010/main">
    <mc:Choice Requires="p14">
      <p:transition p14:dur="0" advClick="0"/>
    </mc:Choice>
    <mc:Fallback xmlns="">
      <p:transition advClick="0"/>
    </mc:Fallback>
  </mc:AlternateContent>
</p:sldLayout>
</file>

<file path=ppt/slideMasters/_rels/slideMaster1.xml.rels><?xml version="1.0" encoding="UTF-8" standalone="yes"?>
<Relationships xmlns="http://schemas.openxmlformats.org/package/2006/relationships"><Relationship Id="rId13" Type="http://schemas.openxmlformats.org/officeDocument/2006/relationships/slideLayout" Target="../slideLayouts/slideLayout13.xml"/><Relationship Id="rId18" Type="http://schemas.openxmlformats.org/officeDocument/2006/relationships/slideLayout" Target="../slideLayouts/slideLayout18.xml"/><Relationship Id="rId26" Type="http://schemas.openxmlformats.org/officeDocument/2006/relationships/slideLayout" Target="../slideLayouts/slideLayout26.xml"/><Relationship Id="rId39" Type="http://schemas.openxmlformats.org/officeDocument/2006/relationships/slideLayout" Target="../slideLayouts/slideLayout39.xml"/><Relationship Id="rId21" Type="http://schemas.openxmlformats.org/officeDocument/2006/relationships/slideLayout" Target="../slideLayouts/slideLayout21.xml"/><Relationship Id="rId34" Type="http://schemas.openxmlformats.org/officeDocument/2006/relationships/slideLayout" Target="../slideLayouts/slideLayout34.xml"/><Relationship Id="rId42" Type="http://schemas.openxmlformats.org/officeDocument/2006/relationships/slideLayout" Target="../slideLayouts/slideLayout42.xml"/><Relationship Id="rId47" Type="http://schemas.openxmlformats.org/officeDocument/2006/relationships/slideLayout" Target="../slideLayouts/slideLayout47.xml"/><Relationship Id="rId50" Type="http://schemas.openxmlformats.org/officeDocument/2006/relationships/slideLayout" Target="../slideLayouts/slideLayout50.xml"/><Relationship Id="rId55" Type="http://schemas.openxmlformats.org/officeDocument/2006/relationships/slideLayout" Target="../slideLayouts/slideLayout55.xml"/><Relationship Id="rId7" Type="http://schemas.openxmlformats.org/officeDocument/2006/relationships/slideLayout" Target="../slideLayouts/slideLayout7.xml"/><Relationship Id="rId2" Type="http://schemas.openxmlformats.org/officeDocument/2006/relationships/slideLayout" Target="../slideLayouts/slideLayout2.xml"/><Relationship Id="rId16" Type="http://schemas.openxmlformats.org/officeDocument/2006/relationships/slideLayout" Target="../slideLayouts/slideLayout16.xml"/><Relationship Id="rId20" Type="http://schemas.openxmlformats.org/officeDocument/2006/relationships/slideLayout" Target="../slideLayouts/slideLayout20.xml"/><Relationship Id="rId29" Type="http://schemas.openxmlformats.org/officeDocument/2006/relationships/slideLayout" Target="../slideLayouts/slideLayout29.xml"/><Relationship Id="rId41" Type="http://schemas.openxmlformats.org/officeDocument/2006/relationships/slideLayout" Target="../slideLayouts/slideLayout41.xml"/><Relationship Id="rId54" Type="http://schemas.openxmlformats.org/officeDocument/2006/relationships/slideLayout" Target="../slideLayouts/slideLayout54.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24" Type="http://schemas.openxmlformats.org/officeDocument/2006/relationships/slideLayout" Target="../slideLayouts/slideLayout24.xml"/><Relationship Id="rId32" Type="http://schemas.openxmlformats.org/officeDocument/2006/relationships/slideLayout" Target="../slideLayouts/slideLayout32.xml"/><Relationship Id="rId37" Type="http://schemas.openxmlformats.org/officeDocument/2006/relationships/slideLayout" Target="../slideLayouts/slideLayout37.xml"/><Relationship Id="rId40" Type="http://schemas.openxmlformats.org/officeDocument/2006/relationships/slideLayout" Target="../slideLayouts/slideLayout40.xml"/><Relationship Id="rId45" Type="http://schemas.openxmlformats.org/officeDocument/2006/relationships/slideLayout" Target="../slideLayouts/slideLayout45.xml"/><Relationship Id="rId53" Type="http://schemas.openxmlformats.org/officeDocument/2006/relationships/slideLayout" Target="../slideLayouts/slideLayout53.xml"/><Relationship Id="rId58" Type="http://schemas.openxmlformats.org/officeDocument/2006/relationships/slideLayout" Target="../slideLayouts/slideLayout58.xml"/><Relationship Id="rId5" Type="http://schemas.openxmlformats.org/officeDocument/2006/relationships/slideLayout" Target="../slideLayouts/slideLayout5.xml"/><Relationship Id="rId15" Type="http://schemas.openxmlformats.org/officeDocument/2006/relationships/slideLayout" Target="../slideLayouts/slideLayout15.xml"/><Relationship Id="rId23" Type="http://schemas.openxmlformats.org/officeDocument/2006/relationships/slideLayout" Target="../slideLayouts/slideLayout23.xml"/><Relationship Id="rId28" Type="http://schemas.openxmlformats.org/officeDocument/2006/relationships/slideLayout" Target="../slideLayouts/slideLayout28.xml"/><Relationship Id="rId36" Type="http://schemas.openxmlformats.org/officeDocument/2006/relationships/slideLayout" Target="../slideLayouts/slideLayout36.xml"/><Relationship Id="rId49" Type="http://schemas.openxmlformats.org/officeDocument/2006/relationships/slideLayout" Target="../slideLayouts/slideLayout49.xml"/><Relationship Id="rId57" Type="http://schemas.openxmlformats.org/officeDocument/2006/relationships/slideLayout" Target="../slideLayouts/slideLayout57.xml"/><Relationship Id="rId61" Type="http://schemas.openxmlformats.org/officeDocument/2006/relationships/image" Target="../media/image1.emf"/><Relationship Id="rId10" Type="http://schemas.openxmlformats.org/officeDocument/2006/relationships/slideLayout" Target="../slideLayouts/slideLayout10.xml"/><Relationship Id="rId19" Type="http://schemas.openxmlformats.org/officeDocument/2006/relationships/slideLayout" Target="../slideLayouts/slideLayout19.xml"/><Relationship Id="rId31" Type="http://schemas.openxmlformats.org/officeDocument/2006/relationships/slideLayout" Target="../slideLayouts/slideLayout31.xml"/><Relationship Id="rId44" Type="http://schemas.openxmlformats.org/officeDocument/2006/relationships/slideLayout" Target="../slideLayouts/slideLayout44.xml"/><Relationship Id="rId52" Type="http://schemas.openxmlformats.org/officeDocument/2006/relationships/slideLayout" Target="../slideLayouts/slideLayout52.xml"/><Relationship Id="rId60" Type="http://schemas.openxmlformats.org/officeDocument/2006/relationships/theme" Target="../theme/theme1.xml"/><Relationship Id="rId4" Type="http://schemas.openxmlformats.org/officeDocument/2006/relationships/slideLayout" Target="../slideLayouts/slideLayout4.xml"/><Relationship Id="rId9" Type="http://schemas.openxmlformats.org/officeDocument/2006/relationships/slideLayout" Target="../slideLayouts/slideLayout9.xml"/><Relationship Id="rId14" Type="http://schemas.openxmlformats.org/officeDocument/2006/relationships/slideLayout" Target="../slideLayouts/slideLayout14.xml"/><Relationship Id="rId22" Type="http://schemas.openxmlformats.org/officeDocument/2006/relationships/slideLayout" Target="../slideLayouts/slideLayout22.xml"/><Relationship Id="rId27" Type="http://schemas.openxmlformats.org/officeDocument/2006/relationships/slideLayout" Target="../slideLayouts/slideLayout27.xml"/><Relationship Id="rId30" Type="http://schemas.openxmlformats.org/officeDocument/2006/relationships/slideLayout" Target="../slideLayouts/slideLayout30.xml"/><Relationship Id="rId35" Type="http://schemas.openxmlformats.org/officeDocument/2006/relationships/slideLayout" Target="../slideLayouts/slideLayout35.xml"/><Relationship Id="rId43" Type="http://schemas.openxmlformats.org/officeDocument/2006/relationships/slideLayout" Target="../slideLayouts/slideLayout43.xml"/><Relationship Id="rId48" Type="http://schemas.openxmlformats.org/officeDocument/2006/relationships/slideLayout" Target="../slideLayouts/slideLayout48.xml"/><Relationship Id="rId56" Type="http://schemas.openxmlformats.org/officeDocument/2006/relationships/slideLayout" Target="../slideLayouts/slideLayout56.xml"/><Relationship Id="rId8" Type="http://schemas.openxmlformats.org/officeDocument/2006/relationships/slideLayout" Target="../slideLayouts/slideLayout8.xml"/><Relationship Id="rId51" Type="http://schemas.openxmlformats.org/officeDocument/2006/relationships/slideLayout" Target="../slideLayouts/slideLayout51.xml"/><Relationship Id="rId3" Type="http://schemas.openxmlformats.org/officeDocument/2006/relationships/slideLayout" Target="../slideLayouts/slideLayout3.xml"/><Relationship Id="rId12" Type="http://schemas.openxmlformats.org/officeDocument/2006/relationships/slideLayout" Target="../slideLayouts/slideLayout12.xml"/><Relationship Id="rId17" Type="http://schemas.openxmlformats.org/officeDocument/2006/relationships/slideLayout" Target="../slideLayouts/slideLayout17.xml"/><Relationship Id="rId25" Type="http://schemas.openxmlformats.org/officeDocument/2006/relationships/slideLayout" Target="../slideLayouts/slideLayout25.xml"/><Relationship Id="rId33" Type="http://schemas.openxmlformats.org/officeDocument/2006/relationships/slideLayout" Target="../slideLayouts/slideLayout33.xml"/><Relationship Id="rId38" Type="http://schemas.openxmlformats.org/officeDocument/2006/relationships/slideLayout" Target="../slideLayouts/slideLayout38.xml"/><Relationship Id="rId46" Type="http://schemas.openxmlformats.org/officeDocument/2006/relationships/slideLayout" Target="../slideLayouts/slideLayout46.xml"/><Relationship Id="rId59" Type="http://schemas.openxmlformats.org/officeDocument/2006/relationships/slideLayout" Target="../slideLayouts/slideLayout59.xml"/></Relationships>
</file>

<file path=ppt/slideMasters/slideMaster1.xml><?xml version="1.0" encoding="utf-8"?>
<p:sldMaster xmlns:a="http://schemas.openxmlformats.org/drawingml/2006/main" xmlns:r="http://schemas.openxmlformats.org/officeDocument/2006/relationships" xmlns:p="http://schemas.openxmlformats.org/presentationml/2006/main" preserve="1">
  <p:cSld>
    <p:bg>
      <p:bgPr>
        <a:solidFill>
          <a:schemeClr val="bg2"/>
        </a:solidFill>
        <a:effectLst/>
      </p:bgPr>
    </p:bg>
    <p:spTree>
      <p:nvGrpSpPr>
        <p:cNvPr id="1" name=""/>
        <p:cNvGrpSpPr/>
        <p:nvPr/>
      </p:nvGrpSpPr>
      <p:grpSpPr>
        <a:xfrm>
          <a:off x="0" y="0"/>
          <a:ext cx="0" cy="0"/>
          <a:chOff x="0" y="0"/>
          <a:chExt cx="0" cy="0"/>
        </a:xfrm>
      </p:grpSpPr>
      <p:sp>
        <p:nvSpPr>
          <p:cNvPr id="2" name="Title">
            <a:extLst>
              <a:ext uri="{FF2B5EF4-FFF2-40B4-BE49-F238E27FC236}">
                <a16:creationId xmlns:a16="http://schemas.microsoft.com/office/drawing/2014/main" id="{8A70F255-3C2A-4AC7-8935-184146E3B6D6}"/>
              </a:ext>
            </a:extLst>
          </p:cNvPr>
          <p:cNvSpPr>
            <a:spLocks noGrp="1"/>
          </p:cNvSpPr>
          <p:nvPr>
            <p:ph type="title"/>
          </p:nvPr>
        </p:nvSpPr>
        <p:spPr>
          <a:xfrm>
            <a:off x="768875" y="182403"/>
            <a:ext cx="10671048" cy="822960"/>
          </a:xfrm>
          <a:prstGeom prst="rect">
            <a:avLst/>
          </a:prstGeom>
        </p:spPr>
        <p:txBody>
          <a:bodyPr vert="horz" lIns="0" tIns="0" rIns="0" bIns="0" rtlCol="0" anchor="b">
            <a:noAutofit/>
          </a:bodyPr>
          <a:lstStyle/>
          <a:p>
            <a:pPr marL="0" lvl="0" indent="0">
              <a:spcBef>
                <a:spcPts val="1000"/>
              </a:spcBef>
              <a:buFont typeface="Arial" panose="020B0604020202020204" pitchFamily="34" charset="0"/>
            </a:pPr>
            <a:r>
              <a:rPr lang="en-US" dirty="0"/>
              <a:t>Title</a:t>
            </a:r>
          </a:p>
        </p:txBody>
      </p:sp>
      <p:sp>
        <p:nvSpPr>
          <p:cNvPr id="4" name="Text Field">
            <a:extLst>
              <a:ext uri="{FF2B5EF4-FFF2-40B4-BE49-F238E27FC236}">
                <a16:creationId xmlns:a16="http://schemas.microsoft.com/office/drawing/2014/main" id="{E46619B6-A626-4CDA-96E2-B94F4637C628}"/>
              </a:ext>
            </a:extLst>
          </p:cNvPr>
          <p:cNvSpPr>
            <a:spLocks noGrp="1"/>
          </p:cNvSpPr>
          <p:nvPr>
            <p:ph type="body" idx="1"/>
          </p:nvPr>
        </p:nvSpPr>
        <p:spPr>
          <a:xfrm>
            <a:off x="768875" y="1600200"/>
            <a:ext cx="10671048" cy="4514850"/>
          </a:xfrm>
          <a:prstGeom prst="rect">
            <a:avLst/>
          </a:prstGeom>
          <a:noFill/>
        </p:spPr>
        <p:txBody>
          <a:bodyPr vert="horz" lIns="0" tIns="0" rIns="0" bIns="0" rtlCol="0">
            <a:no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17" name="Slide Number">
            <a:extLst>
              <a:ext uri="{FF2B5EF4-FFF2-40B4-BE49-F238E27FC236}">
                <a16:creationId xmlns:a16="http://schemas.microsoft.com/office/drawing/2014/main" id="{08A3F6CD-49F4-D74B-8C7F-D6CA71EFB13B}"/>
              </a:ext>
            </a:extLst>
          </p:cNvPr>
          <p:cNvSpPr>
            <a:spLocks noGrp="1"/>
          </p:cNvSpPr>
          <p:nvPr>
            <p:ph type="sldNum" sz="quarter" idx="4"/>
          </p:nvPr>
        </p:nvSpPr>
        <p:spPr>
          <a:xfrm>
            <a:off x="762000" y="6423660"/>
            <a:ext cx="365760" cy="365760"/>
          </a:xfrm>
          <a:prstGeom prst="rect">
            <a:avLst/>
          </a:prstGeom>
        </p:spPr>
        <p:txBody>
          <a:bodyPr vert="horz" lIns="0" tIns="0" rIns="0" bIns="0" rtlCol="0" anchor="ctr"/>
          <a:lstStyle>
            <a:lvl1pPr algn="l">
              <a:defRPr sz="900">
                <a:solidFill>
                  <a:srgbClr val="8B8580"/>
                </a:solidFill>
              </a:defRPr>
            </a:lvl1pPr>
          </a:lstStyle>
          <a:p>
            <a:fld id="{345D60D9-5372-5F40-9443-0F9AE5BDC3C8}" type="slidenum">
              <a:rPr lang="en-US" smtClean="0"/>
              <a:pPr/>
              <a:t>‹#›</a:t>
            </a:fld>
            <a:endParaRPr lang="en-US" dirty="0"/>
          </a:p>
        </p:txBody>
      </p:sp>
      <p:sp>
        <p:nvSpPr>
          <p:cNvPr id="18" name="Footer">
            <a:extLst>
              <a:ext uri="{FF2B5EF4-FFF2-40B4-BE49-F238E27FC236}">
                <a16:creationId xmlns:a16="http://schemas.microsoft.com/office/drawing/2014/main" id="{8E003242-6B91-1949-A5CA-15BA57A045C9}"/>
              </a:ext>
            </a:extLst>
          </p:cNvPr>
          <p:cNvSpPr>
            <a:spLocks noGrp="1"/>
          </p:cNvSpPr>
          <p:nvPr>
            <p:ph type="ftr" sz="quarter" idx="3"/>
          </p:nvPr>
        </p:nvSpPr>
        <p:spPr>
          <a:xfrm>
            <a:off x="1127759" y="6423978"/>
            <a:ext cx="5745379" cy="365125"/>
          </a:xfrm>
          <a:prstGeom prst="rect">
            <a:avLst/>
          </a:prstGeom>
        </p:spPr>
        <p:txBody>
          <a:bodyPr vert="horz" lIns="0" tIns="0" rIns="0" bIns="0" rtlCol="0" anchor="ctr"/>
          <a:lstStyle>
            <a:lvl1pPr algn="l">
              <a:defRPr sz="900">
                <a:solidFill>
                  <a:srgbClr val="8B8580"/>
                </a:solidFill>
              </a:defRPr>
            </a:lvl1pPr>
          </a:lstStyle>
          <a:p>
            <a:r>
              <a:rPr lang="en-US"/>
              <a:t>Copyright © 2025, Oracle and/or its affiliates |  Confidential: Internal/Restricted/Highly Restricted</a:t>
            </a:r>
            <a:endParaRPr lang="en-US" dirty="0"/>
          </a:p>
        </p:txBody>
      </p:sp>
      <p:sp>
        <p:nvSpPr>
          <p:cNvPr id="20" name="Date">
            <a:extLst>
              <a:ext uri="{FF2B5EF4-FFF2-40B4-BE49-F238E27FC236}">
                <a16:creationId xmlns:a16="http://schemas.microsoft.com/office/drawing/2014/main" id="{65BA88F5-EF53-415B-8446-19188BE675D3}"/>
              </a:ext>
            </a:extLst>
          </p:cNvPr>
          <p:cNvSpPr>
            <a:spLocks noGrp="1"/>
          </p:cNvSpPr>
          <p:nvPr>
            <p:ph type="dt" sz="half" idx="2"/>
          </p:nvPr>
        </p:nvSpPr>
        <p:spPr>
          <a:xfrm>
            <a:off x="6873138" y="6425604"/>
            <a:ext cx="2743200" cy="363500"/>
          </a:xfrm>
          <a:prstGeom prst="rect">
            <a:avLst/>
          </a:prstGeom>
        </p:spPr>
        <p:txBody>
          <a:bodyPr vert="horz" lIns="0" tIns="0" rIns="0" bIns="0" rtlCol="0" anchor="ctr"/>
          <a:lstStyle>
            <a:lvl1pPr>
              <a:defRPr lang="en-US" sz="900" smtClean="0">
                <a:solidFill>
                  <a:srgbClr val="8B8580"/>
                </a:solidFill>
              </a:defRPr>
            </a:lvl1pPr>
          </a:lstStyle>
          <a:p>
            <a:r>
              <a:rPr lang="en-US"/>
              <a:t>[Date]</a:t>
            </a:r>
            <a:endParaRPr lang="en-US" dirty="0"/>
          </a:p>
        </p:txBody>
      </p:sp>
      <p:pic>
        <p:nvPicPr>
          <p:cNvPr id="3" name="OTag" descr="A small square in Oracle Red with the Oracle logo in the center in white">
            <a:extLst>
              <a:ext uri="{FF2B5EF4-FFF2-40B4-BE49-F238E27FC236}">
                <a16:creationId xmlns:a16="http://schemas.microsoft.com/office/drawing/2014/main" id="{775A8D6B-AAED-949C-F702-A8E8C8F069BA}"/>
              </a:ext>
              <a:ext uri="{C183D7F6-B498-43B3-948B-1728B52AA6E4}">
                <adec:decorative xmlns:adec="http://schemas.microsoft.com/office/drawing/2017/decorative" val="0"/>
              </a:ext>
            </a:extLst>
          </p:cNvPr>
          <p:cNvPicPr>
            <a:picLocks noChangeAspect="1"/>
          </p:cNvPicPr>
          <p:nvPr userDrawn="1"/>
        </p:nvPicPr>
        <p:blipFill>
          <a:blip r:embed="rId61" cstate="email">
            <a:extLst>
              <a:ext uri="{28A0092B-C50C-407E-A947-70E740481C1C}">
                <a14:useLocalDpi xmlns:a14="http://schemas.microsoft.com/office/drawing/2010/main"/>
              </a:ext>
            </a:extLst>
          </a:blip>
          <a:stretch>
            <a:fillRect/>
          </a:stretch>
        </p:blipFill>
        <p:spPr>
          <a:xfrm>
            <a:off x="11405616" y="6464808"/>
            <a:ext cx="393192" cy="393192"/>
          </a:xfrm>
          <a:prstGeom prst="rect">
            <a:avLst/>
          </a:prstGeom>
        </p:spPr>
      </p:pic>
    </p:spTree>
    <p:extLst>
      <p:ext uri="{BB962C8B-B14F-4D97-AF65-F5344CB8AC3E}">
        <p14:creationId xmlns:p14="http://schemas.microsoft.com/office/powerpoint/2010/main" val="1738909424"/>
      </p:ext>
    </p:extLst>
  </p:cSld>
  <p:clrMap bg1="lt1" tx1="dk1" bg2="lt2" tx2="dk2" accent1="accent1" accent2="accent2" accent3="accent3" accent4="accent4" accent5="accent5" accent6="accent6" hlink="hlink" folHlink="folHlink"/>
  <p:sldLayoutIdLst>
    <p:sldLayoutId id="2147483661" r:id="rId1"/>
    <p:sldLayoutId id="2147483662" r:id="rId2"/>
    <p:sldLayoutId id="2147483663" r:id="rId3"/>
    <p:sldLayoutId id="2147483664" r:id="rId4"/>
    <p:sldLayoutId id="2147483665" r:id="rId5"/>
    <p:sldLayoutId id="2147483666" r:id="rId6"/>
    <p:sldLayoutId id="2147483667" r:id="rId7"/>
    <p:sldLayoutId id="2147483668" r:id="rId8"/>
    <p:sldLayoutId id="2147483669" r:id="rId9"/>
    <p:sldLayoutId id="2147483670" r:id="rId10"/>
    <p:sldLayoutId id="2147483671" r:id="rId11"/>
    <p:sldLayoutId id="2147483672" r:id="rId12"/>
    <p:sldLayoutId id="2147483673" r:id="rId13"/>
    <p:sldLayoutId id="2147483674" r:id="rId14"/>
    <p:sldLayoutId id="2147483675" r:id="rId15"/>
    <p:sldLayoutId id="2147483676" r:id="rId16"/>
    <p:sldLayoutId id="2147483677" r:id="rId17"/>
    <p:sldLayoutId id="2147483678" r:id="rId18"/>
    <p:sldLayoutId id="2147483679" r:id="rId19"/>
    <p:sldLayoutId id="2147483680" r:id="rId20"/>
    <p:sldLayoutId id="2147483681" r:id="rId21"/>
    <p:sldLayoutId id="2147483682" r:id="rId22"/>
    <p:sldLayoutId id="2147483683" r:id="rId23"/>
    <p:sldLayoutId id="2147483684" r:id="rId24"/>
    <p:sldLayoutId id="2147483685" r:id="rId25"/>
    <p:sldLayoutId id="2147483686" r:id="rId26"/>
    <p:sldLayoutId id="2147483687" r:id="rId27"/>
    <p:sldLayoutId id="2147483688" r:id="rId28"/>
    <p:sldLayoutId id="2147483689" r:id="rId29"/>
    <p:sldLayoutId id="2147483690" r:id="rId30"/>
    <p:sldLayoutId id="2147483691" r:id="rId31"/>
    <p:sldLayoutId id="2147483692" r:id="rId32"/>
    <p:sldLayoutId id="2147483693" r:id="rId33"/>
    <p:sldLayoutId id="2147483694" r:id="rId34"/>
    <p:sldLayoutId id="2147483695" r:id="rId35"/>
    <p:sldLayoutId id="2147483696" r:id="rId36"/>
    <p:sldLayoutId id="2147483697" r:id="rId37"/>
    <p:sldLayoutId id="2147483698" r:id="rId38"/>
    <p:sldLayoutId id="2147483699" r:id="rId39"/>
    <p:sldLayoutId id="2147483700" r:id="rId40"/>
    <p:sldLayoutId id="2147483701" r:id="rId41"/>
    <p:sldLayoutId id="2147483702" r:id="rId42"/>
    <p:sldLayoutId id="2147483703" r:id="rId43"/>
    <p:sldLayoutId id="2147483704" r:id="rId44"/>
    <p:sldLayoutId id="2147483705" r:id="rId45"/>
    <p:sldLayoutId id="2147483706" r:id="rId46"/>
    <p:sldLayoutId id="2147483707" r:id="rId47"/>
    <p:sldLayoutId id="2147483708" r:id="rId48"/>
    <p:sldLayoutId id="2147483709" r:id="rId49"/>
    <p:sldLayoutId id="2147483710" r:id="rId50"/>
    <p:sldLayoutId id="2147483711" r:id="rId51"/>
    <p:sldLayoutId id="2147483712" r:id="rId52"/>
    <p:sldLayoutId id="2147483713" r:id="rId53"/>
    <p:sldLayoutId id="2147483714" r:id="rId54"/>
    <p:sldLayoutId id="2147483715" r:id="rId55"/>
    <p:sldLayoutId id="2147483716" r:id="rId56"/>
    <p:sldLayoutId id="2147483717" r:id="rId57"/>
    <p:sldLayoutId id="2147483718" r:id="rId58"/>
    <p:sldLayoutId id="2147483719" r:id="rId59"/>
  </p:sldLayoutIdLst>
  <p:transition>
    <p:fade/>
  </p:transition>
  <p:hf hdr="0" dt="0"/>
  <p:txStyles>
    <p:titleStyle>
      <a:lvl1pPr algn="l" defTabSz="914400" rtl="0" eaLnBrk="1" latinLnBrk="0" hangingPunct="1">
        <a:lnSpc>
          <a:spcPct val="95000"/>
        </a:lnSpc>
        <a:spcBef>
          <a:spcPct val="0"/>
        </a:spcBef>
        <a:buNone/>
        <a:defRPr lang="en-US" sz="2400" b="1" i="0" kern="1200" baseline="0" dirty="0">
          <a:solidFill>
            <a:schemeClr val="tx1"/>
          </a:solidFill>
          <a:latin typeface="+mn-lt"/>
          <a:ea typeface="+mn-ea"/>
          <a:cs typeface="+mj-cs"/>
        </a:defRPr>
      </a:lvl1pPr>
    </p:titleStyle>
    <p:bodyStyle>
      <a:lvl1pPr marL="0" marR="0" indent="0" algn="l" defTabSz="914400" rtl="0" eaLnBrk="1" fontAlgn="auto" latinLnBrk="0" hangingPunct="1">
        <a:lnSpc>
          <a:spcPct val="95000"/>
        </a:lnSpc>
        <a:spcBef>
          <a:spcPts val="600"/>
        </a:spcBef>
        <a:spcAft>
          <a:spcPts val="0"/>
        </a:spcAft>
        <a:buClrTx/>
        <a:buSzTx/>
        <a:buFont typeface="System Font Regular"/>
        <a:buNone/>
        <a:tabLst/>
        <a:defRPr sz="1800" b="0" i="0" kern="1200">
          <a:solidFill>
            <a:schemeClr val="tx1"/>
          </a:solidFill>
          <a:latin typeface="+mn-lt"/>
          <a:ea typeface="+mn-ea"/>
          <a:cs typeface="Oracle Sans Tab Light" panose="020B0403020204020204"/>
        </a:defRPr>
      </a:lvl1pPr>
      <a:lvl2pPr marL="365760" marR="0" indent="-182880" algn="l" defTabSz="914400" rtl="0" eaLnBrk="1" fontAlgn="auto" latinLnBrk="0" hangingPunct="1">
        <a:lnSpc>
          <a:spcPct val="95000"/>
        </a:lnSpc>
        <a:spcBef>
          <a:spcPts val="600"/>
        </a:spcBef>
        <a:spcAft>
          <a:spcPts val="0"/>
        </a:spcAft>
        <a:buClrTx/>
        <a:buSzPct val="100000"/>
        <a:buFont typeface="Arial" panose="020B0604020202020204" pitchFamily="34" charset="0"/>
        <a:buChar char="•"/>
        <a:tabLst/>
        <a:defRPr sz="1800" b="0" i="0" kern="1200">
          <a:solidFill>
            <a:schemeClr val="tx1"/>
          </a:solidFill>
          <a:latin typeface="+mn-lt"/>
          <a:ea typeface="+mn-ea"/>
          <a:cs typeface="Oracle Sans Tab Light" panose="020B0403020204020204"/>
        </a:defRPr>
      </a:lvl2pPr>
      <a:lvl3pPr marL="547688" marR="0" indent="-182563" algn="l" defTabSz="914400" rtl="0" eaLnBrk="1" fontAlgn="auto" latinLnBrk="0" hangingPunct="1">
        <a:lnSpc>
          <a:spcPct val="95000"/>
        </a:lnSpc>
        <a:spcBef>
          <a:spcPts val="400"/>
        </a:spcBef>
        <a:spcAft>
          <a:spcPts val="0"/>
        </a:spcAft>
        <a:buClrTx/>
        <a:buSzPct val="100000"/>
        <a:buFont typeface="Arial" panose="020B0604020202020204" pitchFamily="34" charset="0"/>
        <a:buChar char="•"/>
        <a:tabLst/>
        <a:defRPr sz="1600" kern="1200">
          <a:solidFill>
            <a:schemeClr val="tx1"/>
          </a:solidFill>
          <a:latin typeface="Oracle Sans Tab Light" panose="020B0403020204020204"/>
          <a:ea typeface="+mn-ea"/>
          <a:cs typeface="Oracle Sans Tab Light" panose="020B0403020204020204"/>
        </a:defRPr>
      </a:lvl3pPr>
      <a:lvl4pPr marL="730250" marR="0" indent="-182563" algn="l" defTabSz="914400" rtl="0" eaLnBrk="1" fontAlgn="auto" latinLnBrk="0" hangingPunct="1">
        <a:lnSpc>
          <a:spcPct val="95000"/>
        </a:lnSpc>
        <a:spcBef>
          <a:spcPts val="400"/>
        </a:spcBef>
        <a:spcAft>
          <a:spcPts val="0"/>
        </a:spcAft>
        <a:buClrTx/>
        <a:buSzPct val="100000"/>
        <a:buFont typeface="Arial" panose="020B0604020202020204" pitchFamily="34" charset="0"/>
        <a:buChar char="•"/>
        <a:tabLst/>
        <a:defRPr sz="1400" kern="1200">
          <a:solidFill>
            <a:schemeClr val="tx1"/>
          </a:solidFill>
          <a:latin typeface="Oracle Sans Tab Light" panose="020B0403020204020204"/>
          <a:ea typeface="+mn-ea"/>
          <a:cs typeface="Oracle Sans Tab Light" panose="020B0403020204020204"/>
        </a:defRPr>
      </a:lvl4pPr>
      <a:lvl5pPr marL="914400" marR="0" indent="-182880" algn="l" defTabSz="914400" rtl="0" eaLnBrk="1" fontAlgn="auto" latinLnBrk="0" hangingPunct="1">
        <a:lnSpc>
          <a:spcPct val="95000"/>
        </a:lnSpc>
        <a:spcBef>
          <a:spcPts val="400"/>
        </a:spcBef>
        <a:spcAft>
          <a:spcPts val="0"/>
        </a:spcAft>
        <a:buClrTx/>
        <a:buSzTx/>
        <a:buFont typeface="Oracle Sans Tab Light" panose="020B0403020204020204" pitchFamily="34" charset="0"/>
        <a:buChar char="•"/>
        <a:tabLst/>
        <a:defRPr sz="1200" kern="1200">
          <a:solidFill>
            <a:schemeClr val="tx1"/>
          </a:solidFill>
          <a:latin typeface="Oracle Sans Tab Light" panose="020B0403020204020204"/>
          <a:ea typeface="+mn-ea"/>
          <a:cs typeface="Oracle Sans Tab Light" panose="020B0403020204020204"/>
        </a:defRPr>
      </a:lvl5pPr>
      <a:lvl6pPr marL="1097280" indent="-182880" algn="l" defTabSz="914400" rtl="0" eaLnBrk="1" latinLnBrk="0" hangingPunct="1">
        <a:lnSpc>
          <a:spcPct val="95000"/>
        </a:lnSpc>
        <a:spcBef>
          <a:spcPts val="400"/>
        </a:spcBef>
        <a:spcAft>
          <a:spcPts val="0"/>
        </a:spcAft>
        <a:buSzPct val="100000"/>
        <a:buFont typeface="Arial" panose="020B0604020202020204" pitchFamily="34" charset="0"/>
        <a:buChar char="•"/>
        <a:defRPr sz="1200" b="0" i="0" kern="1200">
          <a:solidFill>
            <a:schemeClr val="tx1"/>
          </a:solidFill>
          <a:latin typeface="Oracle Sans Light" panose="020B0403020204020204" pitchFamily="34" charset="0"/>
          <a:ea typeface="+mn-ea"/>
          <a:cs typeface="Oracle Sans Light" panose="020B0403020204020204" pitchFamily="34" charset="0"/>
        </a:defRPr>
      </a:lvl6pPr>
      <a:lvl7pPr marL="1280160" indent="-182880" algn="l" defTabSz="914400" rtl="0" eaLnBrk="1" latinLnBrk="0" hangingPunct="1">
        <a:lnSpc>
          <a:spcPct val="95000"/>
        </a:lnSpc>
        <a:spcBef>
          <a:spcPts val="400"/>
        </a:spcBef>
        <a:spcAft>
          <a:spcPts val="0"/>
        </a:spcAft>
        <a:buFont typeface="Arial" panose="020B0604020202020204" pitchFamily="34" charset="0"/>
        <a:buChar char="•"/>
        <a:defRPr sz="1200" b="0" i="0" kern="1200">
          <a:solidFill>
            <a:schemeClr val="tx1"/>
          </a:solidFill>
          <a:latin typeface="Oracle Sans Light" panose="020B0403020204020204" pitchFamily="34" charset="0"/>
          <a:ea typeface="+mn-ea"/>
          <a:cs typeface="Oracle Sans Light" panose="020B0403020204020204" pitchFamily="34" charset="0"/>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extLst>
    <p:ext uri="{27BBF7A9-308A-43DC-89C8-2F10F3537804}">
      <p15:sldGuideLst xmlns:p15="http://schemas.microsoft.com/office/powerpoint/2012/main">
        <p15:guide id="1" orient="horz" pos="2160">
          <p15:clr>
            <a:srgbClr val="F26B43"/>
          </p15:clr>
        </p15:guide>
        <p15:guide id="2" pos="3840">
          <p15:clr>
            <a:srgbClr val="F26B43"/>
          </p15:clr>
        </p15:guide>
        <p15:guide id="3" orient="horz" pos="1008">
          <p15:clr>
            <a:srgbClr val="5ACBF0"/>
          </p15:clr>
        </p15:guide>
        <p15:guide id="4" orient="horz" pos="3852">
          <p15:clr>
            <a:srgbClr val="F26B43"/>
          </p15:clr>
        </p15:guide>
        <p15:guide id="5" pos="480">
          <p15:clr>
            <a:srgbClr val="F26B43"/>
          </p15:clr>
        </p15:guide>
        <p15:guide id="6" orient="horz" pos="795">
          <p15:clr>
            <a:srgbClr val="F26B43"/>
          </p15:clr>
        </p15:guide>
        <p15:guide id="7" orient="horz" pos="590">
          <p15:clr>
            <a:srgbClr val="F26B43"/>
          </p15:clr>
        </p15:guide>
        <p15:guide id="8" pos="7212">
          <p15:clr>
            <a:srgbClr val="F26B43"/>
          </p15:clr>
        </p15:guide>
      </p15:sldGuideLst>
    </p:ext>
  </p:extLst>
</p:sldMaster>
</file>

<file path=ppt/slides/_rels/slide1.xml.rels><?xml version="1.0" encoding="UTF-8" standalone="yes"?>
<Relationships xmlns="http://schemas.openxmlformats.org/package/2006/relationships"><Relationship Id="rId3" Type="http://schemas.openxmlformats.org/officeDocument/2006/relationships/image" Target="../media/image29.png"/><Relationship Id="rId2" Type="http://schemas.openxmlformats.org/officeDocument/2006/relationships/image" Target="../media/image28.png"/><Relationship Id="rId1" Type="http://schemas.openxmlformats.org/officeDocument/2006/relationships/slideLayout" Target="../slideLayouts/slideLayout26.xml"/><Relationship Id="rId6" Type="http://schemas.openxmlformats.org/officeDocument/2006/relationships/image" Target="../media/image32.png"/><Relationship Id="rId5" Type="http://schemas.openxmlformats.org/officeDocument/2006/relationships/image" Target="../media/image31.png"/><Relationship Id="rId4" Type="http://schemas.openxmlformats.org/officeDocument/2006/relationships/image" Target="../media/image30.jpeg"/></Relationships>
</file>

<file path=ppt/slides/_rels/slide2.xml.rels><?xml version="1.0" encoding="UTF-8" standalone="yes"?>
<Relationships xmlns="http://schemas.openxmlformats.org/package/2006/relationships"><Relationship Id="rId3" Type="http://schemas.openxmlformats.org/officeDocument/2006/relationships/image" Target="../media/image34.png"/><Relationship Id="rId2" Type="http://schemas.openxmlformats.org/officeDocument/2006/relationships/image" Target="../media/image33.png"/><Relationship Id="rId1" Type="http://schemas.openxmlformats.org/officeDocument/2006/relationships/slideLayout" Target="../slideLayouts/slideLayout26.xml"/><Relationship Id="rId5" Type="http://schemas.openxmlformats.org/officeDocument/2006/relationships/image" Target="../media/image31.png"/><Relationship Id="rId4" Type="http://schemas.openxmlformats.org/officeDocument/2006/relationships/image" Target="../media/image28.png"/></Relationships>
</file>

<file path=ppt/slides/_rels/slide3.xml.rels><?xml version="1.0" encoding="UTF-8" standalone="yes"?>
<Relationships xmlns="http://schemas.openxmlformats.org/package/2006/relationships"><Relationship Id="rId3" Type="http://schemas.openxmlformats.org/officeDocument/2006/relationships/image" Target="../media/image30.jpeg"/><Relationship Id="rId2" Type="http://schemas.openxmlformats.org/officeDocument/2006/relationships/image" Target="../media/image31.png"/><Relationship Id="rId1" Type="http://schemas.openxmlformats.org/officeDocument/2006/relationships/slideLayout" Target="../slideLayouts/slideLayout26.xml"/><Relationship Id="rId6" Type="http://schemas.openxmlformats.org/officeDocument/2006/relationships/image" Target="../media/image32.png"/><Relationship Id="rId5" Type="http://schemas.openxmlformats.org/officeDocument/2006/relationships/image" Target="../media/image35.png"/><Relationship Id="rId4" Type="http://schemas.openxmlformats.org/officeDocument/2006/relationships/image" Target="../media/image29.png"/></Relationships>
</file>

<file path=ppt/slides/_rels/slide4.xml.rels><?xml version="1.0" encoding="UTF-8" standalone="yes"?>
<Relationships xmlns="http://schemas.openxmlformats.org/package/2006/relationships"><Relationship Id="rId3" Type="http://schemas.openxmlformats.org/officeDocument/2006/relationships/image" Target="../media/image37.svg"/><Relationship Id="rId2" Type="http://schemas.openxmlformats.org/officeDocument/2006/relationships/image" Target="../media/image36.png"/><Relationship Id="rId1" Type="http://schemas.openxmlformats.org/officeDocument/2006/relationships/slideLayout" Target="../slideLayouts/slideLayout26.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Number Placeholder 1">
            <a:extLst>
              <a:ext uri="{FF2B5EF4-FFF2-40B4-BE49-F238E27FC236}">
                <a16:creationId xmlns:a16="http://schemas.microsoft.com/office/drawing/2014/main" id="{08A8D205-C90C-8EE6-4174-684A1643C380}"/>
              </a:ext>
            </a:extLst>
          </p:cNvPr>
          <p:cNvSpPr>
            <a:spLocks noGrp="1"/>
          </p:cNvSpPr>
          <p:nvPr>
            <p:ph type="sldNum" sz="quarter" idx="40"/>
          </p:nvPr>
        </p:nvSpPr>
        <p:spPr>
          <a:xfrm>
            <a:off x="762000" y="6423660"/>
            <a:ext cx="365760" cy="365760"/>
          </a:xfrm>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fld id="{345D60D9-5372-5F40-9443-0F9AE5BDC3C8}" type="slidenum">
              <a:rPr kumimoji="0" lang="en-US" sz="900" b="0" i="0" u="none" strike="noStrike" kern="1200" cap="none" spc="0" normalizeH="0" baseline="0" noProof="0" smtClean="0">
                <a:ln>
                  <a:noFill/>
                </a:ln>
                <a:solidFill>
                  <a:srgbClr val="8B8580"/>
                </a:solidFill>
                <a:effectLst/>
                <a:uLnTx/>
                <a:uFillTx/>
                <a:latin typeface="Oracle Sans Tab"/>
                <a:ea typeface="+mn-ea"/>
                <a:cs typeface="+mn-cs"/>
              </a:rPr>
              <a:pPr marL="0" marR="0" lvl="0" indent="0" algn="l" defTabSz="914400" rtl="0" eaLnBrk="1" fontAlgn="auto" latinLnBrk="0" hangingPunct="1">
                <a:lnSpc>
                  <a:spcPct val="100000"/>
                </a:lnSpc>
                <a:spcBef>
                  <a:spcPts val="0"/>
                </a:spcBef>
                <a:spcAft>
                  <a:spcPts val="0"/>
                </a:spcAft>
                <a:buClrTx/>
                <a:buSzTx/>
                <a:buFontTx/>
                <a:buNone/>
                <a:tabLst/>
                <a:defRPr/>
              </a:pPr>
              <a:t>1</a:t>
            </a:fld>
            <a:endParaRPr kumimoji="0" lang="en-US" sz="900" b="0" i="0" u="none" strike="noStrike" kern="1200" cap="none" spc="0" normalizeH="0" baseline="0" noProof="0" dirty="0">
              <a:ln>
                <a:noFill/>
              </a:ln>
              <a:solidFill>
                <a:srgbClr val="8B8580"/>
              </a:solidFill>
              <a:effectLst/>
              <a:uLnTx/>
              <a:uFillTx/>
              <a:latin typeface="Oracle Sans Tab"/>
              <a:ea typeface="+mn-ea"/>
              <a:cs typeface="+mn-cs"/>
            </a:endParaRPr>
          </a:p>
        </p:txBody>
      </p:sp>
      <p:sp>
        <p:nvSpPr>
          <p:cNvPr id="4" name="TextBox 3">
            <a:extLst>
              <a:ext uri="{FF2B5EF4-FFF2-40B4-BE49-F238E27FC236}">
                <a16:creationId xmlns:a16="http://schemas.microsoft.com/office/drawing/2014/main" id="{21D38919-EF56-0AFB-2C43-576729456367}"/>
              </a:ext>
            </a:extLst>
          </p:cNvPr>
          <p:cNvSpPr txBox="1"/>
          <p:nvPr/>
        </p:nvSpPr>
        <p:spPr>
          <a:xfrm>
            <a:off x="2695698" y="350462"/>
            <a:ext cx="5610604" cy="461665"/>
          </a:xfrm>
          <a:prstGeom prst="rect">
            <a:avLst/>
          </a:prstGeom>
          <a:solidFill>
            <a:schemeClr val="accent3"/>
          </a:solidFill>
        </p:spPr>
        <p:txBody>
          <a:bodyPr rot="0" spcFirstLastPara="0" vertOverflow="overflow" horzOverflow="overflow" vert="horz" wrap="square" lIns="91440" tIns="45720" rIns="91440" bIns="45720" numCol="1" spcCol="0" rtlCol="0" fromWordArt="0" anchor="t" anchorCtr="0" forceAA="0" compatLnSpc="1">
            <a:prstTxWarp prst="textNoShape">
              <a:avLst/>
            </a:prstTxWarp>
            <a:spAutoFit/>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sz="2400" b="1" i="0" u="none" strike="noStrike" kern="1200" cap="none" spc="0" normalizeH="0" baseline="0" noProof="0" dirty="0">
                <a:ln>
                  <a:noFill/>
                </a:ln>
                <a:solidFill>
                  <a:srgbClr val="FFFFFF"/>
                </a:solidFill>
                <a:effectLst/>
                <a:uLnTx/>
                <a:uFillTx/>
                <a:latin typeface="Oracle Sans Tab"/>
                <a:ea typeface="+mn-ea"/>
                <a:cs typeface="+mn-cs"/>
              </a:rPr>
              <a:t>Enterprise Intelligent </a:t>
            </a:r>
            <a:r>
              <a:rPr kumimoji="0" lang="en-US" sz="2400" b="1" i="0" u="none" strike="noStrike" kern="1200" cap="none" spc="0" normalizeH="0" baseline="0" noProof="0" dirty="0" err="1">
                <a:ln>
                  <a:noFill/>
                </a:ln>
                <a:solidFill>
                  <a:srgbClr val="FFFFFF"/>
                </a:solidFill>
                <a:effectLst/>
                <a:uLnTx/>
                <a:uFillTx/>
                <a:latin typeface="Oracle Sans Tab"/>
                <a:ea typeface="+mn-ea"/>
                <a:cs typeface="+mn-cs"/>
              </a:rPr>
              <a:t>Mainteance</a:t>
            </a:r>
            <a:endParaRPr kumimoji="0" lang="en-US" sz="2400" b="1" i="0" u="none" strike="noStrike" kern="1200" cap="none" spc="0" normalizeH="0" baseline="0" noProof="0" dirty="0">
              <a:ln>
                <a:noFill/>
              </a:ln>
              <a:solidFill>
                <a:srgbClr val="FFFFFF"/>
              </a:solidFill>
              <a:effectLst/>
              <a:uLnTx/>
              <a:uFillTx/>
              <a:latin typeface="Oracle Sans Tab"/>
              <a:ea typeface="+mn-ea"/>
              <a:cs typeface="+mn-cs"/>
            </a:endParaRPr>
          </a:p>
        </p:txBody>
      </p:sp>
      <p:pic>
        <p:nvPicPr>
          <p:cNvPr id="9" name="Picture 8">
            <a:extLst>
              <a:ext uri="{FF2B5EF4-FFF2-40B4-BE49-F238E27FC236}">
                <a16:creationId xmlns:a16="http://schemas.microsoft.com/office/drawing/2014/main" id="{4166B27C-F617-6F36-289F-DF5A8303478E}"/>
              </a:ext>
            </a:extLst>
          </p:cNvPr>
          <p:cNvPicPr>
            <a:picLocks noChangeAspect="1"/>
          </p:cNvPicPr>
          <p:nvPr/>
        </p:nvPicPr>
        <p:blipFill>
          <a:blip r:embed="rId2"/>
          <a:stretch>
            <a:fillRect/>
          </a:stretch>
        </p:blipFill>
        <p:spPr>
          <a:xfrm>
            <a:off x="542665" y="1569091"/>
            <a:ext cx="1182723" cy="1420657"/>
          </a:xfrm>
          <a:prstGeom prst="rect">
            <a:avLst/>
          </a:prstGeom>
        </p:spPr>
      </p:pic>
      <p:sp>
        <p:nvSpPr>
          <p:cNvPr id="10" name="TextBox 9">
            <a:extLst>
              <a:ext uri="{FF2B5EF4-FFF2-40B4-BE49-F238E27FC236}">
                <a16:creationId xmlns:a16="http://schemas.microsoft.com/office/drawing/2014/main" id="{1D3DFEE4-BBEF-0BC4-59AA-8E94764D5DD5}"/>
              </a:ext>
            </a:extLst>
          </p:cNvPr>
          <p:cNvSpPr txBox="1"/>
          <p:nvPr/>
        </p:nvSpPr>
        <p:spPr>
          <a:xfrm>
            <a:off x="399155" y="2945190"/>
            <a:ext cx="1402181" cy="523220"/>
          </a:xfrm>
          <a:prstGeom prst="rect">
            <a:avLst/>
          </a:prstGeom>
          <a:solidFill>
            <a:schemeClr val="accent1"/>
          </a:solidFill>
        </p:spPr>
        <p:txBody>
          <a:bodyPr wrap="square" rtlCol="0">
            <a:spAutoFit/>
          </a:bodyPr>
          <a:lstStyle/>
          <a:p>
            <a:pPr marL="0" marR="0" lvl="0" indent="0" algn="ctr" defTabSz="914400" rtl="0" eaLnBrk="1" fontAlgn="auto" latinLnBrk="0" hangingPunct="1">
              <a:lnSpc>
                <a:spcPct val="100000"/>
              </a:lnSpc>
              <a:spcBef>
                <a:spcPts val="0"/>
              </a:spcBef>
              <a:spcAft>
                <a:spcPts val="600"/>
              </a:spcAft>
              <a:buClrTx/>
              <a:buSzTx/>
              <a:buFontTx/>
              <a:buNone/>
              <a:tabLst/>
              <a:defRPr/>
            </a:pPr>
            <a:r>
              <a:rPr kumimoji="0" lang="en-US" sz="1400" b="1" i="0" u="none" strike="noStrike" kern="1200" cap="none" spc="0" normalizeH="0" baseline="0" noProof="0" dirty="0">
                <a:ln>
                  <a:noFill/>
                </a:ln>
                <a:solidFill>
                  <a:srgbClr val="FFFFFF"/>
                </a:solidFill>
                <a:effectLst/>
                <a:uLnTx/>
                <a:uFillTx/>
                <a:latin typeface="Oracle Sans Tab"/>
                <a:ea typeface="+mn-ea"/>
                <a:cs typeface="+mn-cs"/>
              </a:rPr>
              <a:t>Text-Based Event Reports</a:t>
            </a:r>
          </a:p>
        </p:txBody>
      </p:sp>
      <p:sp>
        <p:nvSpPr>
          <p:cNvPr id="11" name="Rectangle: Rounded Corners 1154">
            <a:extLst>
              <a:ext uri="{FF2B5EF4-FFF2-40B4-BE49-F238E27FC236}">
                <a16:creationId xmlns:a16="http://schemas.microsoft.com/office/drawing/2014/main" id="{F761DD5B-C108-7B1F-8670-1017BE642050}"/>
              </a:ext>
            </a:extLst>
          </p:cNvPr>
          <p:cNvSpPr/>
          <p:nvPr/>
        </p:nvSpPr>
        <p:spPr>
          <a:xfrm>
            <a:off x="2691665" y="1431981"/>
            <a:ext cx="5614637" cy="2024782"/>
          </a:xfrm>
          <a:custGeom>
            <a:avLst/>
            <a:gdLst>
              <a:gd name="connsiteX0" fmla="*/ 0 w 5614637"/>
              <a:gd name="connsiteY0" fmla="*/ 103041 h 2024782"/>
              <a:gd name="connsiteX1" fmla="*/ 103041 w 5614637"/>
              <a:gd name="connsiteY1" fmla="*/ 0 h 2024782"/>
              <a:gd name="connsiteX2" fmla="*/ 535725 w 5614637"/>
              <a:gd name="connsiteY2" fmla="*/ 0 h 2024782"/>
              <a:gd name="connsiteX3" fmla="*/ 914324 w 5614637"/>
              <a:gd name="connsiteY3" fmla="*/ 0 h 2024782"/>
              <a:gd name="connsiteX4" fmla="*/ 1347009 w 5614637"/>
              <a:gd name="connsiteY4" fmla="*/ 0 h 2024782"/>
              <a:gd name="connsiteX5" fmla="*/ 1833779 w 5614637"/>
              <a:gd name="connsiteY5" fmla="*/ 0 h 2024782"/>
              <a:gd name="connsiteX6" fmla="*/ 2374634 w 5614637"/>
              <a:gd name="connsiteY6" fmla="*/ 0 h 2024782"/>
              <a:gd name="connsiteX7" fmla="*/ 2807319 w 5614637"/>
              <a:gd name="connsiteY7" fmla="*/ 0 h 2024782"/>
              <a:gd name="connsiteX8" fmla="*/ 3456345 w 5614637"/>
              <a:gd name="connsiteY8" fmla="*/ 0 h 2024782"/>
              <a:gd name="connsiteX9" fmla="*/ 3997201 w 5614637"/>
              <a:gd name="connsiteY9" fmla="*/ 0 h 2024782"/>
              <a:gd name="connsiteX10" fmla="*/ 4646227 w 5614637"/>
              <a:gd name="connsiteY10" fmla="*/ 0 h 2024782"/>
              <a:gd name="connsiteX11" fmla="*/ 5511596 w 5614637"/>
              <a:gd name="connsiteY11" fmla="*/ 0 h 2024782"/>
              <a:gd name="connsiteX12" fmla="*/ 5614637 w 5614637"/>
              <a:gd name="connsiteY12" fmla="*/ 103041 h 2024782"/>
              <a:gd name="connsiteX13" fmla="*/ 5614637 w 5614637"/>
              <a:gd name="connsiteY13" fmla="*/ 539529 h 2024782"/>
              <a:gd name="connsiteX14" fmla="*/ 5614637 w 5614637"/>
              <a:gd name="connsiteY14" fmla="*/ 994204 h 2024782"/>
              <a:gd name="connsiteX15" fmla="*/ 5614637 w 5614637"/>
              <a:gd name="connsiteY15" fmla="*/ 1394318 h 2024782"/>
              <a:gd name="connsiteX16" fmla="*/ 5614637 w 5614637"/>
              <a:gd name="connsiteY16" fmla="*/ 1921741 h 2024782"/>
              <a:gd name="connsiteX17" fmla="*/ 5511596 w 5614637"/>
              <a:gd name="connsiteY17" fmla="*/ 2024782 h 2024782"/>
              <a:gd name="connsiteX18" fmla="*/ 4862569 w 5614637"/>
              <a:gd name="connsiteY18" fmla="*/ 2024782 h 2024782"/>
              <a:gd name="connsiteX19" fmla="*/ 4429885 w 5614637"/>
              <a:gd name="connsiteY19" fmla="*/ 2024782 h 2024782"/>
              <a:gd name="connsiteX20" fmla="*/ 3889029 w 5614637"/>
              <a:gd name="connsiteY20" fmla="*/ 2024782 h 2024782"/>
              <a:gd name="connsiteX21" fmla="*/ 3294088 w 5614637"/>
              <a:gd name="connsiteY21" fmla="*/ 2024782 h 2024782"/>
              <a:gd name="connsiteX22" fmla="*/ 2645062 w 5614637"/>
              <a:gd name="connsiteY22" fmla="*/ 2024782 h 2024782"/>
              <a:gd name="connsiteX23" fmla="*/ 2050121 w 5614637"/>
              <a:gd name="connsiteY23" fmla="*/ 2024782 h 2024782"/>
              <a:gd name="connsiteX24" fmla="*/ 1401094 w 5614637"/>
              <a:gd name="connsiteY24" fmla="*/ 2024782 h 2024782"/>
              <a:gd name="connsiteX25" fmla="*/ 806153 w 5614637"/>
              <a:gd name="connsiteY25" fmla="*/ 2024782 h 2024782"/>
              <a:gd name="connsiteX26" fmla="*/ 103041 w 5614637"/>
              <a:gd name="connsiteY26" fmla="*/ 2024782 h 2024782"/>
              <a:gd name="connsiteX27" fmla="*/ 0 w 5614637"/>
              <a:gd name="connsiteY27" fmla="*/ 1921741 h 2024782"/>
              <a:gd name="connsiteX28" fmla="*/ 0 w 5614637"/>
              <a:gd name="connsiteY28" fmla="*/ 1430692 h 2024782"/>
              <a:gd name="connsiteX29" fmla="*/ 0 w 5614637"/>
              <a:gd name="connsiteY29" fmla="*/ 1030578 h 2024782"/>
              <a:gd name="connsiteX30" fmla="*/ 0 w 5614637"/>
              <a:gd name="connsiteY30" fmla="*/ 612277 h 2024782"/>
              <a:gd name="connsiteX31" fmla="*/ 0 w 5614637"/>
              <a:gd name="connsiteY31" fmla="*/ 103041 h 2024782"/>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Lst>
            <a:rect l="l" t="t" r="r" b="b"/>
            <a:pathLst>
              <a:path w="5614637" h="2024782" fill="none" extrusionOk="0">
                <a:moveTo>
                  <a:pt x="0" y="103041"/>
                </a:moveTo>
                <a:cubicBezTo>
                  <a:pt x="1006" y="41743"/>
                  <a:pt x="33452" y="-409"/>
                  <a:pt x="103041" y="0"/>
                </a:cubicBezTo>
                <a:cubicBezTo>
                  <a:pt x="202454" y="-35007"/>
                  <a:pt x="408430" y="40611"/>
                  <a:pt x="535725" y="0"/>
                </a:cubicBezTo>
                <a:cubicBezTo>
                  <a:pt x="663020" y="-40611"/>
                  <a:pt x="834660" y="32808"/>
                  <a:pt x="914324" y="0"/>
                </a:cubicBezTo>
                <a:cubicBezTo>
                  <a:pt x="993988" y="-32808"/>
                  <a:pt x="1223354" y="11079"/>
                  <a:pt x="1347009" y="0"/>
                </a:cubicBezTo>
                <a:cubicBezTo>
                  <a:pt x="1470664" y="-11079"/>
                  <a:pt x="1665086" y="53409"/>
                  <a:pt x="1833779" y="0"/>
                </a:cubicBezTo>
                <a:cubicBezTo>
                  <a:pt x="2002472" y="-53409"/>
                  <a:pt x="2173437" y="2598"/>
                  <a:pt x="2374634" y="0"/>
                </a:cubicBezTo>
                <a:cubicBezTo>
                  <a:pt x="2575832" y="-2598"/>
                  <a:pt x="2647411" y="24738"/>
                  <a:pt x="2807319" y="0"/>
                </a:cubicBezTo>
                <a:cubicBezTo>
                  <a:pt x="2967227" y="-24738"/>
                  <a:pt x="3155892" y="32992"/>
                  <a:pt x="3456345" y="0"/>
                </a:cubicBezTo>
                <a:cubicBezTo>
                  <a:pt x="3756798" y="-32992"/>
                  <a:pt x="3797495" y="60480"/>
                  <a:pt x="3997201" y="0"/>
                </a:cubicBezTo>
                <a:cubicBezTo>
                  <a:pt x="4196907" y="-60480"/>
                  <a:pt x="4323931" y="68863"/>
                  <a:pt x="4646227" y="0"/>
                </a:cubicBezTo>
                <a:cubicBezTo>
                  <a:pt x="4968523" y="-68863"/>
                  <a:pt x="5311839" y="96149"/>
                  <a:pt x="5511596" y="0"/>
                </a:cubicBezTo>
                <a:cubicBezTo>
                  <a:pt x="5566162" y="8579"/>
                  <a:pt x="5622712" y="32534"/>
                  <a:pt x="5614637" y="103041"/>
                </a:cubicBezTo>
                <a:cubicBezTo>
                  <a:pt x="5649070" y="196790"/>
                  <a:pt x="5604945" y="370389"/>
                  <a:pt x="5614637" y="539529"/>
                </a:cubicBezTo>
                <a:cubicBezTo>
                  <a:pt x="5624329" y="708669"/>
                  <a:pt x="5585183" y="870889"/>
                  <a:pt x="5614637" y="994204"/>
                </a:cubicBezTo>
                <a:cubicBezTo>
                  <a:pt x="5644091" y="1117520"/>
                  <a:pt x="5602794" y="1249927"/>
                  <a:pt x="5614637" y="1394318"/>
                </a:cubicBezTo>
                <a:cubicBezTo>
                  <a:pt x="5626480" y="1538709"/>
                  <a:pt x="5578347" y="1798339"/>
                  <a:pt x="5614637" y="1921741"/>
                </a:cubicBezTo>
                <a:cubicBezTo>
                  <a:pt x="5618653" y="1964543"/>
                  <a:pt x="5563638" y="2016132"/>
                  <a:pt x="5511596" y="2024782"/>
                </a:cubicBezTo>
                <a:cubicBezTo>
                  <a:pt x="5357152" y="2036280"/>
                  <a:pt x="5136219" y="2011766"/>
                  <a:pt x="4862569" y="2024782"/>
                </a:cubicBezTo>
                <a:cubicBezTo>
                  <a:pt x="4588919" y="2037798"/>
                  <a:pt x="4543038" y="1978098"/>
                  <a:pt x="4429885" y="2024782"/>
                </a:cubicBezTo>
                <a:cubicBezTo>
                  <a:pt x="4316732" y="2071466"/>
                  <a:pt x="4058147" y="1964293"/>
                  <a:pt x="3889029" y="2024782"/>
                </a:cubicBezTo>
                <a:cubicBezTo>
                  <a:pt x="3719911" y="2085271"/>
                  <a:pt x="3577658" y="1975784"/>
                  <a:pt x="3294088" y="2024782"/>
                </a:cubicBezTo>
                <a:cubicBezTo>
                  <a:pt x="3010518" y="2073780"/>
                  <a:pt x="2830615" y="1958320"/>
                  <a:pt x="2645062" y="2024782"/>
                </a:cubicBezTo>
                <a:cubicBezTo>
                  <a:pt x="2459509" y="2091244"/>
                  <a:pt x="2298751" y="1995869"/>
                  <a:pt x="2050121" y="2024782"/>
                </a:cubicBezTo>
                <a:cubicBezTo>
                  <a:pt x="1801491" y="2053695"/>
                  <a:pt x="1671420" y="1955050"/>
                  <a:pt x="1401094" y="2024782"/>
                </a:cubicBezTo>
                <a:cubicBezTo>
                  <a:pt x="1130768" y="2094514"/>
                  <a:pt x="1007540" y="1967875"/>
                  <a:pt x="806153" y="2024782"/>
                </a:cubicBezTo>
                <a:cubicBezTo>
                  <a:pt x="604766" y="2081689"/>
                  <a:pt x="381195" y="2007758"/>
                  <a:pt x="103041" y="2024782"/>
                </a:cubicBezTo>
                <a:cubicBezTo>
                  <a:pt x="46972" y="2014150"/>
                  <a:pt x="-2376" y="1982099"/>
                  <a:pt x="0" y="1921741"/>
                </a:cubicBezTo>
                <a:cubicBezTo>
                  <a:pt x="-18096" y="1718807"/>
                  <a:pt x="31002" y="1531661"/>
                  <a:pt x="0" y="1430692"/>
                </a:cubicBezTo>
                <a:cubicBezTo>
                  <a:pt x="-31002" y="1329723"/>
                  <a:pt x="24430" y="1189705"/>
                  <a:pt x="0" y="1030578"/>
                </a:cubicBezTo>
                <a:cubicBezTo>
                  <a:pt x="-24430" y="871451"/>
                  <a:pt x="25694" y="816051"/>
                  <a:pt x="0" y="612277"/>
                </a:cubicBezTo>
                <a:cubicBezTo>
                  <a:pt x="-25694" y="408503"/>
                  <a:pt x="55495" y="307386"/>
                  <a:pt x="0" y="103041"/>
                </a:cubicBezTo>
                <a:close/>
              </a:path>
              <a:path w="5614637" h="2024782" stroke="0" extrusionOk="0">
                <a:moveTo>
                  <a:pt x="0" y="103041"/>
                </a:moveTo>
                <a:cubicBezTo>
                  <a:pt x="-4064" y="43626"/>
                  <a:pt x="30503" y="5866"/>
                  <a:pt x="103041" y="0"/>
                </a:cubicBezTo>
                <a:cubicBezTo>
                  <a:pt x="263644" y="-59738"/>
                  <a:pt x="459286" y="77819"/>
                  <a:pt x="752068" y="0"/>
                </a:cubicBezTo>
                <a:cubicBezTo>
                  <a:pt x="1044850" y="-77819"/>
                  <a:pt x="1003938" y="4005"/>
                  <a:pt x="1238838" y="0"/>
                </a:cubicBezTo>
                <a:cubicBezTo>
                  <a:pt x="1473738" y="-4005"/>
                  <a:pt x="1500885" y="7070"/>
                  <a:pt x="1671522" y="0"/>
                </a:cubicBezTo>
                <a:cubicBezTo>
                  <a:pt x="1842159" y="-7070"/>
                  <a:pt x="2065947" y="25216"/>
                  <a:pt x="2266463" y="0"/>
                </a:cubicBezTo>
                <a:cubicBezTo>
                  <a:pt x="2466979" y="-25216"/>
                  <a:pt x="2561535" y="4607"/>
                  <a:pt x="2753233" y="0"/>
                </a:cubicBezTo>
                <a:cubicBezTo>
                  <a:pt x="2944931" y="-4607"/>
                  <a:pt x="3122682" y="22919"/>
                  <a:pt x="3402260" y="0"/>
                </a:cubicBezTo>
                <a:cubicBezTo>
                  <a:pt x="3681838" y="-22919"/>
                  <a:pt x="3642454" y="41299"/>
                  <a:pt x="3834944" y="0"/>
                </a:cubicBezTo>
                <a:cubicBezTo>
                  <a:pt x="4027434" y="-41299"/>
                  <a:pt x="4247596" y="73998"/>
                  <a:pt x="4483971" y="0"/>
                </a:cubicBezTo>
                <a:cubicBezTo>
                  <a:pt x="4720346" y="-73998"/>
                  <a:pt x="4773392" y="30805"/>
                  <a:pt x="4862569" y="0"/>
                </a:cubicBezTo>
                <a:cubicBezTo>
                  <a:pt x="4951746" y="-30805"/>
                  <a:pt x="5352154" y="22017"/>
                  <a:pt x="5511596" y="0"/>
                </a:cubicBezTo>
                <a:cubicBezTo>
                  <a:pt x="5575103" y="9823"/>
                  <a:pt x="5615986" y="60104"/>
                  <a:pt x="5614637" y="103041"/>
                </a:cubicBezTo>
                <a:cubicBezTo>
                  <a:pt x="5634351" y="212338"/>
                  <a:pt x="5610030" y="398315"/>
                  <a:pt x="5614637" y="503155"/>
                </a:cubicBezTo>
                <a:cubicBezTo>
                  <a:pt x="5619244" y="607995"/>
                  <a:pt x="5602249" y="858085"/>
                  <a:pt x="5614637" y="994204"/>
                </a:cubicBezTo>
                <a:cubicBezTo>
                  <a:pt x="5627025" y="1130323"/>
                  <a:pt x="5603162" y="1214425"/>
                  <a:pt x="5614637" y="1412505"/>
                </a:cubicBezTo>
                <a:cubicBezTo>
                  <a:pt x="5626112" y="1610585"/>
                  <a:pt x="5604151" y="1798361"/>
                  <a:pt x="5614637" y="1921741"/>
                </a:cubicBezTo>
                <a:cubicBezTo>
                  <a:pt x="5608868" y="1966889"/>
                  <a:pt x="5569236" y="2014887"/>
                  <a:pt x="5511596" y="2024782"/>
                </a:cubicBezTo>
                <a:cubicBezTo>
                  <a:pt x="5280901" y="2027480"/>
                  <a:pt x="5068039" y="1964145"/>
                  <a:pt x="4916655" y="2024782"/>
                </a:cubicBezTo>
                <a:cubicBezTo>
                  <a:pt x="4765271" y="2085419"/>
                  <a:pt x="4672358" y="2011113"/>
                  <a:pt x="4483971" y="2024782"/>
                </a:cubicBezTo>
                <a:cubicBezTo>
                  <a:pt x="4295584" y="2038451"/>
                  <a:pt x="3988055" y="1980976"/>
                  <a:pt x="3834944" y="2024782"/>
                </a:cubicBezTo>
                <a:cubicBezTo>
                  <a:pt x="3681833" y="2068588"/>
                  <a:pt x="3421712" y="1980188"/>
                  <a:pt x="3294088" y="2024782"/>
                </a:cubicBezTo>
                <a:cubicBezTo>
                  <a:pt x="3166464" y="2069376"/>
                  <a:pt x="3062924" y="1986731"/>
                  <a:pt x="2861404" y="2024782"/>
                </a:cubicBezTo>
                <a:cubicBezTo>
                  <a:pt x="2659884" y="2062833"/>
                  <a:pt x="2539500" y="2020278"/>
                  <a:pt x="2320549" y="2024782"/>
                </a:cubicBezTo>
                <a:cubicBezTo>
                  <a:pt x="2101598" y="2029286"/>
                  <a:pt x="2023022" y="1994975"/>
                  <a:pt x="1941950" y="2024782"/>
                </a:cubicBezTo>
                <a:cubicBezTo>
                  <a:pt x="1860878" y="2054589"/>
                  <a:pt x="1680701" y="1988033"/>
                  <a:pt x="1563351" y="2024782"/>
                </a:cubicBezTo>
                <a:cubicBezTo>
                  <a:pt x="1446001" y="2061531"/>
                  <a:pt x="1175424" y="2023706"/>
                  <a:pt x="1022495" y="2024782"/>
                </a:cubicBezTo>
                <a:cubicBezTo>
                  <a:pt x="869566" y="2025858"/>
                  <a:pt x="800205" y="1983673"/>
                  <a:pt x="589811" y="2024782"/>
                </a:cubicBezTo>
                <a:cubicBezTo>
                  <a:pt x="379417" y="2065891"/>
                  <a:pt x="328846" y="2004217"/>
                  <a:pt x="103041" y="2024782"/>
                </a:cubicBezTo>
                <a:cubicBezTo>
                  <a:pt x="59037" y="2021951"/>
                  <a:pt x="3456" y="1981496"/>
                  <a:pt x="0" y="1921741"/>
                </a:cubicBezTo>
                <a:cubicBezTo>
                  <a:pt x="-1860" y="1720060"/>
                  <a:pt x="5536" y="1649623"/>
                  <a:pt x="0" y="1430692"/>
                </a:cubicBezTo>
                <a:cubicBezTo>
                  <a:pt x="-5536" y="1211761"/>
                  <a:pt x="22086" y="1163927"/>
                  <a:pt x="0" y="957830"/>
                </a:cubicBezTo>
                <a:cubicBezTo>
                  <a:pt x="-22086" y="751733"/>
                  <a:pt x="29152" y="719398"/>
                  <a:pt x="0" y="539529"/>
                </a:cubicBezTo>
                <a:cubicBezTo>
                  <a:pt x="-29152" y="359660"/>
                  <a:pt x="16312" y="222673"/>
                  <a:pt x="0" y="103041"/>
                </a:cubicBezTo>
                <a:close/>
              </a:path>
            </a:pathLst>
          </a:custGeom>
          <a:solidFill>
            <a:schemeClr val="tx1">
              <a:lumMod val="95000"/>
            </a:schemeClr>
          </a:solidFill>
          <a:ln w="38100">
            <a:solidFill>
              <a:schemeClr val="accent2"/>
            </a:solidFill>
            <a:prstDash val="lgDash"/>
            <a:extLst>
              <a:ext uri="{C807C97D-BFC1-408E-A445-0C87EB9F89A2}">
                <ask:lineSketchStyleProps xmlns:ask="http://schemas.microsoft.com/office/drawing/2018/sketchyshapes" sd="1219033472">
                  <a:prstGeom prst="roundRect">
                    <a:avLst>
                      <a:gd name="adj" fmla="val 5089"/>
                    </a:avLst>
                  </a:prstGeom>
                  <ask:type>
                    <ask:lineSketchScribble/>
                  </ask:type>
                </ask:lineSketchStyleProps>
              </a:ext>
            </a:extLst>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srgbClr val="F3F3F3"/>
              </a:solidFill>
              <a:effectLst/>
              <a:uLnTx/>
              <a:uFillTx/>
              <a:latin typeface="Oracle Sans Tab"/>
              <a:ea typeface="+mn-ea"/>
              <a:cs typeface="+mn-cs"/>
            </a:endParaRPr>
          </a:p>
        </p:txBody>
      </p:sp>
      <p:sp>
        <p:nvSpPr>
          <p:cNvPr id="12" name="Rectangle: Rounded Corners 1156">
            <a:extLst>
              <a:ext uri="{FF2B5EF4-FFF2-40B4-BE49-F238E27FC236}">
                <a16:creationId xmlns:a16="http://schemas.microsoft.com/office/drawing/2014/main" id="{730AB77F-36AE-6D2F-03C6-244EAFF40915}"/>
              </a:ext>
            </a:extLst>
          </p:cNvPr>
          <p:cNvSpPr/>
          <p:nvPr/>
        </p:nvSpPr>
        <p:spPr>
          <a:xfrm>
            <a:off x="2691665" y="3911895"/>
            <a:ext cx="5614637" cy="2024782"/>
          </a:xfrm>
          <a:custGeom>
            <a:avLst/>
            <a:gdLst>
              <a:gd name="connsiteX0" fmla="*/ 0 w 5614637"/>
              <a:gd name="connsiteY0" fmla="*/ 103041 h 2024782"/>
              <a:gd name="connsiteX1" fmla="*/ 103041 w 5614637"/>
              <a:gd name="connsiteY1" fmla="*/ 0 h 2024782"/>
              <a:gd name="connsiteX2" fmla="*/ 5511596 w 5614637"/>
              <a:gd name="connsiteY2" fmla="*/ 0 h 2024782"/>
              <a:gd name="connsiteX3" fmla="*/ 5614637 w 5614637"/>
              <a:gd name="connsiteY3" fmla="*/ 103041 h 2024782"/>
              <a:gd name="connsiteX4" fmla="*/ 5614637 w 5614637"/>
              <a:gd name="connsiteY4" fmla="*/ 1921741 h 2024782"/>
              <a:gd name="connsiteX5" fmla="*/ 5511596 w 5614637"/>
              <a:gd name="connsiteY5" fmla="*/ 2024782 h 2024782"/>
              <a:gd name="connsiteX6" fmla="*/ 103041 w 5614637"/>
              <a:gd name="connsiteY6" fmla="*/ 2024782 h 2024782"/>
              <a:gd name="connsiteX7" fmla="*/ 0 w 5614637"/>
              <a:gd name="connsiteY7" fmla="*/ 1921741 h 2024782"/>
              <a:gd name="connsiteX8" fmla="*/ 0 w 5614637"/>
              <a:gd name="connsiteY8" fmla="*/ 103041 h 2024782"/>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Lst>
            <a:rect l="l" t="t" r="r" b="b"/>
            <a:pathLst>
              <a:path w="5614637" h="2024782" fill="none" extrusionOk="0">
                <a:moveTo>
                  <a:pt x="0" y="103041"/>
                </a:moveTo>
                <a:cubicBezTo>
                  <a:pt x="915" y="49031"/>
                  <a:pt x="45891" y="-7247"/>
                  <a:pt x="103041" y="0"/>
                </a:cubicBezTo>
                <a:cubicBezTo>
                  <a:pt x="1657353" y="-44597"/>
                  <a:pt x="3385165" y="-108676"/>
                  <a:pt x="5511596" y="0"/>
                </a:cubicBezTo>
                <a:cubicBezTo>
                  <a:pt x="5566244" y="912"/>
                  <a:pt x="5619744" y="46891"/>
                  <a:pt x="5614637" y="103041"/>
                </a:cubicBezTo>
                <a:cubicBezTo>
                  <a:pt x="5647162" y="851944"/>
                  <a:pt x="5518800" y="1070284"/>
                  <a:pt x="5614637" y="1921741"/>
                </a:cubicBezTo>
                <a:cubicBezTo>
                  <a:pt x="5614096" y="1976193"/>
                  <a:pt x="5568511" y="2019198"/>
                  <a:pt x="5511596" y="2024782"/>
                </a:cubicBezTo>
                <a:cubicBezTo>
                  <a:pt x="4455694" y="2022890"/>
                  <a:pt x="762487" y="1888365"/>
                  <a:pt x="103041" y="2024782"/>
                </a:cubicBezTo>
                <a:cubicBezTo>
                  <a:pt x="49932" y="2026604"/>
                  <a:pt x="1910" y="1977055"/>
                  <a:pt x="0" y="1921741"/>
                </a:cubicBezTo>
                <a:cubicBezTo>
                  <a:pt x="-113784" y="1061125"/>
                  <a:pt x="-140436" y="873617"/>
                  <a:pt x="0" y="103041"/>
                </a:cubicBezTo>
                <a:close/>
              </a:path>
              <a:path w="5614637" h="2024782" stroke="0" extrusionOk="0">
                <a:moveTo>
                  <a:pt x="0" y="103041"/>
                </a:moveTo>
                <a:cubicBezTo>
                  <a:pt x="7597" y="38805"/>
                  <a:pt x="46795" y="7966"/>
                  <a:pt x="103041" y="0"/>
                </a:cubicBezTo>
                <a:cubicBezTo>
                  <a:pt x="1901881" y="72773"/>
                  <a:pt x="3332486" y="-25727"/>
                  <a:pt x="5511596" y="0"/>
                </a:cubicBezTo>
                <a:cubicBezTo>
                  <a:pt x="5561131" y="-3425"/>
                  <a:pt x="5617080" y="49065"/>
                  <a:pt x="5614637" y="103041"/>
                </a:cubicBezTo>
                <a:cubicBezTo>
                  <a:pt x="5626054" y="755229"/>
                  <a:pt x="5591766" y="1194603"/>
                  <a:pt x="5614637" y="1921741"/>
                </a:cubicBezTo>
                <a:cubicBezTo>
                  <a:pt x="5619482" y="1986153"/>
                  <a:pt x="5566080" y="2028865"/>
                  <a:pt x="5511596" y="2024782"/>
                </a:cubicBezTo>
                <a:cubicBezTo>
                  <a:pt x="4306708" y="1874032"/>
                  <a:pt x="828540" y="2095257"/>
                  <a:pt x="103041" y="2024782"/>
                </a:cubicBezTo>
                <a:cubicBezTo>
                  <a:pt x="45045" y="2014920"/>
                  <a:pt x="-851" y="1977165"/>
                  <a:pt x="0" y="1921741"/>
                </a:cubicBezTo>
                <a:cubicBezTo>
                  <a:pt x="-30163" y="1689948"/>
                  <a:pt x="71075" y="924347"/>
                  <a:pt x="0" y="103041"/>
                </a:cubicBezTo>
                <a:close/>
              </a:path>
            </a:pathLst>
          </a:custGeom>
          <a:solidFill>
            <a:schemeClr val="tx1">
              <a:lumMod val="95000"/>
            </a:schemeClr>
          </a:solidFill>
          <a:ln w="38100">
            <a:solidFill>
              <a:schemeClr val="accent2"/>
            </a:solidFill>
            <a:prstDash val="lgDash"/>
            <a:extLst>
              <a:ext uri="{C807C97D-BFC1-408E-A445-0C87EB9F89A2}">
                <ask:lineSketchStyleProps xmlns:ask="http://schemas.microsoft.com/office/drawing/2018/sketchyshapes" sd="499083403">
                  <a:prstGeom prst="roundRect">
                    <a:avLst>
                      <a:gd name="adj" fmla="val 5089"/>
                    </a:avLst>
                  </a:prstGeom>
                  <ask:type>
                    <ask:lineSketchCurved/>
                  </ask:type>
                </ask:lineSketchStyleProps>
              </a:ext>
            </a:extLst>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srgbClr val="F3F3F3"/>
              </a:solidFill>
              <a:effectLst/>
              <a:uLnTx/>
              <a:uFillTx/>
              <a:latin typeface="Oracle Sans Tab"/>
              <a:ea typeface="+mn-ea"/>
              <a:cs typeface="+mn-cs"/>
            </a:endParaRPr>
          </a:p>
        </p:txBody>
      </p:sp>
      <p:pic>
        <p:nvPicPr>
          <p:cNvPr id="14" name="Picture 20" descr="Applications Marketplace | Digital Communications Technologies">
            <a:extLst>
              <a:ext uri="{FF2B5EF4-FFF2-40B4-BE49-F238E27FC236}">
                <a16:creationId xmlns:a16="http://schemas.microsoft.com/office/drawing/2014/main" id="{AC1FDE7B-B19C-8A81-BC82-146B7083F88F}"/>
              </a:ext>
            </a:extLst>
          </p:cNvPr>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3063473" y="4200747"/>
            <a:ext cx="894033" cy="894033"/>
          </a:xfrm>
          <a:prstGeom prst="rect">
            <a:avLst/>
          </a:prstGeom>
          <a:noFill/>
          <a:extLst>
            <a:ext uri="{909E8E84-426E-40DD-AFC4-6F175D3DCCD1}">
              <a14:hiddenFill xmlns:a14="http://schemas.microsoft.com/office/drawing/2010/main">
                <a:solidFill>
                  <a:srgbClr val="FFFFFF"/>
                </a:solidFill>
              </a14:hiddenFill>
            </a:ext>
          </a:extLst>
        </p:spPr>
      </p:pic>
      <p:sp>
        <p:nvSpPr>
          <p:cNvPr id="15" name="TextBox 14">
            <a:extLst>
              <a:ext uri="{FF2B5EF4-FFF2-40B4-BE49-F238E27FC236}">
                <a16:creationId xmlns:a16="http://schemas.microsoft.com/office/drawing/2014/main" id="{DCFA7E3B-CF8F-5C92-35F9-DDACF82D8B48}"/>
              </a:ext>
            </a:extLst>
          </p:cNvPr>
          <p:cNvSpPr txBox="1"/>
          <p:nvPr/>
        </p:nvSpPr>
        <p:spPr>
          <a:xfrm>
            <a:off x="2811073" y="5039619"/>
            <a:ext cx="1398832" cy="523220"/>
          </a:xfrm>
          <a:prstGeom prst="rect">
            <a:avLst/>
          </a:prstGeom>
          <a:solidFill>
            <a:schemeClr val="accent1"/>
          </a:solidFill>
        </p:spPr>
        <p:txBody>
          <a:bodyPr wrap="square" rtlCol="0">
            <a:spAutoFit/>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sz="1400" b="1" i="0" u="none" strike="noStrike" kern="1200" cap="none" spc="0" normalizeH="0" baseline="0" noProof="0" dirty="0">
                <a:ln>
                  <a:noFill/>
                </a:ln>
                <a:solidFill>
                  <a:srgbClr val="FFFFFF"/>
                </a:solidFill>
                <a:effectLst/>
                <a:uLnTx/>
                <a:uFillTx/>
                <a:latin typeface="Oracle Sans"/>
                <a:ea typeface="+mn-ea"/>
                <a:cs typeface="Oracle Sans"/>
                <a:rtl val="0"/>
              </a:rPr>
              <a:t>Things Board</a:t>
            </a:r>
          </a:p>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sz="1400" b="1" i="0" u="none" strike="noStrike" kern="1200" cap="none" spc="0" normalizeH="0" baseline="0" noProof="0" dirty="0">
                <a:ln>
                  <a:noFill/>
                </a:ln>
                <a:solidFill>
                  <a:srgbClr val="FFFFFF"/>
                </a:solidFill>
                <a:effectLst/>
                <a:uLnTx/>
                <a:uFillTx/>
                <a:latin typeface="Oracle Sans"/>
                <a:ea typeface="+mn-ea"/>
                <a:cs typeface="Oracle Sans"/>
                <a:rtl val="0"/>
              </a:rPr>
              <a:t>IoT Streaming</a:t>
            </a:r>
          </a:p>
        </p:txBody>
      </p:sp>
      <p:grpSp>
        <p:nvGrpSpPr>
          <p:cNvPr id="18" name="Graphic 2">
            <a:extLst>
              <a:ext uri="{FF2B5EF4-FFF2-40B4-BE49-F238E27FC236}">
                <a16:creationId xmlns:a16="http://schemas.microsoft.com/office/drawing/2014/main" id="{56D76410-9A5B-441B-A1C1-60FDCFFA36B2}"/>
              </a:ext>
            </a:extLst>
          </p:cNvPr>
          <p:cNvGrpSpPr/>
          <p:nvPr/>
        </p:nvGrpSpPr>
        <p:grpSpPr>
          <a:xfrm>
            <a:off x="6969885" y="4359486"/>
            <a:ext cx="781567" cy="576555"/>
            <a:chOff x="2797743" y="766674"/>
            <a:chExt cx="513347" cy="468368"/>
          </a:xfrm>
        </p:grpSpPr>
        <p:sp>
          <p:nvSpPr>
            <p:cNvPr id="20" name="Freeform: Shape 1268">
              <a:extLst>
                <a:ext uri="{FF2B5EF4-FFF2-40B4-BE49-F238E27FC236}">
                  <a16:creationId xmlns:a16="http://schemas.microsoft.com/office/drawing/2014/main" id="{3E84BC89-DC9C-75D3-FAB4-FB5A1FFF4831}"/>
                </a:ext>
              </a:extLst>
            </p:cNvPr>
            <p:cNvSpPr/>
            <p:nvPr/>
          </p:nvSpPr>
          <p:spPr>
            <a:xfrm>
              <a:off x="2797743" y="789575"/>
              <a:ext cx="513347" cy="445467"/>
            </a:xfrm>
            <a:custGeom>
              <a:avLst/>
              <a:gdLst>
                <a:gd name="connsiteX0" fmla="*/ 272581 w 513347"/>
                <a:gd name="connsiteY0" fmla="*/ 10606 h 445467"/>
                <a:gd name="connsiteX1" fmla="*/ 361679 w 513347"/>
                <a:gd name="connsiteY1" fmla="*/ 65759 h 445467"/>
                <a:gd name="connsiteX2" fmla="*/ 368038 w 513347"/>
                <a:gd name="connsiteY2" fmla="*/ 74244 h 445467"/>
                <a:gd name="connsiteX3" fmla="*/ 377586 w 513347"/>
                <a:gd name="connsiteY3" fmla="*/ 88033 h 445467"/>
                <a:gd name="connsiteX4" fmla="*/ 453953 w 513347"/>
                <a:gd name="connsiteY4" fmla="*/ 130458 h 445467"/>
                <a:gd name="connsiteX5" fmla="*/ 458195 w 513347"/>
                <a:gd name="connsiteY5" fmla="*/ 147428 h 445467"/>
                <a:gd name="connsiteX6" fmla="*/ 499558 w 513347"/>
                <a:gd name="connsiteY6" fmla="*/ 188793 h 445467"/>
                <a:gd name="connsiteX7" fmla="*/ 485768 w 513347"/>
                <a:gd name="connsiteY7" fmla="*/ 202581 h 445467"/>
                <a:gd name="connsiteX8" fmla="*/ 467743 w 513347"/>
                <a:gd name="connsiteY8" fmla="*/ 184550 h 445467"/>
                <a:gd name="connsiteX9" fmla="*/ 377586 w 513347"/>
                <a:gd name="connsiteY9" fmla="*/ 268343 h 445467"/>
                <a:gd name="connsiteX10" fmla="*/ 368038 w 513347"/>
                <a:gd name="connsiteY10" fmla="*/ 267278 h 445467"/>
                <a:gd name="connsiteX11" fmla="*/ 368038 w 513347"/>
                <a:gd name="connsiteY11" fmla="*/ 395615 h 445467"/>
                <a:gd name="connsiteX12" fmla="*/ 325616 w 513347"/>
                <a:gd name="connsiteY12" fmla="*/ 425312 h 445467"/>
                <a:gd name="connsiteX13" fmla="*/ 238642 w 513347"/>
                <a:gd name="connsiteY13" fmla="*/ 433802 h 445467"/>
                <a:gd name="connsiteX14" fmla="*/ 151668 w 513347"/>
                <a:gd name="connsiteY14" fmla="*/ 425312 h 445467"/>
                <a:gd name="connsiteX15" fmla="*/ 109247 w 513347"/>
                <a:gd name="connsiteY15" fmla="*/ 395615 h 445467"/>
                <a:gd name="connsiteX16" fmla="*/ 109247 w 513347"/>
                <a:gd name="connsiteY16" fmla="*/ 236522 h 445467"/>
                <a:gd name="connsiteX17" fmla="*/ 11666 w 513347"/>
                <a:gd name="connsiteY17" fmla="*/ 236522 h 445467"/>
                <a:gd name="connsiteX18" fmla="*/ 12725 w 513347"/>
                <a:gd name="connsiteY18" fmla="*/ 225915 h 445467"/>
                <a:gd name="connsiteX19" fmla="*/ 70001 w 513347"/>
                <a:gd name="connsiteY19" fmla="*/ 138943 h 445467"/>
                <a:gd name="connsiteX20" fmla="*/ 86974 w 513347"/>
                <a:gd name="connsiteY20" fmla="*/ 117730 h 445467"/>
                <a:gd name="connsiteX21" fmla="*/ 133637 w 513347"/>
                <a:gd name="connsiteY21" fmla="*/ 59396 h 445467"/>
                <a:gd name="connsiteX22" fmla="*/ 166517 w 513347"/>
                <a:gd name="connsiteY22" fmla="*/ 53031 h 445467"/>
                <a:gd name="connsiteX23" fmla="*/ 173941 w 513347"/>
                <a:gd name="connsiteY23" fmla="*/ 53031 h 445467"/>
                <a:gd name="connsiteX24" fmla="*/ 177124 w 513347"/>
                <a:gd name="connsiteY24" fmla="*/ 53031 h 445467"/>
                <a:gd name="connsiteX25" fmla="*/ 200462 w 513347"/>
                <a:gd name="connsiteY25" fmla="*/ 43486 h 445467"/>
                <a:gd name="connsiteX26" fmla="*/ 270463 w 513347"/>
                <a:gd name="connsiteY26" fmla="*/ 11666 h 445467"/>
                <a:gd name="connsiteX27" fmla="*/ 270463 w 513347"/>
                <a:gd name="connsiteY27" fmla="*/ 21212 h 445467"/>
                <a:gd name="connsiteX28" fmla="*/ 270463 w 513347"/>
                <a:gd name="connsiteY28" fmla="*/ 11666 h 445467"/>
                <a:gd name="connsiteX29" fmla="*/ 272581 w 513347"/>
                <a:gd name="connsiteY29" fmla="*/ 10606 h 445467"/>
                <a:gd name="connsiteX30" fmla="*/ 280005 w 513347"/>
                <a:gd name="connsiteY30" fmla="*/ 0 h 445467"/>
                <a:gd name="connsiteX31" fmla="*/ 269398 w 513347"/>
                <a:gd name="connsiteY31" fmla="*/ 0 h 445467"/>
                <a:gd name="connsiteX32" fmla="*/ 258798 w 513347"/>
                <a:gd name="connsiteY32" fmla="*/ 0 h 445467"/>
                <a:gd name="connsiteX33" fmla="*/ 258798 w 513347"/>
                <a:gd name="connsiteY33" fmla="*/ 1061 h 445467"/>
                <a:gd name="connsiteX34" fmla="*/ 190914 w 513347"/>
                <a:gd name="connsiteY34" fmla="*/ 35001 h 445467"/>
                <a:gd name="connsiteX35" fmla="*/ 176065 w 513347"/>
                <a:gd name="connsiteY35" fmla="*/ 42425 h 445467"/>
                <a:gd name="connsiteX36" fmla="*/ 173941 w 513347"/>
                <a:gd name="connsiteY36" fmla="*/ 42425 h 445467"/>
                <a:gd name="connsiteX37" fmla="*/ 165458 w 513347"/>
                <a:gd name="connsiteY37" fmla="*/ 42425 h 445467"/>
                <a:gd name="connsiteX38" fmla="*/ 128337 w 513347"/>
                <a:gd name="connsiteY38" fmla="*/ 49850 h 445467"/>
                <a:gd name="connsiteX39" fmla="*/ 75308 w 513347"/>
                <a:gd name="connsiteY39" fmla="*/ 115609 h 445467"/>
                <a:gd name="connsiteX40" fmla="*/ 63636 w 513347"/>
                <a:gd name="connsiteY40" fmla="*/ 131518 h 445467"/>
                <a:gd name="connsiteX41" fmla="*/ 1059 w 513347"/>
                <a:gd name="connsiteY41" fmla="*/ 226976 h 445467"/>
                <a:gd name="connsiteX42" fmla="*/ 0 w 513347"/>
                <a:gd name="connsiteY42" fmla="*/ 237582 h 445467"/>
                <a:gd name="connsiteX43" fmla="*/ 0 w 513347"/>
                <a:gd name="connsiteY43" fmla="*/ 248188 h 445467"/>
                <a:gd name="connsiteX44" fmla="*/ 11666 w 513347"/>
                <a:gd name="connsiteY44" fmla="*/ 248188 h 445467"/>
                <a:gd name="connsiteX45" fmla="*/ 98640 w 513347"/>
                <a:gd name="connsiteY45" fmla="*/ 248188 h 445467"/>
                <a:gd name="connsiteX46" fmla="*/ 98640 w 513347"/>
                <a:gd name="connsiteY46" fmla="*/ 396680 h 445467"/>
                <a:gd name="connsiteX47" fmla="*/ 149551 w 513347"/>
                <a:gd name="connsiteY47" fmla="*/ 436984 h 445467"/>
                <a:gd name="connsiteX48" fmla="*/ 238642 w 513347"/>
                <a:gd name="connsiteY48" fmla="*/ 445467 h 445467"/>
                <a:gd name="connsiteX49" fmla="*/ 327734 w 513347"/>
                <a:gd name="connsiteY49" fmla="*/ 436984 h 445467"/>
                <a:gd name="connsiteX50" fmla="*/ 378645 w 513347"/>
                <a:gd name="connsiteY50" fmla="*/ 396680 h 445467"/>
                <a:gd name="connsiteX51" fmla="*/ 378645 w 513347"/>
                <a:gd name="connsiteY51" fmla="*/ 280009 h 445467"/>
                <a:gd name="connsiteX52" fmla="*/ 474102 w 513347"/>
                <a:gd name="connsiteY52" fmla="*/ 206824 h 445467"/>
                <a:gd name="connsiteX53" fmla="*/ 477285 w 513347"/>
                <a:gd name="connsiteY53" fmla="*/ 210005 h 445467"/>
                <a:gd name="connsiteX54" fmla="*/ 484709 w 513347"/>
                <a:gd name="connsiteY54" fmla="*/ 217430 h 445467"/>
                <a:gd name="connsiteX55" fmla="*/ 492133 w 513347"/>
                <a:gd name="connsiteY55" fmla="*/ 210005 h 445467"/>
                <a:gd name="connsiteX56" fmla="*/ 505923 w 513347"/>
                <a:gd name="connsiteY56" fmla="*/ 196217 h 445467"/>
                <a:gd name="connsiteX57" fmla="*/ 513347 w 513347"/>
                <a:gd name="connsiteY57" fmla="*/ 188793 h 445467"/>
                <a:gd name="connsiteX58" fmla="*/ 505923 w 513347"/>
                <a:gd name="connsiteY58" fmla="*/ 181368 h 445467"/>
                <a:gd name="connsiteX59" fmla="*/ 466678 w 513347"/>
                <a:gd name="connsiteY59" fmla="*/ 142125 h 445467"/>
                <a:gd name="connsiteX60" fmla="*/ 463495 w 513347"/>
                <a:gd name="connsiteY60" fmla="*/ 128337 h 445467"/>
                <a:gd name="connsiteX61" fmla="*/ 463495 w 513347"/>
                <a:gd name="connsiteY61" fmla="*/ 126215 h 445467"/>
                <a:gd name="connsiteX62" fmla="*/ 462436 w 513347"/>
                <a:gd name="connsiteY62" fmla="*/ 125155 h 445467"/>
                <a:gd name="connsiteX63" fmla="*/ 382887 w 513347"/>
                <a:gd name="connsiteY63" fmla="*/ 77426 h 445467"/>
                <a:gd name="connsiteX64" fmla="*/ 376528 w 513347"/>
                <a:gd name="connsiteY64" fmla="*/ 67881 h 445467"/>
                <a:gd name="connsiteX65" fmla="*/ 376528 w 513347"/>
                <a:gd name="connsiteY65" fmla="*/ 66820 h 445467"/>
                <a:gd name="connsiteX66" fmla="*/ 375462 w 513347"/>
                <a:gd name="connsiteY66" fmla="*/ 65759 h 445467"/>
                <a:gd name="connsiteX67" fmla="*/ 371221 w 513347"/>
                <a:gd name="connsiteY67" fmla="*/ 61516 h 445467"/>
                <a:gd name="connsiteX68" fmla="*/ 280005 w 513347"/>
                <a:gd name="connsiteY68" fmla="*/ 0 h 445467"/>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 ang="0">
                  <a:pos x="connsiteX39" y="connsiteY39"/>
                </a:cxn>
                <a:cxn ang="0">
                  <a:pos x="connsiteX40" y="connsiteY40"/>
                </a:cxn>
                <a:cxn ang="0">
                  <a:pos x="connsiteX41" y="connsiteY41"/>
                </a:cxn>
                <a:cxn ang="0">
                  <a:pos x="connsiteX42" y="connsiteY42"/>
                </a:cxn>
                <a:cxn ang="0">
                  <a:pos x="connsiteX43" y="connsiteY43"/>
                </a:cxn>
                <a:cxn ang="0">
                  <a:pos x="connsiteX44" y="connsiteY44"/>
                </a:cxn>
                <a:cxn ang="0">
                  <a:pos x="connsiteX45" y="connsiteY45"/>
                </a:cxn>
                <a:cxn ang="0">
                  <a:pos x="connsiteX46" y="connsiteY46"/>
                </a:cxn>
                <a:cxn ang="0">
                  <a:pos x="connsiteX47" y="connsiteY47"/>
                </a:cxn>
                <a:cxn ang="0">
                  <a:pos x="connsiteX48" y="connsiteY48"/>
                </a:cxn>
                <a:cxn ang="0">
                  <a:pos x="connsiteX49" y="connsiteY49"/>
                </a:cxn>
                <a:cxn ang="0">
                  <a:pos x="connsiteX50" y="connsiteY50"/>
                </a:cxn>
                <a:cxn ang="0">
                  <a:pos x="connsiteX51" y="connsiteY51"/>
                </a:cxn>
                <a:cxn ang="0">
                  <a:pos x="connsiteX52" y="connsiteY52"/>
                </a:cxn>
                <a:cxn ang="0">
                  <a:pos x="connsiteX53" y="connsiteY53"/>
                </a:cxn>
                <a:cxn ang="0">
                  <a:pos x="connsiteX54" y="connsiteY54"/>
                </a:cxn>
                <a:cxn ang="0">
                  <a:pos x="connsiteX55" y="connsiteY55"/>
                </a:cxn>
                <a:cxn ang="0">
                  <a:pos x="connsiteX56" y="connsiteY56"/>
                </a:cxn>
                <a:cxn ang="0">
                  <a:pos x="connsiteX57" y="connsiteY57"/>
                </a:cxn>
                <a:cxn ang="0">
                  <a:pos x="connsiteX58" y="connsiteY58"/>
                </a:cxn>
                <a:cxn ang="0">
                  <a:pos x="connsiteX59" y="connsiteY59"/>
                </a:cxn>
                <a:cxn ang="0">
                  <a:pos x="connsiteX60" y="connsiteY60"/>
                </a:cxn>
                <a:cxn ang="0">
                  <a:pos x="connsiteX61" y="connsiteY61"/>
                </a:cxn>
                <a:cxn ang="0">
                  <a:pos x="connsiteX62" y="connsiteY62"/>
                </a:cxn>
                <a:cxn ang="0">
                  <a:pos x="connsiteX63" y="connsiteY63"/>
                </a:cxn>
                <a:cxn ang="0">
                  <a:pos x="connsiteX64" y="connsiteY64"/>
                </a:cxn>
                <a:cxn ang="0">
                  <a:pos x="connsiteX65" y="connsiteY65"/>
                </a:cxn>
                <a:cxn ang="0">
                  <a:pos x="connsiteX66" y="connsiteY66"/>
                </a:cxn>
                <a:cxn ang="0">
                  <a:pos x="connsiteX67" y="connsiteY67"/>
                </a:cxn>
                <a:cxn ang="0">
                  <a:pos x="connsiteX68" y="connsiteY68"/>
                </a:cxn>
              </a:cxnLst>
              <a:rect l="l" t="t" r="r" b="b"/>
              <a:pathLst>
                <a:path w="513347" h="445467">
                  <a:moveTo>
                    <a:pt x="272581" y="10606"/>
                  </a:moveTo>
                  <a:cubicBezTo>
                    <a:pt x="310768" y="10606"/>
                    <a:pt x="344706" y="31819"/>
                    <a:pt x="361679" y="65759"/>
                  </a:cubicBezTo>
                  <a:cubicBezTo>
                    <a:pt x="363796" y="68941"/>
                    <a:pt x="364862" y="72123"/>
                    <a:pt x="368038" y="74244"/>
                  </a:cubicBezTo>
                  <a:cubicBezTo>
                    <a:pt x="370162" y="77426"/>
                    <a:pt x="374403" y="83790"/>
                    <a:pt x="377586" y="88033"/>
                  </a:cubicBezTo>
                  <a:cubicBezTo>
                    <a:pt x="409407" y="88033"/>
                    <a:pt x="438039" y="105003"/>
                    <a:pt x="453953" y="130458"/>
                  </a:cubicBezTo>
                  <a:lnTo>
                    <a:pt x="458195" y="147428"/>
                  </a:lnTo>
                  <a:lnTo>
                    <a:pt x="499558" y="188793"/>
                  </a:lnTo>
                  <a:lnTo>
                    <a:pt x="485768" y="202581"/>
                  </a:lnTo>
                  <a:lnTo>
                    <a:pt x="467743" y="184550"/>
                  </a:lnTo>
                  <a:cubicBezTo>
                    <a:pt x="464560" y="231218"/>
                    <a:pt x="425315" y="268343"/>
                    <a:pt x="377586" y="268343"/>
                  </a:cubicBezTo>
                  <a:cubicBezTo>
                    <a:pt x="374403" y="268343"/>
                    <a:pt x="371221" y="268343"/>
                    <a:pt x="368038" y="267278"/>
                  </a:cubicBezTo>
                  <a:lnTo>
                    <a:pt x="368038" y="395615"/>
                  </a:lnTo>
                  <a:cubicBezTo>
                    <a:pt x="368038" y="408346"/>
                    <a:pt x="354255" y="418953"/>
                    <a:pt x="325616" y="425312"/>
                  </a:cubicBezTo>
                  <a:cubicBezTo>
                    <a:pt x="302278" y="430619"/>
                    <a:pt x="271522" y="433802"/>
                    <a:pt x="238642" y="433802"/>
                  </a:cubicBezTo>
                  <a:cubicBezTo>
                    <a:pt x="205763" y="433802"/>
                    <a:pt x="175007" y="430619"/>
                    <a:pt x="151668" y="425312"/>
                  </a:cubicBezTo>
                  <a:cubicBezTo>
                    <a:pt x="123037" y="418953"/>
                    <a:pt x="109247" y="408346"/>
                    <a:pt x="109247" y="395615"/>
                  </a:cubicBezTo>
                  <a:lnTo>
                    <a:pt x="109247" y="236522"/>
                  </a:lnTo>
                  <a:lnTo>
                    <a:pt x="11666" y="236522"/>
                  </a:lnTo>
                  <a:lnTo>
                    <a:pt x="12725" y="225915"/>
                  </a:lnTo>
                  <a:cubicBezTo>
                    <a:pt x="15907" y="188793"/>
                    <a:pt x="37121" y="155913"/>
                    <a:pt x="70001" y="138943"/>
                  </a:cubicBezTo>
                  <a:cubicBezTo>
                    <a:pt x="78484" y="135761"/>
                    <a:pt x="84850" y="127276"/>
                    <a:pt x="86974" y="117730"/>
                  </a:cubicBezTo>
                  <a:cubicBezTo>
                    <a:pt x="92274" y="92275"/>
                    <a:pt x="109247" y="70002"/>
                    <a:pt x="133637" y="59396"/>
                  </a:cubicBezTo>
                  <a:cubicBezTo>
                    <a:pt x="144244" y="55153"/>
                    <a:pt x="154851" y="53031"/>
                    <a:pt x="166517" y="53031"/>
                  </a:cubicBezTo>
                  <a:cubicBezTo>
                    <a:pt x="168641" y="53031"/>
                    <a:pt x="171824" y="53031"/>
                    <a:pt x="173941" y="53031"/>
                  </a:cubicBezTo>
                  <a:cubicBezTo>
                    <a:pt x="175007" y="53031"/>
                    <a:pt x="176065" y="53031"/>
                    <a:pt x="177124" y="53031"/>
                  </a:cubicBezTo>
                  <a:cubicBezTo>
                    <a:pt x="185614" y="53031"/>
                    <a:pt x="194097" y="49850"/>
                    <a:pt x="200462" y="43486"/>
                  </a:cubicBezTo>
                  <a:cubicBezTo>
                    <a:pt x="218493" y="23334"/>
                    <a:pt x="243949" y="12727"/>
                    <a:pt x="270463" y="11666"/>
                  </a:cubicBezTo>
                  <a:lnTo>
                    <a:pt x="270463" y="21212"/>
                  </a:lnTo>
                  <a:lnTo>
                    <a:pt x="270463" y="11666"/>
                  </a:lnTo>
                  <a:cubicBezTo>
                    <a:pt x="270463" y="10606"/>
                    <a:pt x="271522" y="10606"/>
                    <a:pt x="272581" y="10606"/>
                  </a:cubicBezTo>
                  <a:close/>
                  <a:moveTo>
                    <a:pt x="280005" y="0"/>
                  </a:moveTo>
                  <a:lnTo>
                    <a:pt x="269398" y="0"/>
                  </a:lnTo>
                  <a:lnTo>
                    <a:pt x="258798" y="0"/>
                  </a:lnTo>
                  <a:lnTo>
                    <a:pt x="258798" y="1061"/>
                  </a:lnTo>
                  <a:cubicBezTo>
                    <a:pt x="233342" y="4242"/>
                    <a:pt x="208945" y="15909"/>
                    <a:pt x="190914" y="35001"/>
                  </a:cubicBezTo>
                  <a:cubicBezTo>
                    <a:pt x="187731" y="40304"/>
                    <a:pt x="182431" y="42425"/>
                    <a:pt x="176065" y="42425"/>
                  </a:cubicBezTo>
                  <a:cubicBezTo>
                    <a:pt x="175007" y="42425"/>
                    <a:pt x="175007" y="42425"/>
                    <a:pt x="173941" y="42425"/>
                  </a:cubicBezTo>
                  <a:cubicBezTo>
                    <a:pt x="170765" y="42425"/>
                    <a:pt x="168641" y="42425"/>
                    <a:pt x="165458" y="42425"/>
                  </a:cubicBezTo>
                  <a:cubicBezTo>
                    <a:pt x="152734" y="42425"/>
                    <a:pt x="140003" y="45607"/>
                    <a:pt x="128337" y="49850"/>
                  </a:cubicBezTo>
                  <a:cubicBezTo>
                    <a:pt x="100757" y="61516"/>
                    <a:pt x="81667" y="85911"/>
                    <a:pt x="75308" y="115609"/>
                  </a:cubicBezTo>
                  <a:cubicBezTo>
                    <a:pt x="74243" y="121973"/>
                    <a:pt x="70001" y="128337"/>
                    <a:pt x="63636" y="131518"/>
                  </a:cubicBezTo>
                  <a:cubicBezTo>
                    <a:pt x="27580" y="150610"/>
                    <a:pt x="4242" y="186672"/>
                    <a:pt x="1059" y="226976"/>
                  </a:cubicBezTo>
                  <a:lnTo>
                    <a:pt x="0" y="237582"/>
                  </a:lnTo>
                  <a:lnTo>
                    <a:pt x="0" y="248188"/>
                  </a:lnTo>
                  <a:lnTo>
                    <a:pt x="11666" y="248188"/>
                  </a:lnTo>
                  <a:lnTo>
                    <a:pt x="98640" y="248188"/>
                  </a:lnTo>
                  <a:lnTo>
                    <a:pt x="98640" y="396680"/>
                  </a:lnTo>
                  <a:cubicBezTo>
                    <a:pt x="98640" y="424253"/>
                    <a:pt x="136820" y="433802"/>
                    <a:pt x="149551" y="436984"/>
                  </a:cubicBezTo>
                  <a:cubicBezTo>
                    <a:pt x="173941" y="442285"/>
                    <a:pt x="205763" y="445467"/>
                    <a:pt x="238642" y="445467"/>
                  </a:cubicBezTo>
                  <a:cubicBezTo>
                    <a:pt x="272581" y="445467"/>
                    <a:pt x="303343" y="442285"/>
                    <a:pt x="327734" y="436984"/>
                  </a:cubicBezTo>
                  <a:cubicBezTo>
                    <a:pt x="340465" y="433802"/>
                    <a:pt x="378645" y="425312"/>
                    <a:pt x="378645" y="396680"/>
                  </a:cubicBezTo>
                  <a:lnTo>
                    <a:pt x="378645" y="280009"/>
                  </a:lnTo>
                  <a:cubicBezTo>
                    <a:pt x="423191" y="280009"/>
                    <a:pt x="462436" y="249249"/>
                    <a:pt x="474102" y="206824"/>
                  </a:cubicBezTo>
                  <a:lnTo>
                    <a:pt x="477285" y="210005"/>
                  </a:lnTo>
                  <a:lnTo>
                    <a:pt x="484709" y="217430"/>
                  </a:lnTo>
                  <a:lnTo>
                    <a:pt x="492133" y="210005"/>
                  </a:lnTo>
                  <a:lnTo>
                    <a:pt x="505923" y="196217"/>
                  </a:lnTo>
                  <a:lnTo>
                    <a:pt x="513347" y="188793"/>
                  </a:lnTo>
                  <a:lnTo>
                    <a:pt x="505923" y="181368"/>
                  </a:lnTo>
                  <a:lnTo>
                    <a:pt x="466678" y="142125"/>
                  </a:lnTo>
                  <a:lnTo>
                    <a:pt x="463495" y="128337"/>
                  </a:lnTo>
                  <a:lnTo>
                    <a:pt x="463495" y="126215"/>
                  </a:lnTo>
                  <a:lnTo>
                    <a:pt x="462436" y="125155"/>
                  </a:lnTo>
                  <a:cubicBezTo>
                    <a:pt x="445464" y="97578"/>
                    <a:pt x="415766" y="79548"/>
                    <a:pt x="382887" y="77426"/>
                  </a:cubicBezTo>
                  <a:cubicBezTo>
                    <a:pt x="380769" y="74244"/>
                    <a:pt x="377586" y="70002"/>
                    <a:pt x="376528" y="67881"/>
                  </a:cubicBezTo>
                  <a:lnTo>
                    <a:pt x="376528" y="66820"/>
                  </a:lnTo>
                  <a:lnTo>
                    <a:pt x="375462" y="65759"/>
                  </a:lnTo>
                  <a:cubicBezTo>
                    <a:pt x="374403" y="65759"/>
                    <a:pt x="372286" y="63638"/>
                    <a:pt x="371221" y="61516"/>
                  </a:cubicBezTo>
                  <a:cubicBezTo>
                    <a:pt x="354255" y="25455"/>
                    <a:pt x="319251" y="3181"/>
                    <a:pt x="280005" y="0"/>
                  </a:cubicBezTo>
                  <a:close/>
                </a:path>
              </a:pathLst>
            </a:custGeom>
            <a:solidFill>
              <a:srgbClr val="FFFFFF"/>
            </a:solidFill>
            <a:ln w="6417" cap="flat">
              <a:noFill/>
              <a:prstDash val="solid"/>
              <a:miter/>
            </a:ln>
          </p:spPr>
          <p:txBody>
            <a:bodyPr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srgbClr val="7C8A98"/>
                </a:solidFill>
                <a:effectLst/>
                <a:uLnTx/>
                <a:uFillTx/>
                <a:latin typeface="Oracle Sans Tab"/>
                <a:ea typeface="+mn-ea"/>
                <a:cs typeface="+mn-cs"/>
              </a:endParaRPr>
            </a:p>
          </p:txBody>
        </p:sp>
        <p:sp>
          <p:nvSpPr>
            <p:cNvPr id="21" name="Freeform: Shape 1269">
              <a:extLst>
                <a:ext uri="{FF2B5EF4-FFF2-40B4-BE49-F238E27FC236}">
                  <a16:creationId xmlns:a16="http://schemas.microsoft.com/office/drawing/2014/main" id="{18C6E25C-FF06-9C26-EA87-B82A67038530}"/>
                </a:ext>
              </a:extLst>
            </p:cNvPr>
            <p:cNvSpPr/>
            <p:nvPr/>
          </p:nvSpPr>
          <p:spPr>
            <a:xfrm>
              <a:off x="2809408" y="766674"/>
              <a:ext cx="487891" cy="458819"/>
            </a:xfrm>
            <a:custGeom>
              <a:avLst/>
              <a:gdLst>
                <a:gd name="connsiteX0" fmla="*/ 21214 w 487891"/>
                <a:gd name="connsiteY0" fmla="*/ 206824 h 424254"/>
                <a:gd name="connsiteX1" fmla="*/ 82732 w 487891"/>
                <a:gd name="connsiteY1" fmla="*/ 206824 h 424254"/>
                <a:gd name="connsiteX2" fmla="*/ 82732 w 487891"/>
                <a:gd name="connsiteY2" fmla="*/ 225915 h 424254"/>
                <a:gd name="connsiteX3" fmla="*/ 0 w 487891"/>
                <a:gd name="connsiteY3" fmla="*/ 225915 h 424254"/>
                <a:gd name="connsiteX4" fmla="*/ 1059 w 487891"/>
                <a:gd name="connsiteY4" fmla="*/ 215309 h 424254"/>
                <a:gd name="connsiteX5" fmla="*/ 58336 w 487891"/>
                <a:gd name="connsiteY5" fmla="*/ 128337 h 424254"/>
                <a:gd name="connsiteX6" fmla="*/ 75308 w 487891"/>
                <a:gd name="connsiteY6" fmla="*/ 106064 h 424254"/>
                <a:gd name="connsiteX7" fmla="*/ 121971 w 487891"/>
                <a:gd name="connsiteY7" fmla="*/ 47729 h 424254"/>
                <a:gd name="connsiteX8" fmla="*/ 161217 w 487891"/>
                <a:gd name="connsiteY8" fmla="*/ 41365 h 424254"/>
                <a:gd name="connsiteX9" fmla="*/ 187731 w 487891"/>
                <a:gd name="connsiteY9" fmla="*/ 31819 h 424254"/>
                <a:gd name="connsiteX10" fmla="*/ 257733 w 487891"/>
                <a:gd name="connsiteY10" fmla="*/ 0 h 424254"/>
                <a:gd name="connsiteX11" fmla="*/ 259856 w 487891"/>
                <a:gd name="connsiteY11" fmla="*/ 0 h 424254"/>
                <a:gd name="connsiteX12" fmla="*/ 348948 w 487891"/>
                <a:gd name="connsiteY12" fmla="*/ 55153 h 424254"/>
                <a:gd name="connsiteX13" fmla="*/ 355313 w 487891"/>
                <a:gd name="connsiteY13" fmla="*/ 63638 h 424254"/>
                <a:gd name="connsiteX14" fmla="*/ 334099 w 487891"/>
                <a:gd name="connsiteY14" fmla="*/ 67881 h 424254"/>
                <a:gd name="connsiteX15" fmla="*/ 331982 w 487891"/>
                <a:gd name="connsiteY15" fmla="*/ 63638 h 424254"/>
                <a:gd name="connsiteX16" fmla="*/ 259856 w 487891"/>
                <a:gd name="connsiteY16" fmla="*/ 19091 h 424254"/>
                <a:gd name="connsiteX17" fmla="*/ 257733 w 487891"/>
                <a:gd name="connsiteY17" fmla="*/ 19091 h 424254"/>
                <a:gd name="connsiteX18" fmla="*/ 200462 w 487891"/>
                <a:gd name="connsiteY18" fmla="*/ 44547 h 424254"/>
                <a:gd name="connsiteX19" fmla="*/ 158034 w 487891"/>
                <a:gd name="connsiteY19" fmla="*/ 60456 h 424254"/>
                <a:gd name="connsiteX20" fmla="*/ 127278 w 487891"/>
                <a:gd name="connsiteY20" fmla="*/ 65760 h 424254"/>
                <a:gd name="connsiteX21" fmla="*/ 92274 w 487891"/>
                <a:gd name="connsiteY21" fmla="*/ 110306 h 424254"/>
                <a:gd name="connsiteX22" fmla="*/ 64701 w 487891"/>
                <a:gd name="connsiteY22" fmla="*/ 146368 h 424254"/>
                <a:gd name="connsiteX23" fmla="*/ 21214 w 487891"/>
                <a:gd name="connsiteY23" fmla="*/ 206824 h 424254"/>
                <a:gd name="connsiteX24" fmla="*/ 356372 w 487891"/>
                <a:gd name="connsiteY24" fmla="*/ 115610 h 424254"/>
                <a:gd name="connsiteX25" fmla="*/ 375462 w 487891"/>
                <a:gd name="connsiteY25" fmla="*/ 115610 h 424254"/>
                <a:gd name="connsiteX26" fmla="*/ 401983 w 487891"/>
                <a:gd name="connsiteY26" fmla="*/ 210006 h 424254"/>
                <a:gd name="connsiteX27" fmla="*/ 380769 w 487891"/>
                <a:gd name="connsiteY27" fmla="*/ 210006 h 424254"/>
                <a:gd name="connsiteX28" fmla="*/ 377586 w 487891"/>
                <a:gd name="connsiteY28" fmla="*/ 189854 h 424254"/>
                <a:gd name="connsiteX29" fmla="*/ 354255 w 487891"/>
                <a:gd name="connsiteY29" fmla="*/ 189854 h 424254"/>
                <a:gd name="connsiteX30" fmla="*/ 348948 w 487891"/>
                <a:gd name="connsiteY30" fmla="*/ 210006 h 424254"/>
                <a:gd name="connsiteX31" fmla="*/ 328799 w 487891"/>
                <a:gd name="connsiteY31" fmla="*/ 210006 h 424254"/>
                <a:gd name="connsiteX32" fmla="*/ 356372 w 487891"/>
                <a:gd name="connsiteY32" fmla="*/ 115610 h 424254"/>
                <a:gd name="connsiteX33" fmla="*/ 357431 w 487891"/>
                <a:gd name="connsiteY33" fmla="*/ 173945 h 424254"/>
                <a:gd name="connsiteX34" fmla="*/ 373345 w 487891"/>
                <a:gd name="connsiteY34" fmla="*/ 173945 h 424254"/>
                <a:gd name="connsiteX35" fmla="*/ 364855 w 487891"/>
                <a:gd name="connsiteY35" fmla="*/ 138943 h 424254"/>
                <a:gd name="connsiteX36" fmla="*/ 357431 w 487891"/>
                <a:gd name="connsiteY36" fmla="*/ 173945 h 424254"/>
                <a:gd name="connsiteX37" fmla="*/ 275764 w 487891"/>
                <a:gd name="connsiteY37" fmla="*/ 161217 h 424254"/>
                <a:gd name="connsiteX38" fmla="*/ 257733 w 487891"/>
                <a:gd name="connsiteY38" fmla="*/ 143186 h 424254"/>
                <a:gd name="connsiteX39" fmla="*/ 243949 w 487891"/>
                <a:gd name="connsiteY39" fmla="*/ 156974 h 424254"/>
                <a:gd name="connsiteX40" fmla="*/ 285312 w 487891"/>
                <a:gd name="connsiteY40" fmla="*/ 198339 h 424254"/>
                <a:gd name="connsiteX41" fmla="*/ 326675 w 487891"/>
                <a:gd name="connsiteY41" fmla="*/ 156974 h 424254"/>
                <a:gd name="connsiteX42" fmla="*/ 312885 w 487891"/>
                <a:gd name="connsiteY42" fmla="*/ 143186 h 424254"/>
                <a:gd name="connsiteX43" fmla="*/ 295919 w 487891"/>
                <a:gd name="connsiteY43" fmla="*/ 160156 h 424254"/>
                <a:gd name="connsiteX44" fmla="*/ 365920 w 487891"/>
                <a:gd name="connsiteY44" fmla="*/ 96518 h 424254"/>
                <a:gd name="connsiteX45" fmla="*/ 428498 w 487891"/>
                <a:gd name="connsiteY45" fmla="*/ 133640 h 424254"/>
                <a:gd name="connsiteX46" fmla="*/ 442287 w 487891"/>
                <a:gd name="connsiteY46" fmla="*/ 119852 h 424254"/>
                <a:gd name="connsiteX47" fmla="*/ 365920 w 487891"/>
                <a:gd name="connsiteY47" fmla="*/ 77427 h 424254"/>
                <a:gd name="connsiteX48" fmla="*/ 275764 w 487891"/>
                <a:gd name="connsiteY48" fmla="*/ 161217 h 424254"/>
                <a:gd name="connsiteX49" fmla="*/ 487892 w 487891"/>
                <a:gd name="connsiteY49" fmla="*/ 177126 h 424254"/>
                <a:gd name="connsiteX50" fmla="*/ 446529 w 487891"/>
                <a:gd name="connsiteY50" fmla="*/ 136822 h 424254"/>
                <a:gd name="connsiteX51" fmla="*/ 405160 w 487891"/>
                <a:gd name="connsiteY51" fmla="*/ 178187 h 424254"/>
                <a:gd name="connsiteX52" fmla="*/ 418949 w 487891"/>
                <a:gd name="connsiteY52" fmla="*/ 191975 h 424254"/>
                <a:gd name="connsiteX53" fmla="*/ 435922 w 487891"/>
                <a:gd name="connsiteY53" fmla="*/ 175005 h 424254"/>
                <a:gd name="connsiteX54" fmla="*/ 365920 w 487891"/>
                <a:gd name="connsiteY54" fmla="*/ 238643 h 424254"/>
                <a:gd name="connsiteX55" fmla="*/ 303343 w 487891"/>
                <a:gd name="connsiteY55" fmla="*/ 201521 h 424254"/>
                <a:gd name="connsiteX56" fmla="*/ 289554 w 487891"/>
                <a:gd name="connsiteY56" fmla="*/ 215309 h 424254"/>
                <a:gd name="connsiteX57" fmla="*/ 365920 w 487891"/>
                <a:gd name="connsiteY57" fmla="*/ 257738 h 424254"/>
                <a:gd name="connsiteX58" fmla="*/ 456071 w 487891"/>
                <a:gd name="connsiteY58" fmla="*/ 173945 h 424254"/>
                <a:gd name="connsiteX59" fmla="*/ 474102 w 487891"/>
                <a:gd name="connsiteY59" fmla="*/ 191975 h 424254"/>
                <a:gd name="connsiteX60" fmla="*/ 487892 w 487891"/>
                <a:gd name="connsiteY60" fmla="*/ 177126 h 424254"/>
                <a:gd name="connsiteX61" fmla="*/ 336223 w 487891"/>
                <a:gd name="connsiteY61" fmla="*/ 270462 h 424254"/>
                <a:gd name="connsiteX62" fmla="*/ 355313 w 487891"/>
                <a:gd name="connsiteY62" fmla="*/ 274704 h 424254"/>
                <a:gd name="connsiteX63" fmla="*/ 355313 w 487891"/>
                <a:gd name="connsiteY63" fmla="*/ 386074 h 424254"/>
                <a:gd name="connsiteX64" fmla="*/ 312885 w 487891"/>
                <a:gd name="connsiteY64" fmla="*/ 415772 h 424254"/>
                <a:gd name="connsiteX65" fmla="*/ 225918 w 487891"/>
                <a:gd name="connsiteY65" fmla="*/ 424255 h 424254"/>
                <a:gd name="connsiteX66" fmla="*/ 138944 w 487891"/>
                <a:gd name="connsiteY66" fmla="*/ 415772 h 424254"/>
                <a:gd name="connsiteX67" fmla="*/ 96516 w 487891"/>
                <a:gd name="connsiteY67" fmla="*/ 386074 h 424254"/>
                <a:gd name="connsiteX68" fmla="*/ 96516 w 487891"/>
                <a:gd name="connsiteY68" fmla="*/ 177126 h 424254"/>
                <a:gd name="connsiteX69" fmla="*/ 138944 w 487891"/>
                <a:gd name="connsiteY69" fmla="*/ 148489 h 424254"/>
                <a:gd name="connsiteX70" fmla="*/ 225918 w 487891"/>
                <a:gd name="connsiteY70" fmla="*/ 141065 h 424254"/>
                <a:gd name="connsiteX71" fmla="*/ 231218 w 487891"/>
                <a:gd name="connsiteY71" fmla="*/ 141065 h 424254"/>
                <a:gd name="connsiteX72" fmla="*/ 231218 w 487891"/>
                <a:gd name="connsiteY72" fmla="*/ 160156 h 424254"/>
                <a:gd name="connsiteX73" fmla="*/ 225918 w 487891"/>
                <a:gd name="connsiteY73" fmla="*/ 160156 h 424254"/>
                <a:gd name="connsiteX74" fmla="*/ 116671 w 487891"/>
                <a:gd name="connsiteY74" fmla="*/ 178187 h 424254"/>
                <a:gd name="connsiteX75" fmla="*/ 116671 w 487891"/>
                <a:gd name="connsiteY75" fmla="*/ 179247 h 424254"/>
                <a:gd name="connsiteX76" fmla="*/ 225918 w 487891"/>
                <a:gd name="connsiteY76" fmla="*/ 198339 h 424254"/>
                <a:gd name="connsiteX77" fmla="*/ 263039 w 487891"/>
                <a:gd name="connsiteY77" fmla="*/ 197278 h 424254"/>
                <a:gd name="connsiteX78" fmla="*/ 270464 w 487891"/>
                <a:gd name="connsiteY78" fmla="*/ 216369 h 424254"/>
                <a:gd name="connsiteX79" fmla="*/ 225918 w 487891"/>
                <a:gd name="connsiteY79" fmla="*/ 218491 h 424254"/>
                <a:gd name="connsiteX80" fmla="*/ 138944 w 487891"/>
                <a:gd name="connsiteY80" fmla="*/ 210006 h 424254"/>
                <a:gd name="connsiteX81" fmla="*/ 115612 w 487891"/>
                <a:gd name="connsiteY81" fmla="*/ 202582 h 424254"/>
                <a:gd name="connsiteX82" fmla="*/ 115612 w 487891"/>
                <a:gd name="connsiteY82" fmla="*/ 248189 h 424254"/>
                <a:gd name="connsiteX83" fmla="*/ 224853 w 487891"/>
                <a:gd name="connsiteY83" fmla="*/ 267279 h 424254"/>
                <a:gd name="connsiteX84" fmla="*/ 308644 w 487891"/>
                <a:gd name="connsiteY84" fmla="*/ 258796 h 424254"/>
                <a:gd name="connsiteX85" fmla="*/ 336223 w 487891"/>
                <a:gd name="connsiteY85" fmla="*/ 270462 h 424254"/>
                <a:gd name="connsiteX86" fmla="*/ 312885 w 487891"/>
                <a:gd name="connsiteY86" fmla="*/ 277886 h 424254"/>
                <a:gd name="connsiteX87" fmla="*/ 225918 w 487891"/>
                <a:gd name="connsiteY87" fmla="*/ 286370 h 424254"/>
                <a:gd name="connsiteX88" fmla="*/ 138944 w 487891"/>
                <a:gd name="connsiteY88" fmla="*/ 277886 h 424254"/>
                <a:gd name="connsiteX89" fmla="*/ 115612 w 487891"/>
                <a:gd name="connsiteY89" fmla="*/ 270462 h 424254"/>
                <a:gd name="connsiteX90" fmla="*/ 115612 w 487891"/>
                <a:gd name="connsiteY90" fmla="*/ 316067 h 424254"/>
                <a:gd name="connsiteX91" fmla="*/ 224853 w 487891"/>
                <a:gd name="connsiteY91" fmla="*/ 335163 h 424254"/>
                <a:gd name="connsiteX92" fmla="*/ 334099 w 487891"/>
                <a:gd name="connsiteY92" fmla="*/ 316067 h 424254"/>
                <a:gd name="connsiteX93" fmla="*/ 336223 w 487891"/>
                <a:gd name="connsiteY93" fmla="*/ 270462 h 424254"/>
                <a:gd name="connsiteX94" fmla="*/ 336223 w 487891"/>
                <a:gd name="connsiteY94" fmla="*/ 339405 h 424254"/>
                <a:gd name="connsiteX95" fmla="*/ 312885 w 487891"/>
                <a:gd name="connsiteY95" fmla="*/ 346829 h 424254"/>
                <a:gd name="connsiteX96" fmla="*/ 225918 w 487891"/>
                <a:gd name="connsiteY96" fmla="*/ 355312 h 424254"/>
                <a:gd name="connsiteX97" fmla="*/ 138944 w 487891"/>
                <a:gd name="connsiteY97" fmla="*/ 346829 h 424254"/>
                <a:gd name="connsiteX98" fmla="*/ 115612 w 487891"/>
                <a:gd name="connsiteY98" fmla="*/ 339405 h 424254"/>
                <a:gd name="connsiteX99" fmla="*/ 115612 w 487891"/>
                <a:gd name="connsiteY99" fmla="*/ 385009 h 424254"/>
                <a:gd name="connsiteX100" fmla="*/ 224853 w 487891"/>
                <a:gd name="connsiteY100" fmla="*/ 404099 h 424254"/>
                <a:gd name="connsiteX101" fmla="*/ 334099 w 487891"/>
                <a:gd name="connsiteY101" fmla="*/ 385009 h 424254"/>
                <a:gd name="connsiteX102" fmla="*/ 336223 w 487891"/>
                <a:gd name="connsiteY102" fmla="*/ 339405 h 424254"/>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 ang="0">
                  <a:pos x="connsiteX39" y="connsiteY39"/>
                </a:cxn>
                <a:cxn ang="0">
                  <a:pos x="connsiteX40" y="connsiteY40"/>
                </a:cxn>
                <a:cxn ang="0">
                  <a:pos x="connsiteX41" y="connsiteY41"/>
                </a:cxn>
                <a:cxn ang="0">
                  <a:pos x="connsiteX42" y="connsiteY42"/>
                </a:cxn>
                <a:cxn ang="0">
                  <a:pos x="connsiteX43" y="connsiteY43"/>
                </a:cxn>
                <a:cxn ang="0">
                  <a:pos x="connsiteX44" y="connsiteY44"/>
                </a:cxn>
                <a:cxn ang="0">
                  <a:pos x="connsiteX45" y="connsiteY45"/>
                </a:cxn>
                <a:cxn ang="0">
                  <a:pos x="connsiteX46" y="connsiteY46"/>
                </a:cxn>
                <a:cxn ang="0">
                  <a:pos x="connsiteX47" y="connsiteY47"/>
                </a:cxn>
                <a:cxn ang="0">
                  <a:pos x="connsiteX48" y="connsiteY48"/>
                </a:cxn>
                <a:cxn ang="0">
                  <a:pos x="connsiteX49" y="connsiteY49"/>
                </a:cxn>
                <a:cxn ang="0">
                  <a:pos x="connsiteX50" y="connsiteY50"/>
                </a:cxn>
                <a:cxn ang="0">
                  <a:pos x="connsiteX51" y="connsiteY51"/>
                </a:cxn>
                <a:cxn ang="0">
                  <a:pos x="connsiteX52" y="connsiteY52"/>
                </a:cxn>
                <a:cxn ang="0">
                  <a:pos x="connsiteX53" y="connsiteY53"/>
                </a:cxn>
                <a:cxn ang="0">
                  <a:pos x="connsiteX54" y="connsiteY54"/>
                </a:cxn>
                <a:cxn ang="0">
                  <a:pos x="connsiteX55" y="connsiteY55"/>
                </a:cxn>
                <a:cxn ang="0">
                  <a:pos x="connsiteX56" y="connsiteY56"/>
                </a:cxn>
                <a:cxn ang="0">
                  <a:pos x="connsiteX57" y="connsiteY57"/>
                </a:cxn>
                <a:cxn ang="0">
                  <a:pos x="connsiteX58" y="connsiteY58"/>
                </a:cxn>
                <a:cxn ang="0">
                  <a:pos x="connsiteX59" y="connsiteY59"/>
                </a:cxn>
                <a:cxn ang="0">
                  <a:pos x="connsiteX60" y="connsiteY60"/>
                </a:cxn>
                <a:cxn ang="0">
                  <a:pos x="connsiteX61" y="connsiteY61"/>
                </a:cxn>
                <a:cxn ang="0">
                  <a:pos x="connsiteX62" y="connsiteY62"/>
                </a:cxn>
                <a:cxn ang="0">
                  <a:pos x="connsiteX63" y="connsiteY63"/>
                </a:cxn>
                <a:cxn ang="0">
                  <a:pos x="connsiteX64" y="connsiteY64"/>
                </a:cxn>
                <a:cxn ang="0">
                  <a:pos x="connsiteX65" y="connsiteY65"/>
                </a:cxn>
                <a:cxn ang="0">
                  <a:pos x="connsiteX66" y="connsiteY66"/>
                </a:cxn>
                <a:cxn ang="0">
                  <a:pos x="connsiteX67" y="connsiteY67"/>
                </a:cxn>
                <a:cxn ang="0">
                  <a:pos x="connsiteX68" y="connsiteY68"/>
                </a:cxn>
                <a:cxn ang="0">
                  <a:pos x="connsiteX69" y="connsiteY69"/>
                </a:cxn>
                <a:cxn ang="0">
                  <a:pos x="connsiteX70" y="connsiteY70"/>
                </a:cxn>
                <a:cxn ang="0">
                  <a:pos x="connsiteX71" y="connsiteY71"/>
                </a:cxn>
                <a:cxn ang="0">
                  <a:pos x="connsiteX72" y="connsiteY72"/>
                </a:cxn>
                <a:cxn ang="0">
                  <a:pos x="connsiteX73" y="connsiteY73"/>
                </a:cxn>
                <a:cxn ang="0">
                  <a:pos x="connsiteX74" y="connsiteY74"/>
                </a:cxn>
                <a:cxn ang="0">
                  <a:pos x="connsiteX75" y="connsiteY75"/>
                </a:cxn>
                <a:cxn ang="0">
                  <a:pos x="connsiteX76" y="connsiteY76"/>
                </a:cxn>
                <a:cxn ang="0">
                  <a:pos x="connsiteX77" y="connsiteY77"/>
                </a:cxn>
                <a:cxn ang="0">
                  <a:pos x="connsiteX78" y="connsiteY78"/>
                </a:cxn>
                <a:cxn ang="0">
                  <a:pos x="connsiteX79" y="connsiteY79"/>
                </a:cxn>
                <a:cxn ang="0">
                  <a:pos x="connsiteX80" y="connsiteY80"/>
                </a:cxn>
                <a:cxn ang="0">
                  <a:pos x="connsiteX81" y="connsiteY81"/>
                </a:cxn>
                <a:cxn ang="0">
                  <a:pos x="connsiteX82" y="connsiteY82"/>
                </a:cxn>
                <a:cxn ang="0">
                  <a:pos x="connsiteX83" y="connsiteY83"/>
                </a:cxn>
                <a:cxn ang="0">
                  <a:pos x="connsiteX84" y="connsiteY84"/>
                </a:cxn>
                <a:cxn ang="0">
                  <a:pos x="connsiteX85" y="connsiteY85"/>
                </a:cxn>
                <a:cxn ang="0">
                  <a:pos x="connsiteX86" y="connsiteY86"/>
                </a:cxn>
                <a:cxn ang="0">
                  <a:pos x="connsiteX87" y="connsiteY87"/>
                </a:cxn>
                <a:cxn ang="0">
                  <a:pos x="connsiteX88" y="connsiteY88"/>
                </a:cxn>
                <a:cxn ang="0">
                  <a:pos x="connsiteX89" y="connsiteY89"/>
                </a:cxn>
                <a:cxn ang="0">
                  <a:pos x="connsiteX90" y="connsiteY90"/>
                </a:cxn>
                <a:cxn ang="0">
                  <a:pos x="connsiteX91" y="connsiteY91"/>
                </a:cxn>
                <a:cxn ang="0">
                  <a:pos x="connsiteX92" y="connsiteY92"/>
                </a:cxn>
                <a:cxn ang="0">
                  <a:pos x="connsiteX93" y="connsiteY93"/>
                </a:cxn>
                <a:cxn ang="0">
                  <a:pos x="connsiteX94" y="connsiteY94"/>
                </a:cxn>
                <a:cxn ang="0">
                  <a:pos x="connsiteX95" y="connsiteY95"/>
                </a:cxn>
                <a:cxn ang="0">
                  <a:pos x="connsiteX96" y="connsiteY96"/>
                </a:cxn>
                <a:cxn ang="0">
                  <a:pos x="connsiteX97" y="connsiteY97"/>
                </a:cxn>
                <a:cxn ang="0">
                  <a:pos x="connsiteX98" y="connsiteY98"/>
                </a:cxn>
                <a:cxn ang="0">
                  <a:pos x="connsiteX99" y="connsiteY99"/>
                </a:cxn>
                <a:cxn ang="0">
                  <a:pos x="connsiteX100" y="connsiteY100"/>
                </a:cxn>
                <a:cxn ang="0">
                  <a:pos x="connsiteX101" y="connsiteY101"/>
                </a:cxn>
                <a:cxn ang="0">
                  <a:pos x="connsiteX102" y="connsiteY102"/>
                </a:cxn>
              </a:cxnLst>
              <a:rect l="l" t="t" r="r" b="b"/>
              <a:pathLst>
                <a:path w="487891" h="424254">
                  <a:moveTo>
                    <a:pt x="21214" y="206824"/>
                  </a:moveTo>
                  <a:lnTo>
                    <a:pt x="82732" y="206824"/>
                  </a:lnTo>
                  <a:lnTo>
                    <a:pt x="82732" y="225915"/>
                  </a:lnTo>
                  <a:lnTo>
                    <a:pt x="0" y="225915"/>
                  </a:lnTo>
                  <a:lnTo>
                    <a:pt x="1059" y="215309"/>
                  </a:lnTo>
                  <a:cubicBezTo>
                    <a:pt x="4242" y="178187"/>
                    <a:pt x="25456" y="145307"/>
                    <a:pt x="58336" y="128337"/>
                  </a:cubicBezTo>
                  <a:cubicBezTo>
                    <a:pt x="66819" y="124095"/>
                    <a:pt x="73184" y="115610"/>
                    <a:pt x="75308" y="106064"/>
                  </a:cubicBezTo>
                  <a:cubicBezTo>
                    <a:pt x="80608" y="80608"/>
                    <a:pt x="97581" y="58335"/>
                    <a:pt x="121971" y="47729"/>
                  </a:cubicBezTo>
                  <a:cubicBezTo>
                    <a:pt x="133637" y="41365"/>
                    <a:pt x="147427" y="39244"/>
                    <a:pt x="161217" y="41365"/>
                  </a:cubicBezTo>
                  <a:cubicBezTo>
                    <a:pt x="171824" y="42426"/>
                    <a:pt x="181366" y="39244"/>
                    <a:pt x="187731" y="31819"/>
                  </a:cubicBezTo>
                  <a:cubicBezTo>
                    <a:pt x="205763" y="11667"/>
                    <a:pt x="231218" y="1061"/>
                    <a:pt x="257733" y="0"/>
                  </a:cubicBezTo>
                  <a:cubicBezTo>
                    <a:pt x="258798" y="0"/>
                    <a:pt x="259856" y="0"/>
                    <a:pt x="259856" y="0"/>
                  </a:cubicBezTo>
                  <a:cubicBezTo>
                    <a:pt x="298037" y="0"/>
                    <a:pt x="331982" y="21213"/>
                    <a:pt x="348948" y="55153"/>
                  </a:cubicBezTo>
                  <a:cubicBezTo>
                    <a:pt x="351072" y="58335"/>
                    <a:pt x="352131" y="61517"/>
                    <a:pt x="355313" y="63638"/>
                  </a:cubicBezTo>
                  <a:cubicBezTo>
                    <a:pt x="347889" y="64699"/>
                    <a:pt x="340465" y="65760"/>
                    <a:pt x="334099" y="67881"/>
                  </a:cubicBezTo>
                  <a:cubicBezTo>
                    <a:pt x="333041" y="66821"/>
                    <a:pt x="333041" y="65760"/>
                    <a:pt x="331982" y="63638"/>
                  </a:cubicBezTo>
                  <a:cubicBezTo>
                    <a:pt x="318192" y="36062"/>
                    <a:pt x="290612" y="19091"/>
                    <a:pt x="259856" y="19091"/>
                  </a:cubicBezTo>
                  <a:cubicBezTo>
                    <a:pt x="258798" y="19091"/>
                    <a:pt x="258798" y="19091"/>
                    <a:pt x="257733" y="19091"/>
                  </a:cubicBezTo>
                  <a:cubicBezTo>
                    <a:pt x="236518" y="19091"/>
                    <a:pt x="215311" y="28637"/>
                    <a:pt x="200462" y="44547"/>
                  </a:cubicBezTo>
                  <a:cubicBezTo>
                    <a:pt x="189855" y="56214"/>
                    <a:pt x="173941" y="62578"/>
                    <a:pt x="158034" y="60456"/>
                  </a:cubicBezTo>
                  <a:cubicBezTo>
                    <a:pt x="147427" y="59396"/>
                    <a:pt x="137885" y="61517"/>
                    <a:pt x="127278" y="65760"/>
                  </a:cubicBezTo>
                  <a:cubicBezTo>
                    <a:pt x="109247" y="74245"/>
                    <a:pt x="95457" y="90154"/>
                    <a:pt x="92274" y="110306"/>
                  </a:cubicBezTo>
                  <a:cubicBezTo>
                    <a:pt x="89091" y="126216"/>
                    <a:pt x="79550" y="138943"/>
                    <a:pt x="64701" y="146368"/>
                  </a:cubicBezTo>
                  <a:cubicBezTo>
                    <a:pt x="42428" y="158035"/>
                    <a:pt x="26515" y="180308"/>
                    <a:pt x="21214" y="206824"/>
                  </a:cubicBezTo>
                  <a:close/>
                  <a:moveTo>
                    <a:pt x="356372" y="115610"/>
                  </a:moveTo>
                  <a:lnTo>
                    <a:pt x="375462" y="115610"/>
                  </a:lnTo>
                  <a:lnTo>
                    <a:pt x="401983" y="210006"/>
                  </a:lnTo>
                  <a:lnTo>
                    <a:pt x="380769" y="210006"/>
                  </a:lnTo>
                  <a:lnTo>
                    <a:pt x="377586" y="189854"/>
                  </a:lnTo>
                  <a:lnTo>
                    <a:pt x="354255" y="189854"/>
                  </a:lnTo>
                  <a:lnTo>
                    <a:pt x="348948" y="210006"/>
                  </a:lnTo>
                  <a:lnTo>
                    <a:pt x="328799" y="210006"/>
                  </a:lnTo>
                  <a:lnTo>
                    <a:pt x="356372" y="115610"/>
                  </a:lnTo>
                  <a:close/>
                  <a:moveTo>
                    <a:pt x="357431" y="173945"/>
                  </a:moveTo>
                  <a:lnTo>
                    <a:pt x="373345" y="173945"/>
                  </a:lnTo>
                  <a:lnTo>
                    <a:pt x="364855" y="138943"/>
                  </a:lnTo>
                  <a:lnTo>
                    <a:pt x="357431" y="173945"/>
                  </a:lnTo>
                  <a:close/>
                  <a:moveTo>
                    <a:pt x="275764" y="161217"/>
                  </a:moveTo>
                  <a:lnTo>
                    <a:pt x="257733" y="143186"/>
                  </a:lnTo>
                  <a:lnTo>
                    <a:pt x="243949" y="156974"/>
                  </a:lnTo>
                  <a:lnTo>
                    <a:pt x="285312" y="198339"/>
                  </a:lnTo>
                  <a:lnTo>
                    <a:pt x="326675" y="156974"/>
                  </a:lnTo>
                  <a:lnTo>
                    <a:pt x="312885" y="143186"/>
                  </a:lnTo>
                  <a:lnTo>
                    <a:pt x="295919" y="160156"/>
                  </a:lnTo>
                  <a:cubicBezTo>
                    <a:pt x="299102" y="124095"/>
                    <a:pt x="329858" y="96518"/>
                    <a:pt x="365920" y="96518"/>
                  </a:cubicBezTo>
                  <a:cubicBezTo>
                    <a:pt x="392435" y="96518"/>
                    <a:pt x="415766" y="111367"/>
                    <a:pt x="428498" y="133640"/>
                  </a:cubicBezTo>
                  <a:lnTo>
                    <a:pt x="442287" y="119852"/>
                  </a:lnTo>
                  <a:cubicBezTo>
                    <a:pt x="426374" y="94397"/>
                    <a:pt x="397735" y="77427"/>
                    <a:pt x="365920" y="77427"/>
                  </a:cubicBezTo>
                  <a:cubicBezTo>
                    <a:pt x="318192" y="77427"/>
                    <a:pt x="278947" y="114549"/>
                    <a:pt x="275764" y="161217"/>
                  </a:cubicBezTo>
                  <a:close/>
                  <a:moveTo>
                    <a:pt x="487892" y="177126"/>
                  </a:moveTo>
                  <a:lnTo>
                    <a:pt x="446529" y="136822"/>
                  </a:lnTo>
                  <a:lnTo>
                    <a:pt x="405160" y="178187"/>
                  </a:lnTo>
                  <a:lnTo>
                    <a:pt x="418949" y="191975"/>
                  </a:lnTo>
                  <a:lnTo>
                    <a:pt x="435922" y="175005"/>
                  </a:lnTo>
                  <a:cubicBezTo>
                    <a:pt x="432739" y="211067"/>
                    <a:pt x="401983" y="238643"/>
                    <a:pt x="365920" y="238643"/>
                  </a:cubicBezTo>
                  <a:cubicBezTo>
                    <a:pt x="339406" y="238643"/>
                    <a:pt x="316068" y="223794"/>
                    <a:pt x="303343" y="201521"/>
                  </a:cubicBezTo>
                  <a:lnTo>
                    <a:pt x="289554" y="215309"/>
                  </a:lnTo>
                  <a:cubicBezTo>
                    <a:pt x="305461" y="240765"/>
                    <a:pt x="334099" y="257738"/>
                    <a:pt x="365920" y="257738"/>
                  </a:cubicBezTo>
                  <a:cubicBezTo>
                    <a:pt x="413649" y="257738"/>
                    <a:pt x="452888" y="220612"/>
                    <a:pt x="456071" y="173945"/>
                  </a:cubicBezTo>
                  <a:lnTo>
                    <a:pt x="474102" y="191975"/>
                  </a:lnTo>
                  <a:lnTo>
                    <a:pt x="487892" y="177126"/>
                  </a:lnTo>
                  <a:close/>
                  <a:moveTo>
                    <a:pt x="336223" y="270462"/>
                  </a:moveTo>
                  <a:cubicBezTo>
                    <a:pt x="342582" y="272586"/>
                    <a:pt x="348948" y="273645"/>
                    <a:pt x="355313" y="274704"/>
                  </a:cubicBezTo>
                  <a:lnTo>
                    <a:pt x="355313" y="386074"/>
                  </a:lnTo>
                  <a:cubicBezTo>
                    <a:pt x="355313" y="398799"/>
                    <a:pt x="341524" y="409406"/>
                    <a:pt x="312885" y="415772"/>
                  </a:cubicBezTo>
                  <a:cubicBezTo>
                    <a:pt x="289554" y="421072"/>
                    <a:pt x="258798" y="424255"/>
                    <a:pt x="225918" y="424255"/>
                  </a:cubicBezTo>
                  <a:cubicBezTo>
                    <a:pt x="193038" y="424255"/>
                    <a:pt x="162276" y="421072"/>
                    <a:pt x="138944" y="415772"/>
                  </a:cubicBezTo>
                  <a:cubicBezTo>
                    <a:pt x="110306" y="409406"/>
                    <a:pt x="96516" y="398799"/>
                    <a:pt x="96516" y="386074"/>
                  </a:cubicBezTo>
                  <a:lnTo>
                    <a:pt x="96516" y="177126"/>
                  </a:lnTo>
                  <a:cubicBezTo>
                    <a:pt x="96516" y="164399"/>
                    <a:pt x="110306" y="154853"/>
                    <a:pt x="138944" y="148489"/>
                  </a:cubicBezTo>
                  <a:cubicBezTo>
                    <a:pt x="161217" y="143186"/>
                    <a:pt x="191973" y="141065"/>
                    <a:pt x="225918" y="141065"/>
                  </a:cubicBezTo>
                  <a:cubicBezTo>
                    <a:pt x="226977" y="141065"/>
                    <a:pt x="229094" y="141065"/>
                    <a:pt x="231218" y="141065"/>
                  </a:cubicBezTo>
                  <a:lnTo>
                    <a:pt x="231218" y="160156"/>
                  </a:lnTo>
                  <a:cubicBezTo>
                    <a:pt x="230159" y="160156"/>
                    <a:pt x="228035" y="160156"/>
                    <a:pt x="225918" y="160156"/>
                  </a:cubicBezTo>
                  <a:cubicBezTo>
                    <a:pt x="155916" y="160156"/>
                    <a:pt x="120913" y="171823"/>
                    <a:pt x="116671" y="178187"/>
                  </a:cubicBezTo>
                  <a:lnTo>
                    <a:pt x="116671" y="179247"/>
                  </a:lnTo>
                  <a:cubicBezTo>
                    <a:pt x="120913" y="186672"/>
                    <a:pt x="161217" y="198339"/>
                    <a:pt x="225918" y="198339"/>
                  </a:cubicBezTo>
                  <a:cubicBezTo>
                    <a:pt x="239701" y="198339"/>
                    <a:pt x="251373" y="198339"/>
                    <a:pt x="263039" y="197278"/>
                  </a:cubicBezTo>
                  <a:cubicBezTo>
                    <a:pt x="265157" y="203642"/>
                    <a:pt x="267281" y="210006"/>
                    <a:pt x="270464" y="216369"/>
                  </a:cubicBezTo>
                  <a:cubicBezTo>
                    <a:pt x="256674" y="217430"/>
                    <a:pt x="241825" y="218491"/>
                    <a:pt x="225918" y="218491"/>
                  </a:cubicBezTo>
                  <a:cubicBezTo>
                    <a:pt x="193038" y="218491"/>
                    <a:pt x="162276" y="215309"/>
                    <a:pt x="138944" y="210006"/>
                  </a:cubicBezTo>
                  <a:cubicBezTo>
                    <a:pt x="129396" y="207885"/>
                    <a:pt x="121971" y="205764"/>
                    <a:pt x="115612" y="202582"/>
                  </a:cubicBezTo>
                  <a:lnTo>
                    <a:pt x="115612" y="248189"/>
                  </a:lnTo>
                  <a:cubicBezTo>
                    <a:pt x="119854" y="255614"/>
                    <a:pt x="160158" y="267279"/>
                    <a:pt x="224853" y="267279"/>
                  </a:cubicBezTo>
                  <a:cubicBezTo>
                    <a:pt x="260915" y="267279"/>
                    <a:pt x="289554" y="263038"/>
                    <a:pt x="308644" y="258796"/>
                  </a:cubicBezTo>
                  <a:cubicBezTo>
                    <a:pt x="318192" y="263038"/>
                    <a:pt x="326675" y="267279"/>
                    <a:pt x="336223" y="270462"/>
                  </a:cubicBezTo>
                  <a:cubicBezTo>
                    <a:pt x="329858" y="273645"/>
                    <a:pt x="322434" y="275763"/>
                    <a:pt x="312885" y="277886"/>
                  </a:cubicBezTo>
                  <a:cubicBezTo>
                    <a:pt x="289554" y="283187"/>
                    <a:pt x="258798" y="286370"/>
                    <a:pt x="225918" y="286370"/>
                  </a:cubicBezTo>
                  <a:cubicBezTo>
                    <a:pt x="193038" y="286370"/>
                    <a:pt x="162276" y="283187"/>
                    <a:pt x="138944" y="277886"/>
                  </a:cubicBezTo>
                  <a:cubicBezTo>
                    <a:pt x="129396" y="275763"/>
                    <a:pt x="121971" y="273645"/>
                    <a:pt x="115612" y="270462"/>
                  </a:cubicBezTo>
                  <a:lnTo>
                    <a:pt x="115612" y="316067"/>
                  </a:lnTo>
                  <a:cubicBezTo>
                    <a:pt x="119854" y="323491"/>
                    <a:pt x="160158" y="335163"/>
                    <a:pt x="224853" y="335163"/>
                  </a:cubicBezTo>
                  <a:cubicBezTo>
                    <a:pt x="289554" y="335163"/>
                    <a:pt x="329858" y="322432"/>
                    <a:pt x="334099" y="316067"/>
                  </a:cubicBezTo>
                  <a:lnTo>
                    <a:pt x="336223" y="270462"/>
                  </a:lnTo>
                  <a:close/>
                  <a:moveTo>
                    <a:pt x="336223" y="339405"/>
                  </a:moveTo>
                  <a:cubicBezTo>
                    <a:pt x="329858" y="342588"/>
                    <a:pt x="322434" y="344705"/>
                    <a:pt x="312885" y="346829"/>
                  </a:cubicBezTo>
                  <a:cubicBezTo>
                    <a:pt x="289554" y="352129"/>
                    <a:pt x="258798" y="355312"/>
                    <a:pt x="225918" y="355312"/>
                  </a:cubicBezTo>
                  <a:cubicBezTo>
                    <a:pt x="193038" y="355312"/>
                    <a:pt x="162276" y="352129"/>
                    <a:pt x="138944" y="346829"/>
                  </a:cubicBezTo>
                  <a:cubicBezTo>
                    <a:pt x="129396" y="344705"/>
                    <a:pt x="121971" y="342588"/>
                    <a:pt x="115612" y="339405"/>
                  </a:cubicBezTo>
                  <a:lnTo>
                    <a:pt x="115612" y="385009"/>
                  </a:lnTo>
                  <a:cubicBezTo>
                    <a:pt x="119854" y="391375"/>
                    <a:pt x="155916" y="404099"/>
                    <a:pt x="224853" y="404099"/>
                  </a:cubicBezTo>
                  <a:cubicBezTo>
                    <a:pt x="293795" y="404099"/>
                    <a:pt x="330917" y="390316"/>
                    <a:pt x="334099" y="385009"/>
                  </a:cubicBezTo>
                  <a:lnTo>
                    <a:pt x="336223" y="339405"/>
                  </a:lnTo>
                  <a:close/>
                </a:path>
              </a:pathLst>
            </a:custGeom>
            <a:solidFill>
              <a:srgbClr val="2D5967"/>
            </a:solidFill>
            <a:ln w="6417" cap="flat">
              <a:noFill/>
              <a:prstDash val="solid"/>
              <a:miter/>
            </a:ln>
          </p:spPr>
          <p:txBody>
            <a:bodyPr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srgbClr val="7C8A98"/>
                </a:solidFill>
                <a:effectLst/>
                <a:uLnTx/>
                <a:uFillTx/>
                <a:latin typeface="Oracle Sans Tab"/>
                <a:ea typeface="+mn-ea"/>
                <a:cs typeface="+mn-cs"/>
              </a:endParaRPr>
            </a:p>
          </p:txBody>
        </p:sp>
      </p:grpSp>
      <p:sp>
        <p:nvSpPr>
          <p:cNvPr id="19" name="TextBox 18">
            <a:extLst>
              <a:ext uri="{FF2B5EF4-FFF2-40B4-BE49-F238E27FC236}">
                <a16:creationId xmlns:a16="http://schemas.microsoft.com/office/drawing/2014/main" id="{9BE22F30-F91C-D2B7-E1F3-E8C014B02A2A}"/>
              </a:ext>
            </a:extLst>
          </p:cNvPr>
          <p:cNvSpPr txBox="1"/>
          <p:nvPr/>
        </p:nvSpPr>
        <p:spPr>
          <a:xfrm>
            <a:off x="6701723" y="5039619"/>
            <a:ext cx="1317890" cy="738664"/>
          </a:xfrm>
          <a:prstGeom prst="rect">
            <a:avLst/>
          </a:prstGeom>
          <a:solidFill>
            <a:schemeClr val="accent1"/>
          </a:solidFill>
        </p:spPr>
        <p:txBody>
          <a:bodyPr wrap="square" rtlCol="0">
            <a:spAutoFit/>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sz="1400" b="1" i="0" u="none" strike="noStrike" kern="1200" cap="none" spc="0" normalizeH="0" baseline="0" noProof="0" dirty="0">
                <a:ln>
                  <a:noFill/>
                </a:ln>
                <a:solidFill>
                  <a:srgbClr val="FFFFFF"/>
                </a:solidFill>
                <a:effectLst/>
                <a:uLnTx/>
                <a:uFillTx/>
                <a:latin typeface="Oracle Sans"/>
                <a:ea typeface="+mn-ea"/>
                <a:cs typeface="Oracle Sans"/>
                <a:sym typeface="Oracle Sans"/>
                <a:rtl val="0"/>
              </a:rPr>
              <a:t>Autonomous Data Warehouse</a:t>
            </a:r>
          </a:p>
        </p:txBody>
      </p:sp>
      <p:sp>
        <p:nvSpPr>
          <p:cNvPr id="24" name="Rectangle: Rounded Corners 1288">
            <a:extLst>
              <a:ext uri="{FF2B5EF4-FFF2-40B4-BE49-F238E27FC236}">
                <a16:creationId xmlns:a16="http://schemas.microsoft.com/office/drawing/2014/main" id="{A29F3D56-B127-7846-5125-BAF452E07A5A}"/>
              </a:ext>
            </a:extLst>
          </p:cNvPr>
          <p:cNvSpPr/>
          <p:nvPr/>
        </p:nvSpPr>
        <p:spPr>
          <a:xfrm>
            <a:off x="9012256" y="1142370"/>
            <a:ext cx="2520465" cy="2880365"/>
          </a:xfrm>
          <a:prstGeom prst="roundRect">
            <a:avLst>
              <a:gd name="adj" fmla="val 5089"/>
            </a:avLst>
          </a:prstGeom>
          <a:noFill/>
          <a:ln w="19050">
            <a:solidFill>
              <a:schemeClr val="bg1">
                <a:lumMod val="75000"/>
                <a:lumOff val="25000"/>
              </a:schemeClr>
            </a:solidFill>
            <a:prstDash val="sysDot"/>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srgbClr val="F3F3F3"/>
              </a:solidFill>
              <a:effectLst/>
              <a:uLnTx/>
              <a:uFillTx/>
              <a:latin typeface="Oracle Sans Tab"/>
              <a:ea typeface="+mn-ea"/>
              <a:cs typeface="+mn-cs"/>
            </a:endParaRPr>
          </a:p>
        </p:txBody>
      </p:sp>
      <p:sp>
        <p:nvSpPr>
          <p:cNvPr id="27" name="Rectangle: Rounded Corners 1289">
            <a:extLst>
              <a:ext uri="{FF2B5EF4-FFF2-40B4-BE49-F238E27FC236}">
                <a16:creationId xmlns:a16="http://schemas.microsoft.com/office/drawing/2014/main" id="{B51541C8-C8D3-5740-7351-000D552B5E75}"/>
              </a:ext>
            </a:extLst>
          </p:cNvPr>
          <p:cNvSpPr/>
          <p:nvPr/>
        </p:nvSpPr>
        <p:spPr>
          <a:xfrm>
            <a:off x="9133968" y="1572063"/>
            <a:ext cx="2277040" cy="1274896"/>
          </a:xfrm>
          <a:prstGeom prst="roundRect">
            <a:avLst>
              <a:gd name="adj" fmla="val 5089"/>
            </a:avLst>
          </a:prstGeom>
          <a:solidFill>
            <a:schemeClr val="bg1">
              <a:lumMod val="90000"/>
              <a:lumOff val="10000"/>
            </a:schemeClr>
          </a:solidFill>
          <a:ln w="19050">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srgbClr val="F3F3F3"/>
              </a:solidFill>
              <a:effectLst/>
              <a:uLnTx/>
              <a:uFillTx/>
              <a:latin typeface="Oracle Sans Tab"/>
              <a:ea typeface="+mn-ea"/>
              <a:cs typeface="+mn-cs"/>
            </a:endParaRPr>
          </a:p>
        </p:txBody>
      </p:sp>
      <p:sp>
        <p:nvSpPr>
          <p:cNvPr id="28" name="TextBox 27">
            <a:extLst>
              <a:ext uri="{FF2B5EF4-FFF2-40B4-BE49-F238E27FC236}">
                <a16:creationId xmlns:a16="http://schemas.microsoft.com/office/drawing/2014/main" id="{0E6DD4C5-8389-54CB-0210-BDDF8BCE5C4B}"/>
              </a:ext>
            </a:extLst>
          </p:cNvPr>
          <p:cNvSpPr txBox="1"/>
          <p:nvPr/>
        </p:nvSpPr>
        <p:spPr>
          <a:xfrm>
            <a:off x="9219688" y="1741340"/>
            <a:ext cx="2105600" cy="1123384"/>
          </a:xfrm>
          <a:prstGeom prst="rect">
            <a:avLst/>
          </a:prstGeom>
          <a:noFill/>
        </p:spPr>
        <p:txBody>
          <a:bodyPr wrap="square" rtlCol="0">
            <a:spAutoFit/>
          </a:bodyPr>
          <a:lstStyle/>
          <a:p>
            <a:pPr marL="0" marR="0" lvl="0" indent="0" algn="ctr" defTabSz="914400" rtl="0" eaLnBrk="1" fontAlgn="auto" latinLnBrk="0" hangingPunct="1">
              <a:lnSpc>
                <a:spcPct val="100000"/>
              </a:lnSpc>
              <a:spcBef>
                <a:spcPts val="0"/>
              </a:spcBef>
              <a:spcAft>
                <a:spcPts val="600"/>
              </a:spcAft>
              <a:buClrTx/>
              <a:buSzTx/>
              <a:buFontTx/>
              <a:buNone/>
              <a:tabLst/>
              <a:defRPr/>
            </a:pPr>
            <a:r>
              <a:rPr kumimoji="0" lang="en-US" sz="1600" b="1" i="0" u="none" strike="noStrike" kern="1200" cap="none" spc="0" normalizeH="0" baseline="0" noProof="0" dirty="0">
                <a:ln>
                  <a:noFill/>
                </a:ln>
                <a:solidFill>
                  <a:srgbClr val="FFFFFF"/>
                </a:solidFill>
                <a:effectLst/>
                <a:uLnTx/>
                <a:uFillTx/>
                <a:latin typeface="Oracle Sans Tab"/>
                <a:ea typeface="+mn-ea"/>
                <a:cs typeface="+mn-cs"/>
              </a:rPr>
              <a:t>Events Management</a:t>
            </a:r>
          </a:p>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sz="1000" b="0" i="0" u="none" strike="noStrike" kern="1200" cap="none" spc="0" normalizeH="0" baseline="0" noProof="0" dirty="0">
                <a:ln>
                  <a:noFill/>
                </a:ln>
                <a:solidFill>
                  <a:srgbClr val="FFFFFF"/>
                </a:solidFill>
                <a:effectLst/>
                <a:uLnTx/>
                <a:uFillTx/>
                <a:latin typeface="Oracle Sans Tab"/>
                <a:ea typeface="+mn-ea"/>
                <a:cs typeface="+mn-cs"/>
              </a:rPr>
              <a:t>Event report details and AI Summary for maintenance operations</a:t>
            </a:r>
          </a:p>
        </p:txBody>
      </p:sp>
      <p:sp>
        <p:nvSpPr>
          <p:cNvPr id="30" name="Rectangle: Rounded Corners 1292">
            <a:extLst>
              <a:ext uri="{FF2B5EF4-FFF2-40B4-BE49-F238E27FC236}">
                <a16:creationId xmlns:a16="http://schemas.microsoft.com/office/drawing/2014/main" id="{0EF700EB-88EC-580A-42A8-3915F32BBEDC}"/>
              </a:ext>
            </a:extLst>
          </p:cNvPr>
          <p:cNvSpPr/>
          <p:nvPr/>
        </p:nvSpPr>
        <p:spPr>
          <a:xfrm>
            <a:off x="9128196" y="2846959"/>
            <a:ext cx="2288585" cy="1154162"/>
          </a:xfrm>
          <a:prstGeom prst="roundRect">
            <a:avLst>
              <a:gd name="adj" fmla="val 5089"/>
            </a:avLst>
          </a:prstGeom>
          <a:solidFill>
            <a:schemeClr val="bg1">
              <a:lumMod val="90000"/>
              <a:lumOff val="10000"/>
            </a:schemeClr>
          </a:solidFill>
          <a:ln w="19050">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srgbClr val="F3F3F3"/>
              </a:solidFill>
              <a:effectLst/>
              <a:uLnTx/>
              <a:uFillTx/>
              <a:latin typeface="Oracle Sans Tab"/>
              <a:ea typeface="+mn-ea"/>
              <a:cs typeface="+mn-cs"/>
            </a:endParaRPr>
          </a:p>
        </p:txBody>
      </p:sp>
      <p:sp>
        <p:nvSpPr>
          <p:cNvPr id="31" name="TextBox 30">
            <a:extLst>
              <a:ext uri="{FF2B5EF4-FFF2-40B4-BE49-F238E27FC236}">
                <a16:creationId xmlns:a16="http://schemas.microsoft.com/office/drawing/2014/main" id="{1ED9AC43-A24A-1667-FCAC-5BB7B9DBD085}"/>
              </a:ext>
            </a:extLst>
          </p:cNvPr>
          <p:cNvSpPr txBox="1"/>
          <p:nvPr/>
        </p:nvSpPr>
        <p:spPr>
          <a:xfrm>
            <a:off x="9290238" y="2944351"/>
            <a:ext cx="1964500" cy="969496"/>
          </a:xfrm>
          <a:prstGeom prst="rect">
            <a:avLst/>
          </a:prstGeom>
          <a:noFill/>
        </p:spPr>
        <p:txBody>
          <a:bodyPr wrap="square" rtlCol="0">
            <a:spAutoFit/>
          </a:bodyPr>
          <a:lstStyle/>
          <a:p>
            <a:pPr marL="0" marR="0" lvl="0" indent="0" algn="ctr" defTabSz="914400" rtl="0" eaLnBrk="1" fontAlgn="auto" latinLnBrk="0" hangingPunct="1">
              <a:lnSpc>
                <a:spcPct val="100000"/>
              </a:lnSpc>
              <a:spcBef>
                <a:spcPts val="0"/>
              </a:spcBef>
              <a:spcAft>
                <a:spcPts val="600"/>
              </a:spcAft>
              <a:buClrTx/>
              <a:buSzTx/>
              <a:buFontTx/>
              <a:buNone/>
              <a:tabLst/>
              <a:defRPr/>
            </a:pPr>
            <a:r>
              <a:rPr kumimoji="0" lang="en-US" sz="1600" b="1" i="0" u="none" strike="noStrike" kern="1200" cap="none" spc="0" normalizeH="0" baseline="0" noProof="0" dirty="0">
                <a:ln>
                  <a:noFill/>
                </a:ln>
                <a:solidFill>
                  <a:srgbClr val="FFFFFF"/>
                </a:solidFill>
                <a:effectLst/>
                <a:uLnTx/>
                <a:uFillTx/>
                <a:latin typeface="Oracle Sans Tab"/>
                <a:ea typeface="+mn-ea"/>
                <a:cs typeface="+mn-cs"/>
              </a:rPr>
              <a:t>Incident Management</a:t>
            </a:r>
          </a:p>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sz="1000" b="0" i="0" u="none" strike="noStrike" kern="1200" cap="none" spc="0" normalizeH="0" baseline="0" noProof="0" dirty="0">
                <a:ln>
                  <a:noFill/>
                </a:ln>
                <a:solidFill>
                  <a:srgbClr val="FFFFFF"/>
                </a:solidFill>
                <a:effectLst/>
                <a:uLnTx/>
                <a:uFillTx/>
                <a:latin typeface="Oracle Sans Tab"/>
                <a:ea typeface="+mn-ea"/>
                <a:cs typeface="+mn-cs"/>
              </a:rPr>
              <a:t>Signal anomaly integration for Event diagnosis</a:t>
            </a:r>
          </a:p>
        </p:txBody>
      </p:sp>
      <p:sp>
        <p:nvSpPr>
          <p:cNvPr id="36" name="Rectangle: Rounded Corners 1322">
            <a:extLst>
              <a:ext uri="{FF2B5EF4-FFF2-40B4-BE49-F238E27FC236}">
                <a16:creationId xmlns:a16="http://schemas.microsoft.com/office/drawing/2014/main" id="{79839005-EA29-8F61-D964-E1937789026D}"/>
              </a:ext>
            </a:extLst>
          </p:cNvPr>
          <p:cNvSpPr/>
          <p:nvPr/>
        </p:nvSpPr>
        <p:spPr>
          <a:xfrm>
            <a:off x="9012255" y="4439965"/>
            <a:ext cx="2520466" cy="1238865"/>
          </a:xfrm>
          <a:prstGeom prst="roundRect">
            <a:avLst>
              <a:gd name="adj" fmla="val 5089"/>
            </a:avLst>
          </a:prstGeom>
          <a:noFill/>
          <a:ln w="19050">
            <a:solidFill>
              <a:schemeClr val="bg1">
                <a:lumMod val="75000"/>
                <a:lumOff val="25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400" b="0" i="0" u="none" strike="noStrike" kern="1200" cap="none" spc="0" normalizeH="0" baseline="0" noProof="0">
              <a:ln>
                <a:noFill/>
              </a:ln>
              <a:solidFill>
                <a:srgbClr val="F3F3F3"/>
              </a:solidFill>
              <a:effectLst/>
              <a:uLnTx/>
              <a:uFillTx/>
              <a:latin typeface="Oracle Sans Tab"/>
              <a:ea typeface="+mn-ea"/>
              <a:cs typeface="+mn-cs"/>
            </a:endParaRPr>
          </a:p>
        </p:txBody>
      </p:sp>
      <p:sp>
        <p:nvSpPr>
          <p:cNvPr id="37" name="TextBox 36">
            <a:extLst>
              <a:ext uri="{FF2B5EF4-FFF2-40B4-BE49-F238E27FC236}">
                <a16:creationId xmlns:a16="http://schemas.microsoft.com/office/drawing/2014/main" id="{7AEA5C74-1486-552F-F3AD-EB4A63ABE699}"/>
              </a:ext>
            </a:extLst>
          </p:cNvPr>
          <p:cNvSpPr txBox="1"/>
          <p:nvPr/>
        </p:nvSpPr>
        <p:spPr>
          <a:xfrm>
            <a:off x="8941156" y="4430813"/>
            <a:ext cx="2662665" cy="461665"/>
          </a:xfrm>
          <a:prstGeom prst="rect">
            <a:avLst/>
          </a:prstGeom>
          <a:noFill/>
        </p:spPr>
        <p:txBody>
          <a:bodyPr wrap="square" lIns="91440" tIns="45720" rIns="91440" bIns="45720" rtlCol="0" anchor="t">
            <a:spAutoFit/>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sz="1400" b="1" i="0" u="none" strike="noStrike" kern="1200" cap="none" spc="0" normalizeH="0" baseline="0" noProof="0" dirty="0">
                <a:ln>
                  <a:noFill/>
                </a:ln>
                <a:solidFill>
                  <a:srgbClr val="2C5166"/>
                </a:solidFill>
                <a:effectLst/>
                <a:uLnTx/>
                <a:uFillTx/>
                <a:latin typeface="Oracle Sans"/>
                <a:ea typeface="+mn-ea"/>
                <a:cs typeface="Oracle Sans"/>
                <a:rtl val="0"/>
              </a:rPr>
              <a:t>SAM Biz Analytics</a:t>
            </a:r>
          </a:p>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sz="1000" b="1" i="0" u="none" strike="noStrike" kern="1200" cap="none" spc="0" normalizeH="0" baseline="0" noProof="0" dirty="0">
                <a:ln>
                  <a:noFill/>
                </a:ln>
                <a:solidFill>
                  <a:srgbClr val="2C5166"/>
                </a:solidFill>
                <a:effectLst/>
                <a:uLnTx/>
                <a:uFillTx/>
                <a:latin typeface="Oracle Sans"/>
                <a:ea typeface="+mn-ea"/>
                <a:cs typeface="Oracle Sans"/>
                <a:rtl val="0"/>
              </a:rPr>
              <a:t>(Oracle Analytics Cloud)</a:t>
            </a:r>
          </a:p>
        </p:txBody>
      </p:sp>
      <p:grpSp>
        <p:nvGrpSpPr>
          <p:cNvPr id="41" name="Graphic 3">
            <a:extLst>
              <a:ext uri="{FF2B5EF4-FFF2-40B4-BE49-F238E27FC236}">
                <a16:creationId xmlns:a16="http://schemas.microsoft.com/office/drawing/2014/main" id="{EF0B8CE6-0FEA-417B-8667-95948EB09984}"/>
              </a:ext>
            </a:extLst>
          </p:cNvPr>
          <p:cNvGrpSpPr/>
          <p:nvPr/>
        </p:nvGrpSpPr>
        <p:grpSpPr>
          <a:xfrm>
            <a:off x="7059053" y="2045395"/>
            <a:ext cx="603230" cy="583708"/>
            <a:chOff x="5547360" y="2363804"/>
            <a:chExt cx="513347" cy="513347"/>
          </a:xfrm>
        </p:grpSpPr>
        <p:sp>
          <p:nvSpPr>
            <p:cNvPr id="43" name="Freeform: Shape 1038">
              <a:extLst>
                <a:ext uri="{FF2B5EF4-FFF2-40B4-BE49-F238E27FC236}">
                  <a16:creationId xmlns:a16="http://schemas.microsoft.com/office/drawing/2014/main" id="{F1D60208-69C9-2623-5C4B-4F7DCE616139}"/>
                </a:ext>
              </a:extLst>
            </p:cNvPr>
            <p:cNvSpPr/>
            <p:nvPr/>
          </p:nvSpPr>
          <p:spPr>
            <a:xfrm>
              <a:off x="5547360" y="2363804"/>
              <a:ext cx="513347" cy="513347"/>
            </a:xfrm>
            <a:custGeom>
              <a:avLst/>
              <a:gdLst>
                <a:gd name="connsiteX0" fmla="*/ 479203 w 513347"/>
                <a:gd name="connsiteY0" fmla="*/ 12223 h 513347"/>
                <a:gd name="connsiteX1" fmla="*/ 499936 w 513347"/>
                <a:gd name="connsiteY1" fmla="*/ 33001 h 513347"/>
                <a:gd name="connsiteX2" fmla="*/ 499936 w 513347"/>
                <a:gd name="connsiteY2" fmla="*/ 481571 h 513347"/>
                <a:gd name="connsiteX3" fmla="*/ 479203 w 513347"/>
                <a:gd name="connsiteY3" fmla="*/ 502349 h 513347"/>
                <a:gd name="connsiteX4" fmla="*/ 32925 w 513347"/>
                <a:gd name="connsiteY4" fmla="*/ 502349 h 513347"/>
                <a:gd name="connsiteX5" fmla="*/ 12192 w 513347"/>
                <a:gd name="connsiteY5" fmla="*/ 480346 h 513347"/>
                <a:gd name="connsiteX6" fmla="*/ 12192 w 513347"/>
                <a:gd name="connsiteY6" fmla="*/ 33001 h 513347"/>
                <a:gd name="connsiteX7" fmla="*/ 32925 w 513347"/>
                <a:gd name="connsiteY7" fmla="*/ 12223 h 513347"/>
                <a:gd name="connsiteX8" fmla="*/ 479203 w 513347"/>
                <a:gd name="connsiteY8" fmla="*/ 12223 h 513347"/>
                <a:gd name="connsiteX9" fmla="*/ 479203 w 513347"/>
                <a:gd name="connsiteY9" fmla="*/ 0 h 513347"/>
                <a:gd name="connsiteX10" fmla="*/ 32925 w 513347"/>
                <a:gd name="connsiteY10" fmla="*/ 0 h 513347"/>
                <a:gd name="connsiteX11" fmla="*/ 0 w 513347"/>
                <a:gd name="connsiteY11" fmla="*/ 33001 h 513347"/>
                <a:gd name="connsiteX12" fmla="*/ 0 w 513347"/>
                <a:gd name="connsiteY12" fmla="*/ 481571 h 513347"/>
                <a:gd name="connsiteX13" fmla="*/ 32925 w 513347"/>
                <a:gd name="connsiteY13" fmla="*/ 513347 h 513347"/>
                <a:gd name="connsiteX14" fmla="*/ 480423 w 513347"/>
                <a:gd name="connsiteY14" fmla="*/ 513347 h 513347"/>
                <a:gd name="connsiteX15" fmla="*/ 513347 w 513347"/>
                <a:gd name="connsiteY15" fmla="*/ 480346 h 513347"/>
                <a:gd name="connsiteX16" fmla="*/ 513347 w 513347"/>
                <a:gd name="connsiteY16" fmla="*/ 33001 h 513347"/>
                <a:gd name="connsiteX17" fmla="*/ 479203 w 513347"/>
                <a:gd name="connsiteY17" fmla="*/ 0 h 513347"/>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Lst>
              <a:rect l="l" t="t" r="r" b="b"/>
              <a:pathLst>
                <a:path w="513347" h="513347">
                  <a:moveTo>
                    <a:pt x="479203" y="12223"/>
                  </a:moveTo>
                  <a:cubicBezTo>
                    <a:pt x="490183" y="12223"/>
                    <a:pt x="499936" y="22001"/>
                    <a:pt x="499936" y="33001"/>
                  </a:cubicBezTo>
                  <a:lnTo>
                    <a:pt x="499936" y="481571"/>
                  </a:lnTo>
                  <a:cubicBezTo>
                    <a:pt x="499936" y="492570"/>
                    <a:pt x="490183" y="502349"/>
                    <a:pt x="479203" y="502349"/>
                  </a:cubicBezTo>
                  <a:lnTo>
                    <a:pt x="32925" y="502349"/>
                  </a:lnTo>
                  <a:cubicBezTo>
                    <a:pt x="21945" y="501123"/>
                    <a:pt x="12192" y="491344"/>
                    <a:pt x="12192" y="480346"/>
                  </a:cubicBezTo>
                  <a:lnTo>
                    <a:pt x="12192" y="33001"/>
                  </a:lnTo>
                  <a:cubicBezTo>
                    <a:pt x="12192" y="22001"/>
                    <a:pt x="21945" y="12223"/>
                    <a:pt x="32925" y="12223"/>
                  </a:cubicBezTo>
                  <a:lnTo>
                    <a:pt x="479203" y="12223"/>
                  </a:lnTo>
                  <a:close/>
                  <a:moveTo>
                    <a:pt x="479203" y="0"/>
                  </a:moveTo>
                  <a:lnTo>
                    <a:pt x="32925" y="0"/>
                  </a:lnTo>
                  <a:cubicBezTo>
                    <a:pt x="14631" y="0"/>
                    <a:pt x="0" y="14667"/>
                    <a:pt x="0" y="33001"/>
                  </a:cubicBezTo>
                  <a:lnTo>
                    <a:pt x="0" y="481571"/>
                  </a:lnTo>
                  <a:cubicBezTo>
                    <a:pt x="0" y="498679"/>
                    <a:pt x="14631" y="513347"/>
                    <a:pt x="32925" y="513347"/>
                  </a:cubicBezTo>
                  <a:lnTo>
                    <a:pt x="480423" y="513347"/>
                  </a:lnTo>
                  <a:cubicBezTo>
                    <a:pt x="498717" y="513347"/>
                    <a:pt x="513347" y="498679"/>
                    <a:pt x="513347" y="480346"/>
                  </a:cubicBezTo>
                  <a:lnTo>
                    <a:pt x="513347" y="33001"/>
                  </a:lnTo>
                  <a:cubicBezTo>
                    <a:pt x="512128" y="14667"/>
                    <a:pt x="497498" y="0"/>
                    <a:pt x="479203" y="0"/>
                  </a:cubicBezTo>
                  <a:close/>
                </a:path>
              </a:pathLst>
            </a:custGeom>
            <a:solidFill>
              <a:srgbClr val="FFFFFF"/>
            </a:solidFill>
            <a:ln w="6417" cap="flat">
              <a:noFill/>
              <a:prstDash val="solid"/>
              <a:miter/>
            </a:ln>
          </p:spPr>
          <p:txBody>
            <a:bodyPr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srgbClr val="7C8A98"/>
                </a:solidFill>
                <a:effectLst/>
                <a:uLnTx/>
                <a:uFillTx/>
                <a:latin typeface="Oracle Sans Tab"/>
                <a:ea typeface="+mn-ea"/>
                <a:cs typeface="+mn-cs"/>
              </a:endParaRPr>
            </a:p>
          </p:txBody>
        </p:sp>
        <p:grpSp>
          <p:nvGrpSpPr>
            <p:cNvPr id="44" name="Graphic 3">
              <a:extLst>
                <a:ext uri="{FF2B5EF4-FFF2-40B4-BE49-F238E27FC236}">
                  <a16:creationId xmlns:a16="http://schemas.microsoft.com/office/drawing/2014/main" id="{D8BCD9C8-7BFE-18CD-588F-4AF00A7271CA}"/>
                </a:ext>
              </a:extLst>
            </p:cNvPr>
            <p:cNvGrpSpPr/>
            <p:nvPr/>
          </p:nvGrpSpPr>
          <p:grpSpPr>
            <a:xfrm>
              <a:off x="5559558" y="2376030"/>
              <a:ext cx="488956" cy="488903"/>
              <a:chOff x="5559558" y="2376030"/>
              <a:chExt cx="488956" cy="488903"/>
            </a:xfrm>
            <a:solidFill>
              <a:srgbClr val="2D5967"/>
            </a:solidFill>
          </p:grpSpPr>
          <p:sp>
            <p:nvSpPr>
              <p:cNvPr id="45" name="Freeform: Shape 1260">
                <a:extLst>
                  <a:ext uri="{FF2B5EF4-FFF2-40B4-BE49-F238E27FC236}">
                    <a16:creationId xmlns:a16="http://schemas.microsoft.com/office/drawing/2014/main" id="{47664B62-5F75-0329-876C-0E65759B8879}"/>
                  </a:ext>
                </a:extLst>
              </p:cNvPr>
              <p:cNvSpPr/>
              <p:nvPr/>
            </p:nvSpPr>
            <p:spPr>
              <a:xfrm>
                <a:off x="5755868" y="2455474"/>
                <a:ext cx="81699" cy="18333"/>
              </a:xfrm>
              <a:custGeom>
                <a:avLst/>
                <a:gdLst>
                  <a:gd name="connsiteX0" fmla="*/ 81699 w 81699"/>
                  <a:gd name="connsiteY0" fmla="*/ 0 h 18333"/>
                  <a:gd name="connsiteX1" fmla="*/ 0 w 81699"/>
                  <a:gd name="connsiteY1" fmla="*/ 0 h 18333"/>
                  <a:gd name="connsiteX2" fmla="*/ 0 w 81699"/>
                  <a:gd name="connsiteY2" fmla="*/ 18334 h 18333"/>
                  <a:gd name="connsiteX3" fmla="*/ 81699 w 81699"/>
                  <a:gd name="connsiteY3" fmla="*/ 18334 h 18333"/>
                  <a:gd name="connsiteX4" fmla="*/ 81699 w 81699"/>
                  <a:gd name="connsiteY4" fmla="*/ 0 h 18333"/>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81699" h="18333">
                    <a:moveTo>
                      <a:pt x="81699" y="0"/>
                    </a:moveTo>
                    <a:lnTo>
                      <a:pt x="0" y="0"/>
                    </a:lnTo>
                    <a:lnTo>
                      <a:pt x="0" y="18334"/>
                    </a:lnTo>
                    <a:lnTo>
                      <a:pt x="81699" y="18334"/>
                    </a:lnTo>
                    <a:lnTo>
                      <a:pt x="81699" y="0"/>
                    </a:lnTo>
                    <a:close/>
                  </a:path>
                </a:pathLst>
              </a:custGeom>
              <a:solidFill>
                <a:srgbClr val="2D5967"/>
              </a:solidFill>
              <a:ln w="6417" cap="flat">
                <a:noFill/>
                <a:prstDash val="solid"/>
                <a:miter/>
              </a:ln>
            </p:spPr>
            <p:txBody>
              <a:bodyPr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srgbClr val="7C8A98"/>
                  </a:solidFill>
                  <a:effectLst/>
                  <a:uLnTx/>
                  <a:uFillTx/>
                  <a:latin typeface="Oracle Sans Tab"/>
                  <a:ea typeface="+mn-ea"/>
                  <a:cs typeface="+mn-cs"/>
                </a:endParaRPr>
              </a:p>
            </p:txBody>
          </p:sp>
          <p:sp>
            <p:nvSpPr>
              <p:cNvPr id="46" name="Freeform: Shape 1263">
                <a:extLst>
                  <a:ext uri="{FF2B5EF4-FFF2-40B4-BE49-F238E27FC236}">
                    <a16:creationId xmlns:a16="http://schemas.microsoft.com/office/drawing/2014/main" id="{5CDB9BBF-B5C6-1539-6EEF-F0FC1357B075}"/>
                  </a:ext>
                </a:extLst>
              </p:cNvPr>
              <p:cNvSpPr/>
              <p:nvPr/>
            </p:nvSpPr>
            <p:spPr>
              <a:xfrm>
                <a:off x="5692463" y="2613152"/>
                <a:ext cx="81699" cy="18333"/>
              </a:xfrm>
              <a:custGeom>
                <a:avLst/>
                <a:gdLst>
                  <a:gd name="connsiteX0" fmla="*/ 81699 w 81699"/>
                  <a:gd name="connsiteY0" fmla="*/ 0 h 18333"/>
                  <a:gd name="connsiteX1" fmla="*/ 0 w 81699"/>
                  <a:gd name="connsiteY1" fmla="*/ 0 h 18333"/>
                  <a:gd name="connsiteX2" fmla="*/ 0 w 81699"/>
                  <a:gd name="connsiteY2" fmla="*/ 18334 h 18333"/>
                  <a:gd name="connsiteX3" fmla="*/ 81699 w 81699"/>
                  <a:gd name="connsiteY3" fmla="*/ 18334 h 18333"/>
                  <a:gd name="connsiteX4" fmla="*/ 81699 w 81699"/>
                  <a:gd name="connsiteY4" fmla="*/ 0 h 18333"/>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81699" h="18333">
                    <a:moveTo>
                      <a:pt x="81699" y="0"/>
                    </a:moveTo>
                    <a:lnTo>
                      <a:pt x="0" y="0"/>
                    </a:lnTo>
                    <a:lnTo>
                      <a:pt x="0" y="18334"/>
                    </a:lnTo>
                    <a:lnTo>
                      <a:pt x="81699" y="18334"/>
                    </a:lnTo>
                    <a:lnTo>
                      <a:pt x="81699" y="0"/>
                    </a:lnTo>
                    <a:close/>
                  </a:path>
                </a:pathLst>
              </a:custGeom>
              <a:solidFill>
                <a:srgbClr val="2D5967"/>
              </a:solidFill>
              <a:ln w="6417" cap="flat">
                <a:noFill/>
                <a:prstDash val="solid"/>
                <a:miter/>
              </a:ln>
            </p:spPr>
            <p:txBody>
              <a:bodyPr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srgbClr val="7C8A98"/>
                  </a:solidFill>
                  <a:effectLst/>
                  <a:uLnTx/>
                  <a:uFillTx/>
                  <a:latin typeface="Oracle Sans Tab"/>
                  <a:ea typeface="+mn-ea"/>
                  <a:cs typeface="+mn-cs"/>
                </a:endParaRPr>
              </a:p>
            </p:txBody>
          </p:sp>
          <p:sp>
            <p:nvSpPr>
              <p:cNvPr id="47" name="Freeform: Shape 1265">
                <a:extLst>
                  <a:ext uri="{FF2B5EF4-FFF2-40B4-BE49-F238E27FC236}">
                    <a16:creationId xmlns:a16="http://schemas.microsoft.com/office/drawing/2014/main" id="{9EE8161E-D373-B6F2-13F8-80B5845EAF19}"/>
                  </a:ext>
                </a:extLst>
              </p:cNvPr>
              <p:cNvSpPr/>
              <p:nvPr/>
            </p:nvSpPr>
            <p:spPr>
              <a:xfrm>
                <a:off x="5598579" y="2613152"/>
                <a:ext cx="18287" cy="18333"/>
              </a:xfrm>
              <a:custGeom>
                <a:avLst/>
                <a:gdLst>
                  <a:gd name="connsiteX0" fmla="*/ 18288 w 18287"/>
                  <a:gd name="connsiteY0" fmla="*/ 0 h 18333"/>
                  <a:gd name="connsiteX1" fmla="*/ 0 w 18287"/>
                  <a:gd name="connsiteY1" fmla="*/ 0 h 18333"/>
                  <a:gd name="connsiteX2" fmla="*/ 0 w 18287"/>
                  <a:gd name="connsiteY2" fmla="*/ 18334 h 18333"/>
                  <a:gd name="connsiteX3" fmla="*/ 18288 w 18287"/>
                  <a:gd name="connsiteY3" fmla="*/ 18334 h 18333"/>
                  <a:gd name="connsiteX4" fmla="*/ 18288 w 18287"/>
                  <a:gd name="connsiteY4" fmla="*/ 0 h 18333"/>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8287" h="18333">
                    <a:moveTo>
                      <a:pt x="18288" y="0"/>
                    </a:moveTo>
                    <a:lnTo>
                      <a:pt x="0" y="0"/>
                    </a:lnTo>
                    <a:lnTo>
                      <a:pt x="0" y="18334"/>
                    </a:lnTo>
                    <a:lnTo>
                      <a:pt x="18288" y="18334"/>
                    </a:lnTo>
                    <a:lnTo>
                      <a:pt x="18288" y="0"/>
                    </a:lnTo>
                    <a:close/>
                  </a:path>
                </a:pathLst>
              </a:custGeom>
              <a:solidFill>
                <a:srgbClr val="2D5967"/>
              </a:solidFill>
              <a:ln w="6417" cap="flat">
                <a:noFill/>
                <a:prstDash val="solid"/>
                <a:miter/>
              </a:ln>
            </p:spPr>
            <p:txBody>
              <a:bodyPr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srgbClr val="7C8A98"/>
                  </a:solidFill>
                  <a:effectLst/>
                  <a:uLnTx/>
                  <a:uFillTx/>
                  <a:latin typeface="Oracle Sans Tab"/>
                  <a:ea typeface="+mn-ea"/>
                  <a:cs typeface="+mn-cs"/>
                </a:endParaRPr>
              </a:p>
            </p:txBody>
          </p:sp>
          <p:sp>
            <p:nvSpPr>
              <p:cNvPr id="48" name="Freeform: Shape 1266">
                <a:extLst>
                  <a:ext uri="{FF2B5EF4-FFF2-40B4-BE49-F238E27FC236}">
                    <a16:creationId xmlns:a16="http://schemas.microsoft.com/office/drawing/2014/main" id="{3CF0175B-9DEE-B859-03E4-325DCC436F43}"/>
                  </a:ext>
                </a:extLst>
              </p:cNvPr>
              <p:cNvSpPr/>
              <p:nvPr/>
            </p:nvSpPr>
            <p:spPr>
              <a:xfrm>
                <a:off x="5598579" y="2455474"/>
                <a:ext cx="49993" cy="18333"/>
              </a:xfrm>
              <a:custGeom>
                <a:avLst/>
                <a:gdLst>
                  <a:gd name="connsiteX0" fmla="*/ 49994 w 49993"/>
                  <a:gd name="connsiteY0" fmla="*/ 0 h 18333"/>
                  <a:gd name="connsiteX1" fmla="*/ 0 w 49993"/>
                  <a:gd name="connsiteY1" fmla="*/ 0 h 18333"/>
                  <a:gd name="connsiteX2" fmla="*/ 0 w 49993"/>
                  <a:gd name="connsiteY2" fmla="*/ 18334 h 18333"/>
                  <a:gd name="connsiteX3" fmla="*/ 49994 w 49993"/>
                  <a:gd name="connsiteY3" fmla="*/ 18334 h 18333"/>
                  <a:gd name="connsiteX4" fmla="*/ 49994 w 49993"/>
                  <a:gd name="connsiteY4" fmla="*/ 0 h 18333"/>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49993" h="18333">
                    <a:moveTo>
                      <a:pt x="49994" y="0"/>
                    </a:moveTo>
                    <a:lnTo>
                      <a:pt x="0" y="0"/>
                    </a:lnTo>
                    <a:lnTo>
                      <a:pt x="0" y="18334"/>
                    </a:lnTo>
                    <a:lnTo>
                      <a:pt x="49994" y="18334"/>
                    </a:lnTo>
                    <a:lnTo>
                      <a:pt x="49994" y="0"/>
                    </a:lnTo>
                    <a:close/>
                  </a:path>
                </a:pathLst>
              </a:custGeom>
              <a:solidFill>
                <a:srgbClr val="2D5967"/>
              </a:solidFill>
              <a:ln w="6417" cap="flat">
                <a:noFill/>
                <a:prstDash val="solid"/>
                <a:miter/>
              </a:ln>
            </p:spPr>
            <p:txBody>
              <a:bodyPr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srgbClr val="7C8A98"/>
                  </a:solidFill>
                  <a:effectLst/>
                  <a:uLnTx/>
                  <a:uFillTx/>
                  <a:latin typeface="Oracle Sans Tab"/>
                  <a:ea typeface="+mn-ea"/>
                  <a:cs typeface="+mn-cs"/>
                </a:endParaRPr>
              </a:p>
            </p:txBody>
          </p:sp>
          <p:sp>
            <p:nvSpPr>
              <p:cNvPr id="49" name="Freeform: Shape 1267">
                <a:extLst>
                  <a:ext uri="{FF2B5EF4-FFF2-40B4-BE49-F238E27FC236}">
                    <a16:creationId xmlns:a16="http://schemas.microsoft.com/office/drawing/2014/main" id="{E093742E-DDD3-42CA-4C7A-FA6995326B2C}"/>
                  </a:ext>
                </a:extLst>
              </p:cNvPr>
              <p:cNvSpPr/>
              <p:nvPr/>
            </p:nvSpPr>
            <p:spPr>
              <a:xfrm>
                <a:off x="5850979" y="2455474"/>
                <a:ext cx="18288" cy="18333"/>
              </a:xfrm>
              <a:custGeom>
                <a:avLst/>
                <a:gdLst>
                  <a:gd name="connsiteX0" fmla="*/ 18288 w 18288"/>
                  <a:gd name="connsiteY0" fmla="*/ 0 h 18333"/>
                  <a:gd name="connsiteX1" fmla="*/ 0 w 18288"/>
                  <a:gd name="connsiteY1" fmla="*/ 0 h 18333"/>
                  <a:gd name="connsiteX2" fmla="*/ 0 w 18288"/>
                  <a:gd name="connsiteY2" fmla="*/ 18334 h 18333"/>
                  <a:gd name="connsiteX3" fmla="*/ 18288 w 18288"/>
                  <a:gd name="connsiteY3" fmla="*/ 18334 h 18333"/>
                  <a:gd name="connsiteX4" fmla="*/ 18288 w 18288"/>
                  <a:gd name="connsiteY4" fmla="*/ 0 h 18333"/>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8288" h="18333">
                    <a:moveTo>
                      <a:pt x="18288" y="0"/>
                    </a:moveTo>
                    <a:lnTo>
                      <a:pt x="0" y="0"/>
                    </a:lnTo>
                    <a:lnTo>
                      <a:pt x="0" y="18334"/>
                    </a:lnTo>
                    <a:lnTo>
                      <a:pt x="18288" y="18334"/>
                    </a:lnTo>
                    <a:lnTo>
                      <a:pt x="18288" y="0"/>
                    </a:lnTo>
                    <a:close/>
                  </a:path>
                </a:pathLst>
              </a:custGeom>
              <a:solidFill>
                <a:srgbClr val="2D5967"/>
              </a:solidFill>
              <a:ln w="6417" cap="flat">
                <a:noFill/>
                <a:prstDash val="solid"/>
                <a:miter/>
              </a:ln>
            </p:spPr>
            <p:txBody>
              <a:bodyPr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srgbClr val="7C8A98"/>
                  </a:solidFill>
                  <a:effectLst/>
                  <a:uLnTx/>
                  <a:uFillTx/>
                  <a:latin typeface="Oracle Sans Tab"/>
                  <a:ea typeface="+mn-ea"/>
                  <a:cs typeface="+mn-cs"/>
                </a:endParaRPr>
              </a:p>
            </p:txBody>
          </p:sp>
          <p:sp>
            <p:nvSpPr>
              <p:cNvPr id="50" name="Freeform: Shape 1270">
                <a:extLst>
                  <a:ext uri="{FF2B5EF4-FFF2-40B4-BE49-F238E27FC236}">
                    <a16:creationId xmlns:a16="http://schemas.microsoft.com/office/drawing/2014/main" id="{097B76B7-72F0-6C40-92FD-4266534BE1D7}"/>
                  </a:ext>
                </a:extLst>
              </p:cNvPr>
              <p:cNvSpPr/>
              <p:nvPr/>
            </p:nvSpPr>
            <p:spPr>
              <a:xfrm>
                <a:off x="5692463" y="2455474"/>
                <a:ext cx="18288" cy="18333"/>
              </a:xfrm>
              <a:custGeom>
                <a:avLst/>
                <a:gdLst>
                  <a:gd name="connsiteX0" fmla="*/ 18288 w 18288"/>
                  <a:gd name="connsiteY0" fmla="*/ 0 h 18333"/>
                  <a:gd name="connsiteX1" fmla="*/ 0 w 18288"/>
                  <a:gd name="connsiteY1" fmla="*/ 0 h 18333"/>
                  <a:gd name="connsiteX2" fmla="*/ 0 w 18288"/>
                  <a:gd name="connsiteY2" fmla="*/ 18334 h 18333"/>
                  <a:gd name="connsiteX3" fmla="*/ 18288 w 18288"/>
                  <a:gd name="connsiteY3" fmla="*/ 18334 h 18333"/>
                  <a:gd name="connsiteX4" fmla="*/ 18288 w 18288"/>
                  <a:gd name="connsiteY4" fmla="*/ 0 h 18333"/>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8288" h="18333">
                    <a:moveTo>
                      <a:pt x="18288" y="0"/>
                    </a:moveTo>
                    <a:lnTo>
                      <a:pt x="0" y="0"/>
                    </a:lnTo>
                    <a:lnTo>
                      <a:pt x="0" y="18334"/>
                    </a:lnTo>
                    <a:lnTo>
                      <a:pt x="18288" y="18334"/>
                    </a:lnTo>
                    <a:lnTo>
                      <a:pt x="18288" y="0"/>
                    </a:lnTo>
                    <a:close/>
                  </a:path>
                </a:pathLst>
              </a:custGeom>
              <a:solidFill>
                <a:srgbClr val="2D5967"/>
              </a:solidFill>
              <a:ln w="6417" cap="flat">
                <a:noFill/>
                <a:prstDash val="solid"/>
                <a:miter/>
              </a:ln>
            </p:spPr>
            <p:txBody>
              <a:bodyPr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srgbClr val="7C8A98"/>
                  </a:solidFill>
                  <a:effectLst/>
                  <a:uLnTx/>
                  <a:uFillTx/>
                  <a:latin typeface="Oracle Sans Tab"/>
                  <a:ea typeface="+mn-ea"/>
                  <a:cs typeface="+mn-cs"/>
                </a:endParaRPr>
              </a:p>
            </p:txBody>
          </p:sp>
          <p:sp>
            <p:nvSpPr>
              <p:cNvPr id="51" name="Freeform: Shape 1271">
                <a:extLst>
                  <a:ext uri="{FF2B5EF4-FFF2-40B4-BE49-F238E27FC236}">
                    <a16:creationId xmlns:a16="http://schemas.microsoft.com/office/drawing/2014/main" id="{2FC3F960-1C5C-7BB3-6E0F-D99D9502A12E}"/>
                  </a:ext>
                </a:extLst>
              </p:cNvPr>
              <p:cNvSpPr/>
              <p:nvPr/>
            </p:nvSpPr>
            <p:spPr>
              <a:xfrm>
                <a:off x="5660764" y="2455474"/>
                <a:ext cx="18288" cy="18333"/>
              </a:xfrm>
              <a:custGeom>
                <a:avLst/>
                <a:gdLst>
                  <a:gd name="connsiteX0" fmla="*/ 18288 w 18288"/>
                  <a:gd name="connsiteY0" fmla="*/ 0 h 18333"/>
                  <a:gd name="connsiteX1" fmla="*/ 0 w 18288"/>
                  <a:gd name="connsiteY1" fmla="*/ 0 h 18333"/>
                  <a:gd name="connsiteX2" fmla="*/ 0 w 18288"/>
                  <a:gd name="connsiteY2" fmla="*/ 18334 h 18333"/>
                  <a:gd name="connsiteX3" fmla="*/ 18288 w 18288"/>
                  <a:gd name="connsiteY3" fmla="*/ 18334 h 18333"/>
                  <a:gd name="connsiteX4" fmla="*/ 18288 w 18288"/>
                  <a:gd name="connsiteY4" fmla="*/ 0 h 18333"/>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8288" h="18333">
                    <a:moveTo>
                      <a:pt x="18288" y="0"/>
                    </a:moveTo>
                    <a:lnTo>
                      <a:pt x="0" y="0"/>
                    </a:lnTo>
                    <a:lnTo>
                      <a:pt x="0" y="18334"/>
                    </a:lnTo>
                    <a:lnTo>
                      <a:pt x="18288" y="18334"/>
                    </a:lnTo>
                    <a:lnTo>
                      <a:pt x="18288" y="0"/>
                    </a:lnTo>
                    <a:close/>
                  </a:path>
                </a:pathLst>
              </a:custGeom>
              <a:solidFill>
                <a:srgbClr val="2D5967"/>
              </a:solidFill>
              <a:ln w="6417" cap="flat">
                <a:noFill/>
                <a:prstDash val="solid"/>
                <a:miter/>
              </a:ln>
            </p:spPr>
            <p:txBody>
              <a:bodyPr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srgbClr val="7C8A98"/>
                  </a:solidFill>
                  <a:effectLst/>
                  <a:uLnTx/>
                  <a:uFillTx/>
                  <a:latin typeface="Oracle Sans Tab"/>
                  <a:ea typeface="+mn-ea"/>
                  <a:cs typeface="+mn-cs"/>
                </a:endParaRPr>
              </a:p>
            </p:txBody>
          </p:sp>
          <p:sp>
            <p:nvSpPr>
              <p:cNvPr id="52" name="Freeform: Shape 1272">
                <a:extLst>
                  <a:ext uri="{FF2B5EF4-FFF2-40B4-BE49-F238E27FC236}">
                    <a16:creationId xmlns:a16="http://schemas.microsoft.com/office/drawing/2014/main" id="{6E454B48-6FA7-F10E-B266-61B44D30962C}"/>
                  </a:ext>
                </a:extLst>
              </p:cNvPr>
              <p:cNvSpPr/>
              <p:nvPr/>
            </p:nvSpPr>
            <p:spPr>
              <a:xfrm>
                <a:off x="5882678" y="2455474"/>
                <a:ext cx="18288" cy="18333"/>
              </a:xfrm>
              <a:custGeom>
                <a:avLst/>
                <a:gdLst>
                  <a:gd name="connsiteX0" fmla="*/ 18288 w 18288"/>
                  <a:gd name="connsiteY0" fmla="*/ 0 h 18333"/>
                  <a:gd name="connsiteX1" fmla="*/ 0 w 18288"/>
                  <a:gd name="connsiteY1" fmla="*/ 0 h 18333"/>
                  <a:gd name="connsiteX2" fmla="*/ 0 w 18288"/>
                  <a:gd name="connsiteY2" fmla="*/ 18334 h 18333"/>
                  <a:gd name="connsiteX3" fmla="*/ 18288 w 18288"/>
                  <a:gd name="connsiteY3" fmla="*/ 18334 h 18333"/>
                  <a:gd name="connsiteX4" fmla="*/ 18288 w 18288"/>
                  <a:gd name="connsiteY4" fmla="*/ 0 h 18333"/>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8288" h="18333">
                    <a:moveTo>
                      <a:pt x="18288" y="0"/>
                    </a:moveTo>
                    <a:lnTo>
                      <a:pt x="0" y="0"/>
                    </a:lnTo>
                    <a:lnTo>
                      <a:pt x="0" y="18334"/>
                    </a:lnTo>
                    <a:lnTo>
                      <a:pt x="18288" y="18334"/>
                    </a:lnTo>
                    <a:lnTo>
                      <a:pt x="18288" y="0"/>
                    </a:lnTo>
                    <a:close/>
                  </a:path>
                </a:pathLst>
              </a:custGeom>
              <a:solidFill>
                <a:srgbClr val="2D5967"/>
              </a:solidFill>
              <a:ln w="6417" cap="flat">
                <a:noFill/>
                <a:prstDash val="solid"/>
                <a:miter/>
              </a:ln>
            </p:spPr>
            <p:txBody>
              <a:bodyPr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srgbClr val="7C8A98"/>
                  </a:solidFill>
                  <a:effectLst/>
                  <a:uLnTx/>
                  <a:uFillTx/>
                  <a:latin typeface="Oracle Sans Tab"/>
                  <a:ea typeface="+mn-ea"/>
                  <a:cs typeface="+mn-cs"/>
                </a:endParaRPr>
              </a:p>
            </p:txBody>
          </p:sp>
          <p:sp>
            <p:nvSpPr>
              <p:cNvPr id="53" name="Freeform: Shape 1273">
                <a:extLst>
                  <a:ext uri="{FF2B5EF4-FFF2-40B4-BE49-F238E27FC236}">
                    <a16:creationId xmlns:a16="http://schemas.microsoft.com/office/drawing/2014/main" id="{5EC27001-FA2B-6618-3182-9022DB02DF5D}"/>
                  </a:ext>
                </a:extLst>
              </p:cNvPr>
              <p:cNvSpPr/>
              <p:nvPr/>
            </p:nvSpPr>
            <p:spPr>
              <a:xfrm>
                <a:off x="5725388" y="2455474"/>
                <a:ext cx="17068" cy="17111"/>
              </a:xfrm>
              <a:custGeom>
                <a:avLst/>
                <a:gdLst>
                  <a:gd name="connsiteX0" fmla="*/ 8534 w 17068"/>
                  <a:gd name="connsiteY0" fmla="*/ 17112 h 17111"/>
                  <a:gd name="connsiteX1" fmla="*/ 17069 w 17068"/>
                  <a:gd name="connsiteY1" fmla="*/ 8556 h 17111"/>
                  <a:gd name="connsiteX2" fmla="*/ 8534 w 17068"/>
                  <a:gd name="connsiteY2" fmla="*/ 0 h 17111"/>
                  <a:gd name="connsiteX3" fmla="*/ 0 w 17068"/>
                  <a:gd name="connsiteY3" fmla="*/ 8556 h 17111"/>
                  <a:gd name="connsiteX4" fmla="*/ 8534 w 17068"/>
                  <a:gd name="connsiteY4" fmla="*/ 17112 h 17111"/>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7068" h="17111">
                    <a:moveTo>
                      <a:pt x="8534" y="17112"/>
                    </a:moveTo>
                    <a:cubicBezTo>
                      <a:pt x="13251" y="17112"/>
                      <a:pt x="17069" y="13281"/>
                      <a:pt x="17069" y="8556"/>
                    </a:cubicBezTo>
                    <a:cubicBezTo>
                      <a:pt x="17069" y="3830"/>
                      <a:pt x="13251" y="0"/>
                      <a:pt x="8534" y="0"/>
                    </a:cubicBezTo>
                    <a:cubicBezTo>
                      <a:pt x="3824" y="0"/>
                      <a:pt x="0" y="3830"/>
                      <a:pt x="0" y="8556"/>
                    </a:cubicBezTo>
                    <a:cubicBezTo>
                      <a:pt x="0" y="13281"/>
                      <a:pt x="3824" y="17112"/>
                      <a:pt x="8534" y="17112"/>
                    </a:cubicBezTo>
                    <a:close/>
                  </a:path>
                </a:pathLst>
              </a:custGeom>
              <a:solidFill>
                <a:srgbClr val="2D5967"/>
              </a:solidFill>
              <a:ln w="6417" cap="flat">
                <a:noFill/>
                <a:prstDash val="solid"/>
                <a:miter/>
              </a:ln>
            </p:spPr>
            <p:txBody>
              <a:bodyPr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srgbClr val="7C8A98"/>
                  </a:solidFill>
                  <a:effectLst/>
                  <a:uLnTx/>
                  <a:uFillTx/>
                  <a:latin typeface="Oracle Sans Tab"/>
                  <a:ea typeface="+mn-ea"/>
                  <a:cs typeface="+mn-cs"/>
                </a:endParaRPr>
              </a:p>
            </p:txBody>
          </p:sp>
          <p:sp>
            <p:nvSpPr>
              <p:cNvPr id="54" name="Freeform: Shape 1274">
                <a:extLst>
                  <a:ext uri="{FF2B5EF4-FFF2-40B4-BE49-F238E27FC236}">
                    <a16:creationId xmlns:a16="http://schemas.microsoft.com/office/drawing/2014/main" id="{A5C06401-B7B6-EE52-4482-6D8E9E14E001}"/>
                  </a:ext>
                </a:extLst>
              </p:cNvPr>
              <p:cNvSpPr/>
              <p:nvPr/>
            </p:nvSpPr>
            <p:spPr>
              <a:xfrm>
                <a:off x="5914384" y="2455474"/>
                <a:ext cx="17068" cy="17111"/>
              </a:xfrm>
              <a:custGeom>
                <a:avLst/>
                <a:gdLst>
                  <a:gd name="connsiteX0" fmla="*/ 8534 w 17068"/>
                  <a:gd name="connsiteY0" fmla="*/ 17112 h 17111"/>
                  <a:gd name="connsiteX1" fmla="*/ 17069 w 17068"/>
                  <a:gd name="connsiteY1" fmla="*/ 8556 h 17111"/>
                  <a:gd name="connsiteX2" fmla="*/ 8534 w 17068"/>
                  <a:gd name="connsiteY2" fmla="*/ 0 h 17111"/>
                  <a:gd name="connsiteX3" fmla="*/ 0 w 17068"/>
                  <a:gd name="connsiteY3" fmla="*/ 8556 h 17111"/>
                  <a:gd name="connsiteX4" fmla="*/ 8534 w 17068"/>
                  <a:gd name="connsiteY4" fmla="*/ 17112 h 17111"/>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7068" h="17111">
                    <a:moveTo>
                      <a:pt x="8534" y="17112"/>
                    </a:moveTo>
                    <a:cubicBezTo>
                      <a:pt x="13244" y="17112"/>
                      <a:pt x="17069" y="13281"/>
                      <a:pt x="17069" y="8556"/>
                    </a:cubicBezTo>
                    <a:cubicBezTo>
                      <a:pt x="17069" y="3830"/>
                      <a:pt x="13244" y="0"/>
                      <a:pt x="8534" y="0"/>
                    </a:cubicBezTo>
                    <a:cubicBezTo>
                      <a:pt x="3818" y="0"/>
                      <a:pt x="0" y="3830"/>
                      <a:pt x="0" y="8556"/>
                    </a:cubicBezTo>
                    <a:cubicBezTo>
                      <a:pt x="0" y="13281"/>
                      <a:pt x="3818" y="17112"/>
                      <a:pt x="8534" y="17112"/>
                    </a:cubicBezTo>
                    <a:close/>
                  </a:path>
                </a:pathLst>
              </a:custGeom>
              <a:solidFill>
                <a:srgbClr val="2D5967"/>
              </a:solidFill>
              <a:ln w="6417" cap="flat">
                <a:noFill/>
                <a:prstDash val="solid"/>
                <a:miter/>
              </a:ln>
            </p:spPr>
            <p:txBody>
              <a:bodyPr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srgbClr val="7C8A98"/>
                  </a:solidFill>
                  <a:effectLst/>
                  <a:uLnTx/>
                  <a:uFillTx/>
                  <a:latin typeface="Oracle Sans Tab"/>
                  <a:ea typeface="+mn-ea"/>
                  <a:cs typeface="+mn-cs"/>
                </a:endParaRPr>
              </a:p>
            </p:txBody>
          </p:sp>
          <p:sp>
            <p:nvSpPr>
              <p:cNvPr id="55" name="Freeform: Shape 1275">
                <a:extLst>
                  <a:ext uri="{FF2B5EF4-FFF2-40B4-BE49-F238E27FC236}">
                    <a16:creationId xmlns:a16="http://schemas.microsoft.com/office/drawing/2014/main" id="{A48078DE-35BF-D5D2-3FE7-036AD77E9871}"/>
                  </a:ext>
                </a:extLst>
              </p:cNvPr>
              <p:cNvSpPr/>
              <p:nvPr/>
            </p:nvSpPr>
            <p:spPr>
              <a:xfrm>
                <a:off x="5819273" y="2614363"/>
                <a:ext cx="17068" cy="17111"/>
              </a:xfrm>
              <a:custGeom>
                <a:avLst/>
                <a:gdLst>
                  <a:gd name="connsiteX0" fmla="*/ 8535 w 17068"/>
                  <a:gd name="connsiteY0" fmla="*/ 17112 h 17111"/>
                  <a:gd name="connsiteX1" fmla="*/ 17069 w 17068"/>
                  <a:gd name="connsiteY1" fmla="*/ 8556 h 17111"/>
                  <a:gd name="connsiteX2" fmla="*/ 8535 w 17068"/>
                  <a:gd name="connsiteY2" fmla="*/ 0 h 17111"/>
                  <a:gd name="connsiteX3" fmla="*/ 0 w 17068"/>
                  <a:gd name="connsiteY3" fmla="*/ 8556 h 17111"/>
                  <a:gd name="connsiteX4" fmla="*/ 8535 w 17068"/>
                  <a:gd name="connsiteY4" fmla="*/ 17112 h 17111"/>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7068" h="17111">
                    <a:moveTo>
                      <a:pt x="8535" y="17112"/>
                    </a:moveTo>
                    <a:cubicBezTo>
                      <a:pt x="13251" y="17112"/>
                      <a:pt x="17069" y="13281"/>
                      <a:pt x="17069" y="8556"/>
                    </a:cubicBezTo>
                    <a:cubicBezTo>
                      <a:pt x="17069" y="3831"/>
                      <a:pt x="13251" y="0"/>
                      <a:pt x="8535" y="0"/>
                    </a:cubicBezTo>
                    <a:cubicBezTo>
                      <a:pt x="3824" y="0"/>
                      <a:pt x="0" y="3831"/>
                      <a:pt x="0" y="8556"/>
                    </a:cubicBezTo>
                    <a:cubicBezTo>
                      <a:pt x="0" y="13281"/>
                      <a:pt x="3824" y="17112"/>
                      <a:pt x="8535" y="17112"/>
                    </a:cubicBezTo>
                    <a:close/>
                  </a:path>
                </a:pathLst>
              </a:custGeom>
              <a:solidFill>
                <a:srgbClr val="2D5967"/>
              </a:solidFill>
              <a:ln w="6417" cap="flat">
                <a:noFill/>
                <a:prstDash val="solid"/>
                <a:miter/>
              </a:ln>
            </p:spPr>
            <p:txBody>
              <a:bodyPr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srgbClr val="7C8A98"/>
                  </a:solidFill>
                  <a:effectLst/>
                  <a:uLnTx/>
                  <a:uFillTx/>
                  <a:latin typeface="Oracle Sans Tab"/>
                  <a:ea typeface="+mn-ea"/>
                  <a:cs typeface="+mn-cs"/>
                </a:endParaRPr>
              </a:p>
            </p:txBody>
          </p:sp>
          <p:sp>
            <p:nvSpPr>
              <p:cNvPr id="56" name="Freeform: Shape 1276">
                <a:extLst>
                  <a:ext uri="{FF2B5EF4-FFF2-40B4-BE49-F238E27FC236}">
                    <a16:creationId xmlns:a16="http://schemas.microsoft.com/office/drawing/2014/main" id="{F44D8CBF-F050-BA60-26FB-D924EFCE1AB3}"/>
                  </a:ext>
                </a:extLst>
              </p:cNvPr>
              <p:cNvSpPr/>
              <p:nvPr/>
            </p:nvSpPr>
            <p:spPr>
              <a:xfrm>
                <a:off x="5914384" y="2773269"/>
                <a:ext cx="17068" cy="17107"/>
              </a:xfrm>
              <a:custGeom>
                <a:avLst/>
                <a:gdLst>
                  <a:gd name="connsiteX0" fmla="*/ 8534 w 17068"/>
                  <a:gd name="connsiteY0" fmla="*/ 17107 h 17107"/>
                  <a:gd name="connsiteX1" fmla="*/ 17069 w 17068"/>
                  <a:gd name="connsiteY1" fmla="*/ 8554 h 17107"/>
                  <a:gd name="connsiteX2" fmla="*/ 8534 w 17068"/>
                  <a:gd name="connsiteY2" fmla="*/ 0 h 17107"/>
                  <a:gd name="connsiteX3" fmla="*/ 0 w 17068"/>
                  <a:gd name="connsiteY3" fmla="*/ 8554 h 17107"/>
                  <a:gd name="connsiteX4" fmla="*/ 8534 w 17068"/>
                  <a:gd name="connsiteY4" fmla="*/ 17107 h 17107"/>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7068" h="17107">
                    <a:moveTo>
                      <a:pt x="8534" y="17107"/>
                    </a:moveTo>
                    <a:cubicBezTo>
                      <a:pt x="13244" y="17107"/>
                      <a:pt x="17069" y="13276"/>
                      <a:pt x="17069" y="8554"/>
                    </a:cubicBezTo>
                    <a:cubicBezTo>
                      <a:pt x="17069" y="3824"/>
                      <a:pt x="13244" y="0"/>
                      <a:pt x="8534" y="0"/>
                    </a:cubicBezTo>
                    <a:cubicBezTo>
                      <a:pt x="3818" y="0"/>
                      <a:pt x="0" y="3824"/>
                      <a:pt x="0" y="8554"/>
                    </a:cubicBezTo>
                    <a:cubicBezTo>
                      <a:pt x="0" y="13276"/>
                      <a:pt x="3818" y="17107"/>
                      <a:pt x="8534" y="17107"/>
                    </a:cubicBezTo>
                    <a:close/>
                  </a:path>
                </a:pathLst>
              </a:custGeom>
              <a:solidFill>
                <a:srgbClr val="2D5967"/>
              </a:solidFill>
              <a:ln w="6417" cap="flat">
                <a:noFill/>
                <a:prstDash val="solid"/>
                <a:miter/>
              </a:ln>
            </p:spPr>
            <p:txBody>
              <a:bodyPr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srgbClr val="7C8A98"/>
                  </a:solidFill>
                  <a:effectLst/>
                  <a:uLnTx/>
                  <a:uFillTx/>
                  <a:latin typeface="Oracle Sans Tab"/>
                  <a:ea typeface="+mn-ea"/>
                  <a:cs typeface="+mn-cs"/>
                </a:endParaRPr>
              </a:p>
            </p:txBody>
          </p:sp>
          <p:sp>
            <p:nvSpPr>
              <p:cNvPr id="57" name="Freeform: Shape 1278">
                <a:extLst>
                  <a:ext uri="{FF2B5EF4-FFF2-40B4-BE49-F238E27FC236}">
                    <a16:creationId xmlns:a16="http://schemas.microsoft.com/office/drawing/2014/main" id="{47109C89-DDAE-2E25-2CD6-2F65A88F2C17}"/>
                  </a:ext>
                </a:extLst>
              </p:cNvPr>
              <p:cNvSpPr/>
              <p:nvPr/>
            </p:nvSpPr>
            <p:spPr>
              <a:xfrm>
                <a:off x="5787574" y="2613152"/>
                <a:ext cx="18287" cy="18333"/>
              </a:xfrm>
              <a:custGeom>
                <a:avLst/>
                <a:gdLst>
                  <a:gd name="connsiteX0" fmla="*/ 18288 w 18287"/>
                  <a:gd name="connsiteY0" fmla="*/ 0 h 18333"/>
                  <a:gd name="connsiteX1" fmla="*/ 0 w 18287"/>
                  <a:gd name="connsiteY1" fmla="*/ 0 h 18333"/>
                  <a:gd name="connsiteX2" fmla="*/ 0 w 18287"/>
                  <a:gd name="connsiteY2" fmla="*/ 18334 h 18333"/>
                  <a:gd name="connsiteX3" fmla="*/ 18288 w 18287"/>
                  <a:gd name="connsiteY3" fmla="*/ 18334 h 18333"/>
                  <a:gd name="connsiteX4" fmla="*/ 18288 w 18287"/>
                  <a:gd name="connsiteY4" fmla="*/ 0 h 18333"/>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8287" h="18333">
                    <a:moveTo>
                      <a:pt x="18288" y="0"/>
                    </a:moveTo>
                    <a:lnTo>
                      <a:pt x="0" y="0"/>
                    </a:lnTo>
                    <a:lnTo>
                      <a:pt x="0" y="18334"/>
                    </a:lnTo>
                    <a:lnTo>
                      <a:pt x="18288" y="18334"/>
                    </a:lnTo>
                    <a:lnTo>
                      <a:pt x="18288" y="0"/>
                    </a:lnTo>
                    <a:close/>
                  </a:path>
                </a:pathLst>
              </a:custGeom>
              <a:solidFill>
                <a:srgbClr val="2D5967"/>
              </a:solidFill>
              <a:ln w="6417" cap="flat">
                <a:noFill/>
                <a:prstDash val="solid"/>
                <a:miter/>
              </a:ln>
            </p:spPr>
            <p:txBody>
              <a:bodyPr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srgbClr val="7C8A98"/>
                  </a:solidFill>
                  <a:effectLst/>
                  <a:uLnTx/>
                  <a:uFillTx/>
                  <a:latin typeface="Oracle Sans Tab"/>
                  <a:ea typeface="+mn-ea"/>
                  <a:cs typeface="+mn-cs"/>
                </a:endParaRPr>
              </a:p>
            </p:txBody>
          </p:sp>
          <p:sp>
            <p:nvSpPr>
              <p:cNvPr id="58" name="Freeform: Shape 1023">
                <a:extLst>
                  <a:ext uri="{FF2B5EF4-FFF2-40B4-BE49-F238E27FC236}">
                    <a16:creationId xmlns:a16="http://schemas.microsoft.com/office/drawing/2014/main" id="{86873B79-DFA0-285A-8EB4-23B7D124D678}"/>
                  </a:ext>
                </a:extLst>
              </p:cNvPr>
              <p:cNvSpPr/>
              <p:nvPr/>
            </p:nvSpPr>
            <p:spPr>
              <a:xfrm>
                <a:off x="5661983" y="2614363"/>
                <a:ext cx="17069" cy="17111"/>
              </a:xfrm>
              <a:custGeom>
                <a:avLst/>
                <a:gdLst>
                  <a:gd name="connsiteX0" fmla="*/ 8535 w 17069"/>
                  <a:gd name="connsiteY0" fmla="*/ 17112 h 17111"/>
                  <a:gd name="connsiteX1" fmla="*/ 17069 w 17069"/>
                  <a:gd name="connsiteY1" fmla="*/ 8556 h 17111"/>
                  <a:gd name="connsiteX2" fmla="*/ 8535 w 17069"/>
                  <a:gd name="connsiteY2" fmla="*/ 0 h 17111"/>
                  <a:gd name="connsiteX3" fmla="*/ 0 w 17069"/>
                  <a:gd name="connsiteY3" fmla="*/ 8556 h 17111"/>
                  <a:gd name="connsiteX4" fmla="*/ 8535 w 17069"/>
                  <a:gd name="connsiteY4" fmla="*/ 17112 h 17111"/>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7069" h="17111">
                    <a:moveTo>
                      <a:pt x="8535" y="17112"/>
                    </a:moveTo>
                    <a:cubicBezTo>
                      <a:pt x="13251" y="17112"/>
                      <a:pt x="17069" y="13281"/>
                      <a:pt x="17069" y="8556"/>
                    </a:cubicBezTo>
                    <a:cubicBezTo>
                      <a:pt x="17069" y="3831"/>
                      <a:pt x="13251" y="0"/>
                      <a:pt x="8535" y="0"/>
                    </a:cubicBezTo>
                    <a:cubicBezTo>
                      <a:pt x="3824" y="0"/>
                      <a:pt x="0" y="3831"/>
                      <a:pt x="0" y="8556"/>
                    </a:cubicBezTo>
                    <a:cubicBezTo>
                      <a:pt x="0" y="13281"/>
                      <a:pt x="3824" y="17112"/>
                      <a:pt x="8535" y="17112"/>
                    </a:cubicBezTo>
                    <a:close/>
                  </a:path>
                </a:pathLst>
              </a:custGeom>
              <a:solidFill>
                <a:srgbClr val="2D5967"/>
              </a:solidFill>
              <a:ln w="6417" cap="flat">
                <a:noFill/>
                <a:prstDash val="solid"/>
                <a:miter/>
              </a:ln>
            </p:spPr>
            <p:txBody>
              <a:bodyPr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srgbClr val="7C8A98"/>
                  </a:solidFill>
                  <a:effectLst/>
                  <a:uLnTx/>
                  <a:uFillTx/>
                  <a:latin typeface="Oracle Sans Tab"/>
                  <a:ea typeface="+mn-ea"/>
                  <a:cs typeface="+mn-cs"/>
                </a:endParaRPr>
              </a:p>
            </p:txBody>
          </p:sp>
          <p:sp>
            <p:nvSpPr>
              <p:cNvPr id="59" name="Freeform: Shape 1024">
                <a:extLst>
                  <a:ext uri="{FF2B5EF4-FFF2-40B4-BE49-F238E27FC236}">
                    <a16:creationId xmlns:a16="http://schemas.microsoft.com/office/drawing/2014/main" id="{F07EF525-88AE-4C10-BBD1-1407C2293597}"/>
                  </a:ext>
                </a:extLst>
              </p:cNvPr>
              <p:cNvSpPr/>
              <p:nvPr/>
            </p:nvSpPr>
            <p:spPr>
              <a:xfrm>
                <a:off x="5629059" y="2613152"/>
                <a:ext cx="18287" cy="18333"/>
              </a:xfrm>
              <a:custGeom>
                <a:avLst/>
                <a:gdLst>
                  <a:gd name="connsiteX0" fmla="*/ 18288 w 18287"/>
                  <a:gd name="connsiteY0" fmla="*/ 0 h 18333"/>
                  <a:gd name="connsiteX1" fmla="*/ 0 w 18287"/>
                  <a:gd name="connsiteY1" fmla="*/ 0 h 18333"/>
                  <a:gd name="connsiteX2" fmla="*/ 0 w 18287"/>
                  <a:gd name="connsiteY2" fmla="*/ 18334 h 18333"/>
                  <a:gd name="connsiteX3" fmla="*/ 18288 w 18287"/>
                  <a:gd name="connsiteY3" fmla="*/ 18334 h 18333"/>
                  <a:gd name="connsiteX4" fmla="*/ 18288 w 18287"/>
                  <a:gd name="connsiteY4" fmla="*/ 0 h 18333"/>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8287" h="18333">
                    <a:moveTo>
                      <a:pt x="18288" y="0"/>
                    </a:moveTo>
                    <a:lnTo>
                      <a:pt x="0" y="0"/>
                    </a:lnTo>
                    <a:lnTo>
                      <a:pt x="0" y="18334"/>
                    </a:lnTo>
                    <a:lnTo>
                      <a:pt x="18288" y="18334"/>
                    </a:lnTo>
                    <a:lnTo>
                      <a:pt x="18288" y="0"/>
                    </a:lnTo>
                    <a:close/>
                  </a:path>
                </a:pathLst>
              </a:custGeom>
              <a:solidFill>
                <a:srgbClr val="2D5967"/>
              </a:solidFill>
              <a:ln w="6417" cap="flat">
                <a:noFill/>
                <a:prstDash val="solid"/>
                <a:miter/>
              </a:ln>
            </p:spPr>
            <p:txBody>
              <a:bodyPr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srgbClr val="7C8A98"/>
                  </a:solidFill>
                  <a:effectLst/>
                  <a:uLnTx/>
                  <a:uFillTx/>
                  <a:latin typeface="Oracle Sans Tab"/>
                  <a:ea typeface="+mn-ea"/>
                  <a:cs typeface="+mn-cs"/>
                </a:endParaRPr>
              </a:p>
            </p:txBody>
          </p:sp>
          <p:sp>
            <p:nvSpPr>
              <p:cNvPr id="60" name="Freeform: Shape 1025">
                <a:extLst>
                  <a:ext uri="{FF2B5EF4-FFF2-40B4-BE49-F238E27FC236}">
                    <a16:creationId xmlns:a16="http://schemas.microsoft.com/office/drawing/2014/main" id="{7C84DC6A-AABE-D0C7-22B5-F10D638ECEB0}"/>
                  </a:ext>
                </a:extLst>
              </p:cNvPr>
              <p:cNvSpPr/>
              <p:nvPr/>
            </p:nvSpPr>
            <p:spPr>
              <a:xfrm>
                <a:off x="5850979" y="2613152"/>
                <a:ext cx="81692" cy="18333"/>
              </a:xfrm>
              <a:custGeom>
                <a:avLst/>
                <a:gdLst>
                  <a:gd name="connsiteX0" fmla="*/ 81693 w 81692"/>
                  <a:gd name="connsiteY0" fmla="*/ 0 h 18333"/>
                  <a:gd name="connsiteX1" fmla="*/ 0 w 81692"/>
                  <a:gd name="connsiteY1" fmla="*/ 0 h 18333"/>
                  <a:gd name="connsiteX2" fmla="*/ 0 w 81692"/>
                  <a:gd name="connsiteY2" fmla="*/ 18334 h 18333"/>
                  <a:gd name="connsiteX3" fmla="*/ 81693 w 81692"/>
                  <a:gd name="connsiteY3" fmla="*/ 18334 h 18333"/>
                  <a:gd name="connsiteX4" fmla="*/ 81693 w 81692"/>
                  <a:gd name="connsiteY4" fmla="*/ 0 h 18333"/>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81692" h="18333">
                    <a:moveTo>
                      <a:pt x="81693" y="0"/>
                    </a:moveTo>
                    <a:lnTo>
                      <a:pt x="0" y="0"/>
                    </a:lnTo>
                    <a:lnTo>
                      <a:pt x="0" y="18334"/>
                    </a:lnTo>
                    <a:lnTo>
                      <a:pt x="81693" y="18334"/>
                    </a:lnTo>
                    <a:lnTo>
                      <a:pt x="81693" y="0"/>
                    </a:lnTo>
                    <a:close/>
                  </a:path>
                </a:pathLst>
              </a:custGeom>
              <a:solidFill>
                <a:srgbClr val="2D5967"/>
              </a:solidFill>
              <a:ln w="6417" cap="flat">
                <a:noFill/>
                <a:prstDash val="solid"/>
                <a:miter/>
              </a:ln>
            </p:spPr>
            <p:txBody>
              <a:bodyPr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srgbClr val="7C8A98"/>
                  </a:solidFill>
                  <a:effectLst/>
                  <a:uLnTx/>
                  <a:uFillTx/>
                  <a:latin typeface="Oracle Sans Tab"/>
                  <a:ea typeface="+mn-ea"/>
                  <a:cs typeface="+mn-cs"/>
                </a:endParaRPr>
              </a:p>
            </p:txBody>
          </p:sp>
          <p:sp>
            <p:nvSpPr>
              <p:cNvPr id="61" name="Freeform: Shape 1026">
                <a:extLst>
                  <a:ext uri="{FF2B5EF4-FFF2-40B4-BE49-F238E27FC236}">
                    <a16:creationId xmlns:a16="http://schemas.microsoft.com/office/drawing/2014/main" id="{36ED503B-8BC1-BDE9-A68B-96BEFD1B040C}"/>
                  </a:ext>
                </a:extLst>
              </p:cNvPr>
              <p:cNvSpPr/>
              <p:nvPr/>
            </p:nvSpPr>
            <p:spPr>
              <a:xfrm>
                <a:off x="5787574" y="2772043"/>
                <a:ext cx="81692" cy="18332"/>
              </a:xfrm>
              <a:custGeom>
                <a:avLst/>
                <a:gdLst>
                  <a:gd name="connsiteX0" fmla="*/ 81693 w 81692"/>
                  <a:gd name="connsiteY0" fmla="*/ 0 h 18332"/>
                  <a:gd name="connsiteX1" fmla="*/ 0 w 81692"/>
                  <a:gd name="connsiteY1" fmla="*/ 0 h 18332"/>
                  <a:gd name="connsiteX2" fmla="*/ 0 w 81692"/>
                  <a:gd name="connsiteY2" fmla="*/ 18333 h 18332"/>
                  <a:gd name="connsiteX3" fmla="*/ 81693 w 81692"/>
                  <a:gd name="connsiteY3" fmla="*/ 18333 h 18332"/>
                  <a:gd name="connsiteX4" fmla="*/ 81693 w 81692"/>
                  <a:gd name="connsiteY4" fmla="*/ 0 h 18332"/>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81692" h="18332">
                    <a:moveTo>
                      <a:pt x="81693" y="0"/>
                    </a:moveTo>
                    <a:lnTo>
                      <a:pt x="0" y="0"/>
                    </a:lnTo>
                    <a:lnTo>
                      <a:pt x="0" y="18333"/>
                    </a:lnTo>
                    <a:lnTo>
                      <a:pt x="81693" y="18333"/>
                    </a:lnTo>
                    <a:lnTo>
                      <a:pt x="81693" y="0"/>
                    </a:lnTo>
                    <a:close/>
                  </a:path>
                </a:pathLst>
              </a:custGeom>
              <a:solidFill>
                <a:srgbClr val="2D5967"/>
              </a:solidFill>
              <a:ln w="6417" cap="flat">
                <a:noFill/>
                <a:prstDash val="solid"/>
                <a:miter/>
              </a:ln>
            </p:spPr>
            <p:txBody>
              <a:bodyPr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srgbClr val="7C8A98"/>
                  </a:solidFill>
                  <a:effectLst/>
                  <a:uLnTx/>
                  <a:uFillTx/>
                  <a:latin typeface="Oracle Sans Tab"/>
                  <a:ea typeface="+mn-ea"/>
                  <a:cs typeface="+mn-cs"/>
                </a:endParaRPr>
              </a:p>
            </p:txBody>
          </p:sp>
          <p:sp>
            <p:nvSpPr>
              <p:cNvPr id="62" name="Freeform: Shape 1028">
                <a:extLst>
                  <a:ext uri="{FF2B5EF4-FFF2-40B4-BE49-F238E27FC236}">
                    <a16:creationId xmlns:a16="http://schemas.microsoft.com/office/drawing/2014/main" id="{1213C839-410F-D010-BA2B-BA64C2CC9A6A}"/>
                  </a:ext>
                </a:extLst>
              </p:cNvPr>
              <p:cNvSpPr/>
              <p:nvPr/>
            </p:nvSpPr>
            <p:spPr>
              <a:xfrm>
                <a:off x="5882678" y="2772043"/>
                <a:ext cx="18288" cy="18332"/>
              </a:xfrm>
              <a:custGeom>
                <a:avLst/>
                <a:gdLst>
                  <a:gd name="connsiteX0" fmla="*/ 18288 w 18288"/>
                  <a:gd name="connsiteY0" fmla="*/ 0 h 18332"/>
                  <a:gd name="connsiteX1" fmla="*/ 0 w 18288"/>
                  <a:gd name="connsiteY1" fmla="*/ 0 h 18332"/>
                  <a:gd name="connsiteX2" fmla="*/ 0 w 18288"/>
                  <a:gd name="connsiteY2" fmla="*/ 18333 h 18332"/>
                  <a:gd name="connsiteX3" fmla="*/ 18288 w 18288"/>
                  <a:gd name="connsiteY3" fmla="*/ 18333 h 18332"/>
                  <a:gd name="connsiteX4" fmla="*/ 18288 w 18288"/>
                  <a:gd name="connsiteY4" fmla="*/ 0 h 18332"/>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8288" h="18332">
                    <a:moveTo>
                      <a:pt x="18288" y="0"/>
                    </a:moveTo>
                    <a:lnTo>
                      <a:pt x="0" y="0"/>
                    </a:lnTo>
                    <a:lnTo>
                      <a:pt x="0" y="18333"/>
                    </a:lnTo>
                    <a:lnTo>
                      <a:pt x="18288" y="18333"/>
                    </a:lnTo>
                    <a:lnTo>
                      <a:pt x="18288" y="0"/>
                    </a:lnTo>
                    <a:close/>
                  </a:path>
                </a:pathLst>
              </a:custGeom>
              <a:solidFill>
                <a:srgbClr val="2D5967"/>
              </a:solidFill>
              <a:ln w="6417" cap="flat">
                <a:noFill/>
                <a:prstDash val="solid"/>
                <a:miter/>
              </a:ln>
            </p:spPr>
            <p:txBody>
              <a:bodyPr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srgbClr val="7C8A98"/>
                  </a:solidFill>
                  <a:effectLst/>
                  <a:uLnTx/>
                  <a:uFillTx/>
                  <a:latin typeface="Oracle Sans Tab"/>
                  <a:ea typeface="+mn-ea"/>
                  <a:cs typeface="+mn-cs"/>
                </a:endParaRPr>
              </a:p>
            </p:txBody>
          </p:sp>
          <p:sp>
            <p:nvSpPr>
              <p:cNvPr id="63" name="Freeform: Shape 1029">
                <a:extLst>
                  <a:ext uri="{FF2B5EF4-FFF2-40B4-BE49-F238E27FC236}">
                    <a16:creationId xmlns:a16="http://schemas.microsoft.com/office/drawing/2014/main" id="{64749A2B-6D03-F53C-08D8-0A75BFB56591}"/>
                  </a:ext>
                </a:extLst>
              </p:cNvPr>
              <p:cNvSpPr/>
              <p:nvPr/>
            </p:nvSpPr>
            <p:spPr>
              <a:xfrm>
                <a:off x="5757094" y="2773269"/>
                <a:ext cx="17068" cy="17107"/>
              </a:xfrm>
              <a:custGeom>
                <a:avLst/>
                <a:gdLst>
                  <a:gd name="connsiteX0" fmla="*/ 8535 w 17068"/>
                  <a:gd name="connsiteY0" fmla="*/ 17107 h 17107"/>
                  <a:gd name="connsiteX1" fmla="*/ 17069 w 17068"/>
                  <a:gd name="connsiteY1" fmla="*/ 8554 h 17107"/>
                  <a:gd name="connsiteX2" fmla="*/ 8535 w 17068"/>
                  <a:gd name="connsiteY2" fmla="*/ 0 h 17107"/>
                  <a:gd name="connsiteX3" fmla="*/ 0 w 17068"/>
                  <a:gd name="connsiteY3" fmla="*/ 8554 h 17107"/>
                  <a:gd name="connsiteX4" fmla="*/ 8535 w 17068"/>
                  <a:gd name="connsiteY4" fmla="*/ 17107 h 17107"/>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7068" h="17107">
                    <a:moveTo>
                      <a:pt x="8535" y="17107"/>
                    </a:moveTo>
                    <a:cubicBezTo>
                      <a:pt x="13245" y="17107"/>
                      <a:pt x="17069" y="13276"/>
                      <a:pt x="17069" y="8554"/>
                    </a:cubicBezTo>
                    <a:cubicBezTo>
                      <a:pt x="17069" y="3824"/>
                      <a:pt x="13245" y="0"/>
                      <a:pt x="8535" y="0"/>
                    </a:cubicBezTo>
                    <a:cubicBezTo>
                      <a:pt x="3818" y="0"/>
                      <a:pt x="0" y="3824"/>
                      <a:pt x="0" y="8554"/>
                    </a:cubicBezTo>
                    <a:cubicBezTo>
                      <a:pt x="0" y="13276"/>
                      <a:pt x="3818" y="17107"/>
                      <a:pt x="8535" y="17107"/>
                    </a:cubicBezTo>
                    <a:close/>
                  </a:path>
                </a:pathLst>
              </a:custGeom>
              <a:solidFill>
                <a:srgbClr val="2D5967"/>
              </a:solidFill>
              <a:ln w="6417" cap="flat">
                <a:noFill/>
                <a:prstDash val="solid"/>
                <a:miter/>
              </a:ln>
            </p:spPr>
            <p:txBody>
              <a:bodyPr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srgbClr val="7C8A98"/>
                  </a:solidFill>
                  <a:effectLst/>
                  <a:uLnTx/>
                  <a:uFillTx/>
                  <a:latin typeface="Oracle Sans Tab"/>
                  <a:ea typeface="+mn-ea"/>
                  <a:cs typeface="+mn-cs"/>
                </a:endParaRPr>
              </a:p>
            </p:txBody>
          </p:sp>
          <p:sp>
            <p:nvSpPr>
              <p:cNvPr id="64" name="Freeform: Shape 1030">
                <a:extLst>
                  <a:ext uri="{FF2B5EF4-FFF2-40B4-BE49-F238E27FC236}">
                    <a16:creationId xmlns:a16="http://schemas.microsoft.com/office/drawing/2014/main" id="{351B82B0-4FB8-9DAC-EBCC-09E60303BBF1}"/>
                  </a:ext>
                </a:extLst>
              </p:cNvPr>
              <p:cNvSpPr/>
              <p:nvPr/>
            </p:nvSpPr>
            <p:spPr>
              <a:xfrm>
                <a:off x="5598579" y="2773269"/>
                <a:ext cx="17069" cy="17107"/>
              </a:xfrm>
              <a:custGeom>
                <a:avLst/>
                <a:gdLst>
                  <a:gd name="connsiteX0" fmla="*/ 8535 w 17069"/>
                  <a:gd name="connsiteY0" fmla="*/ 17107 h 17107"/>
                  <a:gd name="connsiteX1" fmla="*/ 17069 w 17069"/>
                  <a:gd name="connsiteY1" fmla="*/ 8554 h 17107"/>
                  <a:gd name="connsiteX2" fmla="*/ 8535 w 17069"/>
                  <a:gd name="connsiteY2" fmla="*/ 0 h 17107"/>
                  <a:gd name="connsiteX3" fmla="*/ 0 w 17069"/>
                  <a:gd name="connsiteY3" fmla="*/ 8554 h 17107"/>
                  <a:gd name="connsiteX4" fmla="*/ 8535 w 17069"/>
                  <a:gd name="connsiteY4" fmla="*/ 17107 h 17107"/>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7069" h="17107">
                    <a:moveTo>
                      <a:pt x="8535" y="17107"/>
                    </a:moveTo>
                    <a:cubicBezTo>
                      <a:pt x="13251" y="17107"/>
                      <a:pt x="17069" y="13276"/>
                      <a:pt x="17069" y="8554"/>
                    </a:cubicBezTo>
                    <a:cubicBezTo>
                      <a:pt x="17069" y="3824"/>
                      <a:pt x="13251" y="0"/>
                      <a:pt x="8535" y="0"/>
                    </a:cubicBezTo>
                    <a:cubicBezTo>
                      <a:pt x="3824" y="0"/>
                      <a:pt x="0" y="3824"/>
                      <a:pt x="0" y="8554"/>
                    </a:cubicBezTo>
                    <a:cubicBezTo>
                      <a:pt x="0" y="13276"/>
                      <a:pt x="3824" y="17107"/>
                      <a:pt x="8535" y="17107"/>
                    </a:cubicBezTo>
                    <a:close/>
                  </a:path>
                </a:pathLst>
              </a:custGeom>
              <a:solidFill>
                <a:srgbClr val="2D5967"/>
              </a:solidFill>
              <a:ln w="6417" cap="flat">
                <a:noFill/>
                <a:prstDash val="solid"/>
                <a:miter/>
              </a:ln>
            </p:spPr>
            <p:txBody>
              <a:bodyPr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srgbClr val="7C8A98"/>
                  </a:solidFill>
                  <a:effectLst/>
                  <a:uLnTx/>
                  <a:uFillTx/>
                  <a:latin typeface="Oracle Sans Tab"/>
                  <a:ea typeface="+mn-ea"/>
                  <a:cs typeface="+mn-cs"/>
                </a:endParaRPr>
              </a:p>
            </p:txBody>
          </p:sp>
          <p:sp>
            <p:nvSpPr>
              <p:cNvPr id="65" name="Freeform: Shape 1031">
                <a:extLst>
                  <a:ext uri="{FF2B5EF4-FFF2-40B4-BE49-F238E27FC236}">
                    <a16:creationId xmlns:a16="http://schemas.microsoft.com/office/drawing/2014/main" id="{CDD9716F-1285-0F1A-E42B-6567D538A5DD}"/>
                  </a:ext>
                </a:extLst>
              </p:cNvPr>
              <p:cNvSpPr/>
              <p:nvPr/>
            </p:nvSpPr>
            <p:spPr>
              <a:xfrm>
                <a:off x="5629059" y="2772043"/>
                <a:ext cx="81699" cy="18332"/>
              </a:xfrm>
              <a:custGeom>
                <a:avLst/>
                <a:gdLst>
                  <a:gd name="connsiteX0" fmla="*/ 81699 w 81699"/>
                  <a:gd name="connsiteY0" fmla="*/ 0 h 18332"/>
                  <a:gd name="connsiteX1" fmla="*/ 0 w 81699"/>
                  <a:gd name="connsiteY1" fmla="*/ 0 h 18332"/>
                  <a:gd name="connsiteX2" fmla="*/ 0 w 81699"/>
                  <a:gd name="connsiteY2" fmla="*/ 18333 h 18332"/>
                  <a:gd name="connsiteX3" fmla="*/ 81699 w 81699"/>
                  <a:gd name="connsiteY3" fmla="*/ 18333 h 18332"/>
                  <a:gd name="connsiteX4" fmla="*/ 81699 w 81699"/>
                  <a:gd name="connsiteY4" fmla="*/ 0 h 18332"/>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81699" h="18332">
                    <a:moveTo>
                      <a:pt x="81699" y="0"/>
                    </a:moveTo>
                    <a:lnTo>
                      <a:pt x="0" y="0"/>
                    </a:lnTo>
                    <a:lnTo>
                      <a:pt x="0" y="18333"/>
                    </a:lnTo>
                    <a:lnTo>
                      <a:pt x="81699" y="18333"/>
                    </a:lnTo>
                    <a:lnTo>
                      <a:pt x="81699" y="0"/>
                    </a:lnTo>
                    <a:close/>
                  </a:path>
                </a:pathLst>
              </a:custGeom>
              <a:solidFill>
                <a:srgbClr val="2D5967"/>
              </a:solidFill>
              <a:ln w="6417" cap="flat">
                <a:noFill/>
                <a:prstDash val="solid"/>
                <a:miter/>
              </a:ln>
            </p:spPr>
            <p:txBody>
              <a:bodyPr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srgbClr val="7C8A98"/>
                  </a:solidFill>
                  <a:effectLst/>
                  <a:uLnTx/>
                  <a:uFillTx/>
                  <a:latin typeface="Oracle Sans Tab"/>
                  <a:ea typeface="+mn-ea"/>
                  <a:cs typeface="+mn-cs"/>
                </a:endParaRPr>
              </a:p>
            </p:txBody>
          </p:sp>
          <p:sp>
            <p:nvSpPr>
              <p:cNvPr id="66" name="Freeform: Shape 1032">
                <a:extLst>
                  <a:ext uri="{FF2B5EF4-FFF2-40B4-BE49-F238E27FC236}">
                    <a16:creationId xmlns:a16="http://schemas.microsoft.com/office/drawing/2014/main" id="{B07FAD1C-06A9-B4D4-3396-FE0087DFDCFD}"/>
                  </a:ext>
                </a:extLst>
              </p:cNvPr>
              <p:cNvSpPr/>
              <p:nvPr/>
            </p:nvSpPr>
            <p:spPr>
              <a:xfrm>
                <a:off x="5724169" y="2772043"/>
                <a:ext cx="18287" cy="18332"/>
              </a:xfrm>
              <a:custGeom>
                <a:avLst/>
                <a:gdLst>
                  <a:gd name="connsiteX0" fmla="*/ 18288 w 18287"/>
                  <a:gd name="connsiteY0" fmla="*/ 0 h 18332"/>
                  <a:gd name="connsiteX1" fmla="*/ 0 w 18287"/>
                  <a:gd name="connsiteY1" fmla="*/ 0 h 18332"/>
                  <a:gd name="connsiteX2" fmla="*/ 0 w 18287"/>
                  <a:gd name="connsiteY2" fmla="*/ 18333 h 18332"/>
                  <a:gd name="connsiteX3" fmla="*/ 18288 w 18287"/>
                  <a:gd name="connsiteY3" fmla="*/ 18333 h 18332"/>
                  <a:gd name="connsiteX4" fmla="*/ 18288 w 18287"/>
                  <a:gd name="connsiteY4" fmla="*/ 0 h 18332"/>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8287" h="18332">
                    <a:moveTo>
                      <a:pt x="18288" y="0"/>
                    </a:moveTo>
                    <a:lnTo>
                      <a:pt x="0" y="0"/>
                    </a:lnTo>
                    <a:lnTo>
                      <a:pt x="0" y="18333"/>
                    </a:lnTo>
                    <a:lnTo>
                      <a:pt x="18288" y="18333"/>
                    </a:lnTo>
                    <a:lnTo>
                      <a:pt x="18288" y="0"/>
                    </a:lnTo>
                    <a:close/>
                  </a:path>
                </a:pathLst>
              </a:custGeom>
              <a:solidFill>
                <a:srgbClr val="2D5967"/>
              </a:solidFill>
              <a:ln w="6417" cap="flat">
                <a:noFill/>
                <a:prstDash val="solid"/>
                <a:miter/>
              </a:ln>
            </p:spPr>
            <p:txBody>
              <a:bodyPr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srgbClr val="7C8A98"/>
                  </a:solidFill>
                  <a:effectLst/>
                  <a:uLnTx/>
                  <a:uFillTx/>
                  <a:latin typeface="Oracle Sans Tab"/>
                  <a:ea typeface="+mn-ea"/>
                  <a:cs typeface="+mn-cs"/>
                </a:endParaRPr>
              </a:p>
            </p:txBody>
          </p:sp>
          <p:sp>
            <p:nvSpPr>
              <p:cNvPr id="67" name="Freeform: Shape 1033">
                <a:extLst>
                  <a:ext uri="{FF2B5EF4-FFF2-40B4-BE49-F238E27FC236}">
                    <a16:creationId xmlns:a16="http://schemas.microsoft.com/office/drawing/2014/main" id="{781E0611-8BAB-2120-F4AB-3BC940328948}"/>
                  </a:ext>
                </a:extLst>
              </p:cNvPr>
              <p:cNvSpPr/>
              <p:nvPr/>
            </p:nvSpPr>
            <p:spPr>
              <a:xfrm>
                <a:off x="5559558" y="2376030"/>
                <a:ext cx="488956" cy="488903"/>
              </a:xfrm>
              <a:custGeom>
                <a:avLst/>
                <a:gdLst>
                  <a:gd name="connsiteX0" fmla="*/ 467011 w 488956"/>
                  <a:gd name="connsiteY0" fmla="*/ 0 h 488903"/>
                  <a:gd name="connsiteX1" fmla="*/ 20726 w 488956"/>
                  <a:gd name="connsiteY1" fmla="*/ 0 h 488903"/>
                  <a:gd name="connsiteX2" fmla="*/ 0 w 488956"/>
                  <a:gd name="connsiteY2" fmla="*/ 20778 h 488903"/>
                  <a:gd name="connsiteX3" fmla="*/ 0 w 488956"/>
                  <a:gd name="connsiteY3" fmla="*/ 469345 h 488903"/>
                  <a:gd name="connsiteX4" fmla="*/ 20726 w 488956"/>
                  <a:gd name="connsiteY4" fmla="*/ 488904 h 488903"/>
                  <a:gd name="connsiteX5" fmla="*/ 468231 w 488956"/>
                  <a:gd name="connsiteY5" fmla="*/ 488904 h 488903"/>
                  <a:gd name="connsiteX6" fmla="*/ 488957 w 488956"/>
                  <a:gd name="connsiteY6" fmla="*/ 468126 h 488903"/>
                  <a:gd name="connsiteX7" fmla="*/ 488957 w 488956"/>
                  <a:gd name="connsiteY7" fmla="*/ 20778 h 488903"/>
                  <a:gd name="connsiteX8" fmla="*/ 467011 w 488956"/>
                  <a:gd name="connsiteY8" fmla="*/ 0 h 488903"/>
                  <a:gd name="connsiteX9" fmla="*/ 469450 w 488956"/>
                  <a:gd name="connsiteY9" fmla="*/ 468126 h 488903"/>
                  <a:gd name="connsiteX10" fmla="*/ 467011 w 488956"/>
                  <a:gd name="connsiteY10" fmla="*/ 470571 h 488903"/>
                  <a:gd name="connsiteX11" fmla="*/ 20726 w 488956"/>
                  <a:gd name="connsiteY11" fmla="*/ 470571 h 488903"/>
                  <a:gd name="connsiteX12" fmla="*/ 18288 w 488956"/>
                  <a:gd name="connsiteY12" fmla="*/ 468126 h 488903"/>
                  <a:gd name="connsiteX13" fmla="*/ 18288 w 488956"/>
                  <a:gd name="connsiteY13" fmla="*/ 20778 h 488903"/>
                  <a:gd name="connsiteX14" fmla="*/ 20726 w 488956"/>
                  <a:gd name="connsiteY14" fmla="*/ 18334 h 488903"/>
                  <a:gd name="connsiteX15" fmla="*/ 468231 w 488956"/>
                  <a:gd name="connsiteY15" fmla="*/ 18334 h 488903"/>
                  <a:gd name="connsiteX16" fmla="*/ 470669 w 488956"/>
                  <a:gd name="connsiteY16" fmla="*/ 20778 h 488903"/>
                  <a:gd name="connsiteX17" fmla="*/ 469450 w 488956"/>
                  <a:gd name="connsiteY17" fmla="*/ 468126 h 488903"/>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Lst>
                <a:rect l="l" t="t" r="r" b="b"/>
                <a:pathLst>
                  <a:path w="488956" h="488903">
                    <a:moveTo>
                      <a:pt x="467011" y="0"/>
                    </a:moveTo>
                    <a:lnTo>
                      <a:pt x="20726" y="0"/>
                    </a:lnTo>
                    <a:cubicBezTo>
                      <a:pt x="9754" y="0"/>
                      <a:pt x="0" y="9778"/>
                      <a:pt x="0" y="20778"/>
                    </a:cubicBezTo>
                    <a:lnTo>
                      <a:pt x="0" y="469345"/>
                    </a:lnTo>
                    <a:cubicBezTo>
                      <a:pt x="0" y="479124"/>
                      <a:pt x="9754" y="488904"/>
                      <a:pt x="20726" y="488904"/>
                    </a:cubicBezTo>
                    <a:lnTo>
                      <a:pt x="468231" y="488904"/>
                    </a:lnTo>
                    <a:cubicBezTo>
                      <a:pt x="479203" y="488904"/>
                      <a:pt x="488957" y="479124"/>
                      <a:pt x="488957" y="468126"/>
                    </a:cubicBezTo>
                    <a:lnTo>
                      <a:pt x="488957" y="20778"/>
                    </a:lnTo>
                    <a:cubicBezTo>
                      <a:pt x="487738" y="9778"/>
                      <a:pt x="477984" y="0"/>
                      <a:pt x="467011" y="0"/>
                    </a:cubicBezTo>
                    <a:close/>
                    <a:moveTo>
                      <a:pt x="469450" y="468126"/>
                    </a:moveTo>
                    <a:cubicBezTo>
                      <a:pt x="469450" y="469345"/>
                      <a:pt x="468231" y="470571"/>
                      <a:pt x="467011" y="470571"/>
                    </a:cubicBezTo>
                    <a:lnTo>
                      <a:pt x="20726" y="470571"/>
                    </a:lnTo>
                    <a:cubicBezTo>
                      <a:pt x="19507" y="470571"/>
                      <a:pt x="18288" y="469345"/>
                      <a:pt x="18288" y="468126"/>
                    </a:cubicBezTo>
                    <a:lnTo>
                      <a:pt x="18288" y="20778"/>
                    </a:lnTo>
                    <a:cubicBezTo>
                      <a:pt x="18288" y="19556"/>
                      <a:pt x="19507" y="18334"/>
                      <a:pt x="20726" y="18334"/>
                    </a:cubicBezTo>
                    <a:lnTo>
                      <a:pt x="468231" y="18334"/>
                    </a:lnTo>
                    <a:cubicBezTo>
                      <a:pt x="469450" y="18334"/>
                      <a:pt x="470669" y="19556"/>
                      <a:pt x="470669" y="20778"/>
                    </a:cubicBezTo>
                    <a:lnTo>
                      <a:pt x="469450" y="468126"/>
                    </a:lnTo>
                    <a:close/>
                  </a:path>
                </a:pathLst>
              </a:custGeom>
              <a:solidFill>
                <a:srgbClr val="2D5967"/>
              </a:solidFill>
              <a:ln w="6417" cap="flat">
                <a:noFill/>
                <a:prstDash val="solid"/>
                <a:miter/>
              </a:ln>
            </p:spPr>
            <p:txBody>
              <a:bodyPr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srgbClr val="7C8A98"/>
                  </a:solidFill>
                  <a:effectLst/>
                  <a:uLnTx/>
                  <a:uFillTx/>
                  <a:latin typeface="Oracle Sans Tab"/>
                  <a:ea typeface="+mn-ea"/>
                  <a:cs typeface="+mn-cs"/>
                </a:endParaRPr>
              </a:p>
            </p:txBody>
          </p:sp>
          <p:sp>
            <p:nvSpPr>
              <p:cNvPr id="68" name="Freeform: Shape 1034">
                <a:extLst>
                  <a:ext uri="{FF2B5EF4-FFF2-40B4-BE49-F238E27FC236}">
                    <a16:creationId xmlns:a16="http://schemas.microsoft.com/office/drawing/2014/main" id="{593D4376-0FC8-EEEB-3CD3-71AA0C675092}"/>
                  </a:ext>
                </a:extLst>
              </p:cNvPr>
              <p:cNvSpPr/>
              <p:nvPr/>
            </p:nvSpPr>
            <p:spPr>
              <a:xfrm>
                <a:off x="5946096" y="2571585"/>
                <a:ext cx="64624" cy="103891"/>
              </a:xfrm>
              <a:custGeom>
                <a:avLst/>
                <a:gdLst>
                  <a:gd name="connsiteX0" fmla="*/ 0 w 64624"/>
                  <a:gd name="connsiteY0" fmla="*/ 12223 h 103891"/>
                  <a:gd name="connsiteX1" fmla="*/ 29267 w 64624"/>
                  <a:gd name="connsiteY1" fmla="*/ 41557 h 103891"/>
                  <a:gd name="connsiteX2" fmla="*/ 0 w 64624"/>
                  <a:gd name="connsiteY2" fmla="*/ 41557 h 103891"/>
                  <a:gd name="connsiteX3" fmla="*/ 0 w 64624"/>
                  <a:gd name="connsiteY3" fmla="*/ 59890 h 103891"/>
                  <a:gd name="connsiteX4" fmla="*/ 30487 w 64624"/>
                  <a:gd name="connsiteY4" fmla="*/ 59890 h 103891"/>
                  <a:gd name="connsiteX5" fmla="*/ 0 w 64624"/>
                  <a:gd name="connsiteY5" fmla="*/ 90447 h 103891"/>
                  <a:gd name="connsiteX6" fmla="*/ 12192 w 64624"/>
                  <a:gd name="connsiteY6" fmla="*/ 103892 h 103891"/>
                  <a:gd name="connsiteX7" fmla="*/ 64624 w 64624"/>
                  <a:gd name="connsiteY7" fmla="*/ 51335 h 103891"/>
                  <a:gd name="connsiteX8" fmla="*/ 12192 w 64624"/>
                  <a:gd name="connsiteY8" fmla="*/ 0 h 103891"/>
                  <a:gd name="connsiteX9" fmla="*/ 0 w 64624"/>
                  <a:gd name="connsiteY9" fmla="*/ 12223 h 103891"/>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Lst>
                <a:rect l="l" t="t" r="r" b="b"/>
                <a:pathLst>
                  <a:path w="64624" h="103891">
                    <a:moveTo>
                      <a:pt x="0" y="12223"/>
                    </a:moveTo>
                    <a:lnTo>
                      <a:pt x="29267" y="41557"/>
                    </a:lnTo>
                    <a:lnTo>
                      <a:pt x="0" y="41557"/>
                    </a:lnTo>
                    <a:lnTo>
                      <a:pt x="0" y="59890"/>
                    </a:lnTo>
                    <a:lnTo>
                      <a:pt x="30487" y="59890"/>
                    </a:lnTo>
                    <a:lnTo>
                      <a:pt x="0" y="90447"/>
                    </a:lnTo>
                    <a:lnTo>
                      <a:pt x="12192" y="103892"/>
                    </a:lnTo>
                    <a:lnTo>
                      <a:pt x="64624" y="51335"/>
                    </a:lnTo>
                    <a:lnTo>
                      <a:pt x="12192" y="0"/>
                    </a:lnTo>
                    <a:lnTo>
                      <a:pt x="0" y="12223"/>
                    </a:lnTo>
                    <a:close/>
                  </a:path>
                </a:pathLst>
              </a:custGeom>
              <a:solidFill>
                <a:srgbClr val="2D5967"/>
              </a:solidFill>
              <a:ln w="6417" cap="flat">
                <a:noFill/>
                <a:prstDash val="solid"/>
                <a:miter/>
              </a:ln>
            </p:spPr>
            <p:txBody>
              <a:bodyPr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srgbClr val="7C8A98"/>
                  </a:solidFill>
                  <a:effectLst/>
                  <a:uLnTx/>
                  <a:uFillTx/>
                  <a:latin typeface="Oracle Sans Tab"/>
                  <a:ea typeface="+mn-ea"/>
                  <a:cs typeface="+mn-cs"/>
                </a:endParaRPr>
              </a:p>
            </p:txBody>
          </p:sp>
          <p:sp>
            <p:nvSpPr>
              <p:cNvPr id="69" name="Freeform: Shape 1035">
                <a:extLst>
                  <a:ext uri="{FF2B5EF4-FFF2-40B4-BE49-F238E27FC236}">
                    <a16:creationId xmlns:a16="http://schemas.microsoft.com/office/drawing/2014/main" id="{5EB69FF5-9C18-805B-7E48-C10B1C43314C}"/>
                  </a:ext>
                </a:extLst>
              </p:cNvPr>
              <p:cNvSpPr/>
              <p:nvPr/>
            </p:nvSpPr>
            <p:spPr>
              <a:xfrm>
                <a:off x="5946096" y="2412694"/>
                <a:ext cx="64624" cy="103891"/>
              </a:xfrm>
              <a:custGeom>
                <a:avLst/>
                <a:gdLst>
                  <a:gd name="connsiteX0" fmla="*/ 0 w 64624"/>
                  <a:gd name="connsiteY0" fmla="*/ 13445 h 103891"/>
                  <a:gd name="connsiteX1" fmla="*/ 29267 w 64624"/>
                  <a:gd name="connsiteY1" fmla="*/ 42779 h 103891"/>
                  <a:gd name="connsiteX2" fmla="*/ 0 w 64624"/>
                  <a:gd name="connsiteY2" fmla="*/ 42779 h 103891"/>
                  <a:gd name="connsiteX3" fmla="*/ 0 w 64624"/>
                  <a:gd name="connsiteY3" fmla="*/ 61113 h 103891"/>
                  <a:gd name="connsiteX4" fmla="*/ 29267 w 64624"/>
                  <a:gd name="connsiteY4" fmla="*/ 61113 h 103891"/>
                  <a:gd name="connsiteX5" fmla="*/ 0 w 64624"/>
                  <a:gd name="connsiteY5" fmla="*/ 90447 h 103891"/>
                  <a:gd name="connsiteX6" fmla="*/ 12192 w 64624"/>
                  <a:gd name="connsiteY6" fmla="*/ 103892 h 103891"/>
                  <a:gd name="connsiteX7" fmla="*/ 64624 w 64624"/>
                  <a:gd name="connsiteY7" fmla="*/ 51335 h 103891"/>
                  <a:gd name="connsiteX8" fmla="*/ 12192 w 64624"/>
                  <a:gd name="connsiteY8" fmla="*/ 0 h 103891"/>
                  <a:gd name="connsiteX9" fmla="*/ 0 w 64624"/>
                  <a:gd name="connsiteY9" fmla="*/ 13445 h 103891"/>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Lst>
                <a:rect l="l" t="t" r="r" b="b"/>
                <a:pathLst>
                  <a:path w="64624" h="103891">
                    <a:moveTo>
                      <a:pt x="0" y="13445"/>
                    </a:moveTo>
                    <a:lnTo>
                      <a:pt x="29267" y="42779"/>
                    </a:lnTo>
                    <a:lnTo>
                      <a:pt x="0" y="42779"/>
                    </a:lnTo>
                    <a:lnTo>
                      <a:pt x="0" y="61113"/>
                    </a:lnTo>
                    <a:lnTo>
                      <a:pt x="29267" y="61113"/>
                    </a:lnTo>
                    <a:lnTo>
                      <a:pt x="0" y="90447"/>
                    </a:lnTo>
                    <a:lnTo>
                      <a:pt x="12192" y="103892"/>
                    </a:lnTo>
                    <a:lnTo>
                      <a:pt x="64624" y="51335"/>
                    </a:lnTo>
                    <a:lnTo>
                      <a:pt x="12192" y="0"/>
                    </a:lnTo>
                    <a:lnTo>
                      <a:pt x="0" y="13445"/>
                    </a:lnTo>
                    <a:close/>
                  </a:path>
                </a:pathLst>
              </a:custGeom>
              <a:solidFill>
                <a:srgbClr val="2D5967"/>
              </a:solidFill>
              <a:ln w="6417" cap="flat">
                <a:noFill/>
                <a:prstDash val="solid"/>
                <a:miter/>
              </a:ln>
            </p:spPr>
            <p:txBody>
              <a:bodyPr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srgbClr val="7C8A98"/>
                  </a:solidFill>
                  <a:effectLst/>
                  <a:uLnTx/>
                  <a:uFillTx/>
                  <a:latin typeface="Oracle Sans Tab"/>
                  <a:ea typeface="+mn-ea"/>
                  <a:cs typeface="+mn-cs"/>
                </a:endParaRPr>
              </a:p>
            </p:txBody>
          </p:sp>
          <p:sp>
            <p:nvSpPr>
              <p:cNvPr id="70" name="Freeform: Shape 1036">
                <a:extLst>
                  <a:ext uri="{FF2B5EF4-FFF2-40B4-BE49-F238E27FC236}">
                    <a16:creationId xmlns:a16="http://schemas.microsoft.com/office/drawing/2014/main" id="{A418C865-2471-583D-58B6-1FF14F6ED889}"/>
                  </a:ext>
                </a:extLst>
              </p:cNvPr>
              <p:cNvSpPr/>
              <p:nvPr/>
            </p:nvSpPr>
            <p:spPr>
              <a:xfrm>
                <a:off x="5946096" y="2729262"/>
                <a:ext cx="64624" cy="103895"/>
              </a:xfrm>
              <a:custGeom>
                <a:avLst/>
                <a:gdLst>
                  <a:gd name="connsiteX0" fmla="*/ 0 w 64624"/>
                  <a:gd name="connsiteY0" fmla="*/ 13443 h 103895"/>
                  <a:gd name="connsiteX1" fmla="*/ 29267 w 64624"/>
                  <a:gd name="connsiteY1" fmla="*/ 42781 h 103895"/>
                  <a:gd name="connsiteX2" fmla="*/ 0 w 64624"/>
                  <a:gd name="connsiteY2" fmla="*/ 42781 h 103895"/>
                  <a:gd name="connsiteX3" fmla="*/ 0 w 64624"/>
                  <a:gd name="connsiteY3" fmla="*/ 61114 h 103895"/>
                  <a:gd name="connsiteX4" fmla="*/ 29267 w 64624"/>
                  <a:gd name="connsiteY4" fmla="*/ 61114 h 103895"/>
                  <a:gd name="connsiteX5" fmla="*/ 0 w 64624"/>
                  <a:gd name="connsiteY5" fmla="*/ 90445 h 103895"/>
                  <a:gd name="connsiteX6" fmla="*/ 12192 w 64624"/>
                  <a:gd name="connsiteY6" fmla="*/ 103895 h 103895"/>
                  <a:gd name="connsiteX7" fmla="*/ 64624 w 64624"/>
                  <a:gd name="connsiteY7" fmla="*/ 52560 h 103895"/>
                  <a:gd name="connsiteX8" fmla="*/ 12192 w 64624"/>
                  <a:gd name="connsiteY8" fmla="*/ 0 h 103895"/>
                  <a:gd name="connsiteX9" fmla="*/ 0 w 64624"/>
                  <a:gd name="connsiteY9" fmla="*/ 13443 h 103895"/>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Lst>
                <a:rect l="l" t="t" r="r" b="b"/>
                <a:pathLst>
                  <a:path w="64624" h="103895">
                    <a:moveTo>
                      <a:pt x="0" y="13443"/>
                    </a:moveTo>
                    <a:lnTo>
                      <a:pt x="29267" y="42781"/>
                    </a:lnTo>
                    <a:lnTo>
                      <a:pt x="0" y="42781"/>
                    </a:lnTo>
                    <a:lnTo>
                      <a:pt x="0" y="61114"/>
                    </a:lnTo>
                    <a:lnTo>
                      <a:pt x="29267" y="61114"/>
                    </a:lnTo>
                    <a:lnTo>
                      <a:pt x="0" y="90445"/>
                    </a:lnTo>
                    <a:lnTo>
                      <a:pt x="12192" y="103895"/>
                    </a:lnTo>
                    <a:lnTo>
                      <a:pt x="64624" y="52560"/>
                    </a:lnTo>
                    <a:lnTo>
                      <a:pt x="12192" y="0"/>
                    </a:lnTo>
                    <a:lnTo>
                      <a:pt x="0" y="13443"/>
                    </a:lnTo>
                    <a:close/>
                  </a:path>
                </a:pathLst>
              </a:custGeom>
              <a:solidFill>
                <a:srgbClr val="2D5967"/>
              </a:solidFill>
              <a:ln w="6417" cap="flat">
                <a:noFill/>
                <a:prstDash val="solid"/>
                <a:miter/>
              </a:ln>
            </p:spPr>
            <p:txBody>
              <a:bodyPr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srgbClr val="7C8A98"/>
                  </a:solidFill>
                  <a:effectLst/>
                  <a:uLnTx/>
                  <a:uFillTx/>
                  <a:latin typeface="Oracle Sans Tab"/>
                  <a:ea typeface="+mn-ea"/>
                  <a:cs typeface="+mn-cs"/>
                </a:endParaRPr>
              </a:p>
            </p:txBody>
          </p:sp>
        </p:grpSp>
      </p:grpSp>
      <p:sp>
        <p:nvSpPr>
          <p:cNvPr id="42" name="TextBox 41">
            <a:extLst>
              <a:ext uri="{FF2B5EF4-FFF2-40B4-BE49-F238E27FC236}">
                <a16:creationId xmlns:a16="http://schemas.microsoft.com/office/drawing/2014/main" id="{88FC6364-A22A-5046-032A-5897BDDE1DB7}"/>
              </a:ext>
            </a:extLst>
          </p:cNvPr>
          <p:cNvSpPr txBox="1"/>
          <p:nvPr/>
        </p:nvSpPr>
        <p:spPr>
          <a:xfrm>
            <a:off x="6693448" y="2786701"/>
            <a:ext cx="1334440" cy="523220"/>
          </a:xfrm>
          <a:prstGeom prst="rect">
            <a:avLst/>
          </a:prstGeom>
          <a:solidFill>
            <a:schemeClr val="accent1"/>
          </a:solidFill>
        </p:spPr>
        <p:txBody>
          <a:bodyPr wrap="square" rtlCol="0">
            <a:spAutoFit/>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sz="1400" b="1" i="0" u="none" strike="noStrike" kern="1200" cap="none" spc="0" normalizeH="0" baseline="0" noProof="0" dirty="0">
                <a:ln>
                  <a:noFill/>
                </a:ln>
                <a:solidFill>
                  <a:srgbClr val="FFFFFF"/>
                </a:solidFill>
                <a:effectLst/>
                <a:uLnTx/>
                <a:uFillTx/>
                <a:latin typeface="Oracle Sans"/>
                <a:ea typeface="+mn-ea"/>
                <a:cs typeface="Oracle Sans"/>
                <a:sym typeface="Oracle Sans"/>
                <a:rtl val="0"/>
              </a:rPr>
              <a:t>OCI Streaming</a:t>
            </a:r>
          </a:p>
        </p:txBody>
      </p:sp>
      <p:pic>
        <p:nvPicPr>
          <p:cNvPr id="72" name="Picture 71" descr="A screenshot of a computer&#10;&#10;AI-generated content may be incorrect.">
            <a:extLst>
              <a:ext uri="{FF2B5EF4-FFF2-40B4-BE49-F238E27FC236}">
                <a16:creationId xmlns:a16="http://schemas.microsoft.com/office/drawing/2014/main" id="{1A70742D-AA07-6089-5DAB-B4C0EA54C78B}"/>
              </a:ext>
            </a:extLst>
          </p:cNvPr>
          <p:cNvPicPr>
            <a:picLocks noChangeAspect="1"/>
          </p:cNvPicPr>
          <p:nvPr/>
        </p:nvPicPr>
        <p:blipFill>
          <a:blip r:embed="rId4"/>
          <a:stretch>
            <a:fillRect/>
          </a:stretch>
        </p:blipFill>
        <p:spPr>
          <a:xfrm>
            <a:off x="466717" y="4200747"/>
            <a:ext cx="1334619" cy="826193"/>
          </a:xfrm>
          <a:prstGeom prst="rect">
            <a:avLst/>
          </a:prstGeom>
        </p:spPr>
      </p:pic>
      <p:sp>
        <p:nvSpPr>
          <p:cNvPr id="73" name="TextBox 72">
            <a:extLst>
              <a:ext uri="{FF2B5EF4-FFF2-40B4-BE49-F238E27FC236}">
                <a16:creationId xmlns:a16="http://schemas.microsoft.com/office/drawing/2014/main" id="{5D823BBD-002D-66A0-C525-E04FECDC1A5A}"/>
              </a:ext>
            </a:extLst>
          </p:cNvPr>
          <p:cNvSpPr txBox="1"/>
          <p:nvPr/>
        </p:nvSpPr>
        <p:spPr>
          <a:xfrm>
            <a:off x="370666" y="4981789"/>
            <a:ext cx="1507670" cy="523220"/>
          </a:xfrm>
          <a:prstGeom prst="rect">
            <a:avLst/>
          </a:prstGeom>
          <a:solidFill>
            <a:schemeClr val="accent1"/>
          </a:solidFill>
        </p:spPr>
        <p:txBody>
          <a:bodyPr wrap="square" rtlCol="0">
            <a:spAutoFit/>
          </a:bodyPr>
          <a:lstStyle/>
          <a:p>
            <a:pPr marL="0" marR="0" lvl="0" indent="0" algn="ctr" defTabSz="914400" rtl="0" eaLnBrk="1" fontAlgn="auto" latinLnBrk="0" hangingPunct="1">
              <a:lnSpc>
                <a:spcPct val="100000"/>
              </a:lnSpc>
              <a:spcBef>
                <a:spcPts val="0"/>
              </a:spcBef>
              <a:spcAft>
                <a:spcPts val="600"/>
              </a:spcAft>
              <a:buClrTx/>
              <a:buSzTx/>
              <a:buFontTx/>
              <a:buNone/>
              <a:tabLst/>
              <a:defRPr/>
            </a:pPr>
            <a:r>
              <a:rPr kumimoji="0" lang="en-US" sz="1400" b="1" i="0" u="none" strike="noStrike" kern="1200" cap="none" spc="0" normalizeH="0" baseline="0" noProof="0" dirty="0">
                <a:ln>
                  <a:noFill/>
                </a:ln>
                <a:solidFill>
                  <a:srgbClr val="FFFFFF"/>
                </a:solidFill>
                <a:effectLst/>
                <a:uLnTx/>
                <a:uFillTx/>
                <a:latin typeface="Oracle Sans Tab"/>
                <a:ea typeface="+mn-ea"/>
                <a:cs typeface="+mn-cs"/>
              </a:rPr>
              <a:t>Numerical Telemetry Data</a:t>
            </a:r>
          </a:p>
        </p:txBody>
      </p:sp>
      <p:grpSp>
        <p:nvGrpSpPr>
          <p:cNvPr id="76" name="Graphic 2">
            <a:extLst>
              <a:ext uri="{FF2B5EF4-FFF2-40B4-BE49-F238E27FC236}">
                <a16:creationId xmlns:a16="http://schemas.microsoft.com/office/drawing/2014/main" id="{64E0609A-B5D3-65A9-B574-2780C5A29A4E}"/>
              </a:ext>
            </a:extLst>
          </p:cNvPr>
          <p:cNvGrpSpPr/>
          <p:nvPr/>
        </p:nvGrpSpPr>
        <p:grpSpPr>
          <a:xfrm>
            <a:off x="3201267" y="2052170"/>
            <a:ext cx="618445" cy="570158"/>
            <a:chOff x="2818071" y="3005488"/>
            <a:chExt cx="513347" cy="513347"/>
          </a:xfrm>
        </p:grpSpPr>
        <p:sp>
          <p:nvSpPr>
            <p:cNvPr id="78" name="Freeform: Shape 1184">
              <a:extLst>
                <a:ext uri="{FF2B5EF4-FFF2-40B4-BE49-F238E27FC236}">
                  <a16:creationId xmlns:a16="http://schemas.microsoft.com/office/drawing/2014/main" id="{955AB8C1-EC7E-42F5-B729-5A379AA67F8E}"/>
                </a:ext>
              </a:extLst>
            </p:cNvPr>
            <p:cNvSpPr/>
            <p:nvPr/>
          </p:nvSpPr>
          <p:spPr>
            <a:xfrm>
              <a:off x="2818071" y="3005488"/>
              <a:ext cx="513347" cy="513347"/>
            </a:xfrm>
            <a:custGeom>
              <a:avLst/>
              <a:gdLst>
                <a:gd name="connsiteX0" fmla="*/ 479203 w 513347"/>
                <a:gd name="connsiteY0" fmla="*/ 12223 h 513347"/>
                <a:gd name="connsiteX1" fmla="*/ 499936 w 513347"/>
                <a:gd name="connsiteY1" fmla="*/ 33001 h 513347"/>
                <a:gd name="connsiteX2" fmla="*/ 499936 w 513347"/>
                <a:gd name="connsiteY2" fmla="*/ 481571 h 513347"/>
                <a:gd name="connsiteX3" fmla="*/ 479203 w 513347"/>
                <a:gd name="connsiteY3" fmla="*/ 502349 h 513347"/>
                <a:gd name="connsiteX4" fmla="*/ 32925 w 513347"/>
                <a:gd name="connsiteY4" fmla="*/ 502349 h 513347"/>
                <a:gd name="connsiteX5" fmla="*/ 12192 w 513347"/>
                <a:gd name="connsiteY5" fmla="*/ 480345 h 513347"/>
                <a:gd name="connsiteX6" fmla="*/ 12192 w 513347"/>
                <a:gd name="connsiteY6" fmla="*/ 33001 h 513347"/>
                <a:gd name="connsiteX7" fmla="*/ 32925 w 513347"/>
                <a:gd name="connsiteY7" fmla="*/ 12223 h 513347"/>
                <a:gd name="connsiteX8" fmla="*/ 479203 w 513347"/>
                <a:gd name="connsiteY8" fmla="*/ 12223 h 513347"/>
                <a:gd name="connsiteX9" fmla="*/ 479203 w 513347"/>
                <a:gd name="connsiteY9" fmla="*/ 0 h 513347"/>
                <a:gd name="connsiteX10" fmla="*/ 32925 w 513347"/>
                <a:gd name="connsiteY10" fmla="*/ 0 h 513347"/>
                <a:gd name="connsiteX11" fmla="*/ 0 w 513347"/>
                <a:gd name="connsiteY11" fmla="*/ 33001 h 513347"/>
                <a:gd name="connsiteX12" fmla="*/ 0 w 513347"/>
                <a:gd name="connsiteY12" fmla="*/ 481571 h 513347"/>
                <a:gd name="connsiteX13" fmla="*/ 32925 w 513347"/>
                <a:gd name="connsiteY13" fmla="*/ 513347 h 513347"/>
                <a:gd name="connsiteX14" fmla="*/ 480422 w 513347"/>
                <a:gd name="connsiteY14" fmla="*/ 513347 h 513347"/>
                <a:gd name="connsiteX15" fmla="*/ 513348 w 513347"/>
                <a:gd name="connsiteY15" fmla="*/ 480345 h 513347"/>
                <a:gd name="connsiteX16" fmla="*/ 513348 w 513347"/>
                <a:gd name="connsiteY16" fmla="*/ 33001 h 513347"/>
                <a:gd name="connsiteX17" fmla="*/ 479203 w 513347"/>
                <a:gd name="connsiteY17" fmla="*/ 0 h 513347"/>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Lst>
              <a:rect l="l" t="t" r="r" b="b"/>
              <a:pathLst>
                <a:path w="513347" h="513347">
                  <a:moveTo>
                    <a:pt x="479203" y="12223"/>
                  </a:moveTo>
                  <a:cubicBezTo>
                    <a:pt x="490182" y="12223"/>
                    <a:pt x="499936" y="22001"/>
                    <a:pt x="499936" y="33001"/>
                  </a:cubicBezTo>
                  <a:lnTo>
                    <a:pt x="499936" y="481571"/>
                  </a:lnTo>
                  <a:cubicBezTo>
                    <a:pt x="499936" y="492570"/>
                    <a:pt x="490182" y="502349"/>
                    <a:pt x="479203" y="502349"/>
                  </a:cubicBezTo>
                  <a:lnTo>
                    <a:pt x="32925" y="502349"/>
                  </a:lnTo>
                  <a:cubicBezTo>
                    <a:pt x="21946" y="501123"/>
                    <a:pt x="12192" y="491344"/>
                    <a:pt x="12192" y="480345"/>
                  </a:cubicBezTo>
                  <a:lnTo>
                    <a:pt x="12192" y="33001"/>
                  </a:lnTo>
                  <a:cubicBezTo>
                    <a:pt x="12192" y="22001"/>
                    <a:pt x="21946" y="12223"/>
                    <a:pt x="32925" y="12223"/>
                  </a:cubicBezTo>
                  <a:lnTo>
                    <a:pt x="479203" y="12223"/>
                  </a:lnTo>
                  <a:close/>
                  <a:moveTo>
                    <a:pt x="479203" y="0"/>
                  </a:moveTo>
                  <a:lnTo>
                    <a:pt x="32925" y="0"/>
                  </a:lnTo>
                  <a:cubicBezTo>
                    <a:pt x="14630" y="0"/>
                    <a:pt x="0" y="14667"/>
                    <a:pt x="0" y="33001"/>
                  </a:cubicBezTo>
                  <a:lnTo>
                    <a:pt x="0" y="481571"/>
                  </a:lnTo>
                  <a:cubicBezTo>
                    <a:pt x="0" y="498678"/>
                    <a:pt x="14630" y="513347"/>
                    <a:pt x="32925" y="513347"/>
                  </a:cubicBezTo>
                  <a:lnTo>
                    <a:pt x="480422" y="513347"/>
                  </a:lnTo>
                  <a:cubicBezTo>
                    <a:pt x="498717" y="513347"/>
                    <a:pt x="513348" y="498678"/>
                    <a:pt x="513348" y="480345"/>
                  </a:cubicBezTo>
                  <a:lnTo>
                    <a:pt x="513348" y="33001"/>
                  </a:lnTo>
                  <a:cubicBezTo>
                    <a:pt x="512128" y="14667"/>
                    <a:pt x="497498" y="0"/>
                    <a:pt x="479203" y="0"/>
                  </a:cubicBezTo>
                  <a:close/>
                </a:path>
              </a:pathLst>
            </a:custGeom>
            <a:solidFill>
              <a:srgbClr val="FFFFFF"/>
            </a:solidFill>
            <a:ln w="6417" cap="flat">
              <a:noFill/>
              <a:prstDash val="solid"/>
              <a:miter/>
            </a:ln>
          </p:spPr>
          <p:txBody>
            <a:bodyPr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srgbClr val="7C8A98"/>
                </a:solidFill>
                <a:effectLst/>
                <a:uLnTx/>
                <a:uFillTx/>
                <a:latin typeface="Oracle Sans Tab"/>
                <a:ea typeface="+mn-ea"/>
                <a:cs typeface="+mn-cs"/>
              </a:endParaRPr>
            </a:p>
          </p:txBody>
        </p:sp>
        <p:grpSp>
          <p:nvGrpSpPr>
            <p:cNvPr id="79" name="Graphic 2">
              <a:extLst>
                <a:ext uri="{FF2B5EF4-FFF2-40B4-BE49-F238E27FC236}">
                  <a16:creationId xmlns:a16="http://schemas.microsoft.com/office/drawing/2014/main" id="{56846A97-1D0E-50B8-74FB-9097B0E57B47}"/>
                </a:ext>
              </a:extLst>
            </p:cNvPr>
            <p:cNvGrpSpPr/>
            <p:nvPr/>
          </p:nvGrpSpPr>
          <p:grpSpPr>
            <a:xfrm>
              <a:off x="2830270" y="3017714"/>
              <a:ext cx="488956" cy="488903"/>
              <a:chOff x="2830270" y="3017714"/>
              <a:chExt cx="488956" cy="488903"/>
            </a:xfrm>
            <a:solidFill>
              <a:srgbClr val="2D5967"/>
            </a:solidFill>
          </p:grpSpPr>
          <p:sp>
            <p:nvSpPr>
              <p:cNvPr id="80" name="Freeform: Shape 1163">
                <a:extLst>
                  <a:ext uri="{FF2B5EF4-FFF2-40B4-BE49-F238E27FC236}">
                    <a16:creationId xmlns:a16="http://schemas.microsoft.com/office/drawing/2014/main" id="{10186B6C-5EA3-09E0-A674-7D1AF2A088B8}"/>
                  </a:ext>
                </a:extLst>
              </p:cNvPr>
              <p:cNvSpPr/>
              <p:nvPr/>
            </p:nvSpPr>
            <p:spPr>
              <a:xfrm>
                <a:off x="2830270" y="3017714"/>
                <a:ext cx="488956" cy="488903"/>
              </a:xfrm>
              <a:custGeom>
                <a:avLst/>
                <a:gdLst>
                  <a:gd name="connsiteX0" fmla="*/ 467012 w 488956"/>
                  <a:gd name="connsiteY0" fmla="*/ 0 h 488903"/>
                  <a:gd name="connsiteX1" fmla="*/ 20726 w 488956"/>
                  <a:gd name="connsiteY1" fmla="*/ 0 h 488903"/>
                  <a:gd name="connsiteX2" fmla="*/ 0 w 488956"/>
                  <a:gd name="connsiteY2" fmla="*/ 20778 h 488903"/>
                  <a:gd name="connsiteX3" fmla="*/ 0 w 488956"/>
                  <a:gd name="connsiteY3" fmla="*/ 469345 h 488903"/>
                  <a:gd name="connsiteX4" fmla="*/ 20726 w 488956"/>
                  <a:gd name="connsiteY4" fmla="*/ 488904 h 488903"/>
                  <a:gd name="connsiteX5" fmla="*/ 468231 w 488956"/>
                  <a:gd name="connsiteY5" fmla="*/ 488904 h 488903"/>
                  <a:gd name="connsiteX6" fmla="*/ 488957 w 488956"/>
                  <a:gd name="connsiteY6" fmla="*/ 468126 h 488903"/>
                  <a:gd name="connsiteX7" fmla="*/ 488957 w 488956"/>
                  <a:gd name="connsiteY7" fmla="*/ 20778 h 488903"/>
                  <a:gd name="connsiteX8" fmla="*/ 467012 w 488956"/>
                  <a:gd name="connsiteY8" fmla="*/ 0 h 488903"/>
                  <a:gd name="connsiteX9" fmla="*/ 469450 w 488956"/>
                  <a:gd name="connsiteY9" fmla="*/ 468126 h 488903"/>
                  <a:gd name="connsiteX10" fmla="*/ 467012 w 488956"/>
                  <a:gd name="connsiteY10" fmla="*/ 470571 h 488903"/>
                  <a:gd name="connsiteX11" fmla="*/ 20726 w 488956"/>
                  <a:gd name="connsiteY11" fmla="*/ 470571 h 488903"/>
                  <a:gd name="connsiteX12" fmla="*/ 18288 w 488956"/>
                  <a:gd name="connsiteY12" fmla="*/ 468126 h 488903"/>
                  <a:gd name="connsiteX13" fmla="*/ 18288 w 488956"/>
                  <a:gd name="connsiteY13" fmla="*/ 20778 h 488903"/>
                  <a:gd name="connsiteX14" fmla="*/ 20726 w 488956"/>
                  <a:gd name="connsiteY14" fmla="*/ 18334 h 488903"/>
                  <a:gd name="connsiteX15" fmla="*/ 468231 w 488956"/>
                  <a:gd name="connsiteY15" fmla="*/ 18334 h 488903"/>
                  <a:gd name="connsiteX16" fmla="*/ 470669 w 488956"/>
                  <a:gd name="connsiteY16" fmla="*/ 20778 h 488903"/>
                  <a:gd name="connsiteX17" fmla="*/ 469450 w 488956"/>
                  <a:gd name="connsiteY17" fmla="*/ 468126 h 488903"/>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Lst>
                <a:rect l="l" t="t" r="r" b="b"/>
                <a:pathLst>
                  <a:path w="488956" h="488903">
                    <a:moveTo>
                      <a:pt x="467012" y="0"/>
                    </a:moveTo>
                    <a:lnTo>
                      <a:pt x="20726" y="0"/>
                    </a:lnTo>
                    <a:cubicBezTo>
                      <a:pt x="9754" y="0"/>
                      <a:pt x="0" y="9778"/>
                      <a:pt x="0" y="20778"/>
                    </a:cubicBezTo>
                    <a:lnTo>
                      <a:pt x="0" y="469345"/>
                    </a:lnTo>
                    <a:cubicBezTo>
                      <a:pt x="0" y="479124"/>
                      <a:pt x="9754" y="488904"/>
                      <a:pt x="20726" y="488904"/>
                    </a:cubicBezTo>
                    <a:lnTo>
                      <a:pt x="468231" y="488904"/>
                    </a:lnTo>
                    <a:cubicBezTo>
                      <a:pt x="479203" y="488904"/>
                      <a:pt x="488957" y="479124"/>
                      <a:pt x="488957" y="468126"/>
                    </a:cubicBezTo>
                    <a:lnTo>
                      <a:pt x="488957" y="20778"/>
                    </a:lnTo>
                    <a:cubicBezTo>
                      <a:pt x="487738" y="9778"/>
                      <a:pt x="477984" y="0"/>
                      <a:pt x="467012" y="0"/>
                    </a:cubicBezTo>
                    <a:close/>
                    <a:moveTo>
                      <a:pt x="469450" y="468126"/>
                    </a:moveTo>
                    <a:cubicBezTo>
                      <a:pt x="469450" y="469345"/>
                      <a:pt x="468231" y="470571"/>
                      <a:pt x="467012" y="470571"/>
                    </a:cubicBezTo>
                    <a:lnTo>
                      <a:pt x="20726" y="470571"/>
                    </a:lnTo>
                    <a:cubicBezTo>
                      <a:pt x="19507" y="470571"/>
                      <a:pt x="18288" y="469345"/>
                      <a:pt x="18288" y="468126"/>
                    </a:cubicBezTo>
                    <a:lnTo>
                      <a:pt x="18288" y="20778"/>
                    </a:lnTo>
                    <a:cubicBezTo>
                      <a:pt x="18288" y="19556"/>
                      <a:pt x="19507" y="18334"/>
                      <a:pt x="20726" y="18334"/>
                    </a:cubicBezTo>
                    <a:lnTo>
                      <a:pt x="468231" y="18334"/>
                    </a:lnTo>
                    <a:cubicBezTo>
                      <a:pt x="469450" y="18334"/>
                      <a:pt x="470669" y="19556"/>
                      <a:pt x="470669" y="20778"/>
                    </a:cubicBezTo>
                    <a:lnTo>
                      <a:pt x="469450" y="468126"/>
                    </a:lnTo>
                    <a:close/>
                  </a:path>
                </a:pathLst>
              </a:custGeom>
              <a:solidFill>
                <a:srgbClr val="2D5967"/>
              </a:solidFill>
              <a:ln w="6417" cap="flat">
                <a:noFill/>
                <a:prstDash val="solid"/>
                <a:miter/>
              </a:ln>
            </p:spPr>
            <p:txBody>
              <a:bodyPr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srgbClr val="7C8A98"/>
                  </a:solidFill>
                  <a:effectLst/>
                  <a:uLnTx/>
                  <a:uFillTx/>
                  <a:latin typeface="Oracle Sans Tab"/>
                  <a:ea typeface="+mn-ea"/>
                  <a:cs typeface="+mn-cs"/>
                </a:endParaRPr>
              </a:p>
            </p:txBody>
          </p:sp>
          <p:sp>
            <p:nvSpPr>
              <p:cNvPr id="81" name="Freeform: Shape 1164">
                <a:extLst>
                  <a:ext uri="{FF2B5EF4-FFF2-40B4-BE49-F238E27FC236}">
                    <a16:creationId xmlns:a16="http://schemas.microsoft.com/office/drawing/2014/main" id="{12E6BA0D-F842-7152-00AD-39935AC179E2}"/>
                  </a:ext>
                </a:extLst>
              </p:cNvPr>
              <p:cNvSpPr/>
              <p:nvPr/>
            </p:nvSpPr>
            <p:spPr>
              <a:xfrm>
                <a:off x="2883921" y="3341602"/>
                <a:ext cx="137788" cy="108784"/>
              </a:xfrm>
              <a:custGeom>
                <a:avLst/>
                <a:gdLst>
                  <a:gd name="connsiteX0" fmla="*/ 0 w 137788"/>
                  <a:gd name="connsiteY0" fmla="*/ 108785 h 108784"/>
                  <a:gd name="connsiteX1" fmla="*/ 137789 w 137788"/>
                  <a:gd name="connsiteY1" fmla="*/ 108785 h 108784"/>
                  <a:gd name="connsiteX2" fmla="*/ 137789 w 137788"/>
                  <a:gd name="connsiteY2" fmla="*/ 0 h 108784"/>
                  <a:gd name="connsiteX3" fmla="*/ 0 w 137788"/>
                  <a:gd name="connsiteY3" fmla="*/ 0 h 108784"/>
                  <a:gd name="connsiteX4" fmla="*/ 0 w 137788"/>
                  <a:gd name="connsiteY4" fmla="*/ 108785 h 108784"/>
                  <a:gd name="connsiteX5" fmla="*/ 18288 w 137788"/>
                  <a:gd name="connsiteY5" fmla="*/ 18339 h 108784"/>
                  <a:gd name="connsiteX6" fmla="*/ 119494 w 137788"/>
                  <a:gd name="connsiteY6" fmla="*/ 18339 h 108784"/>
                  <a:gd name="connsiteX7" fmla="*/ 119494 w 137788"/>
                  <a:gd name="connsiteY7" fmla="*/ 90452 h 108784"/>
                  <a:gd name="connsiteX8" fmla="*/ 18288 w 137788"/>
                  <a:gd name="connsiteY8" fmla="*/ 90452 h 108784"/>
                  <a:gd name="connsiteX9" fmla="*/ 18288 w 137788"/>
                  <a:gd name="connsiteY9" fmla="*/ 18339 h 108784"/>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Lst>
                <a:rect l="l" t="t" r="r" b="b"/>
                <a:pathLst>
                  <a:path w="137788" h="108784">
                    <a:moveTo>
                      <a:pt x="0" y="108785"/>
                    </a:moveTo>
                    <a:lnTo>
                      <a:pt x="137789" y="108785"/>
                    </a:lnTo>
                    <a:lnTo>
                      <a:pt x="137789" y="0"/>
                    </a:lnTo>
                    <a:lnTo>
                      <a:pt x="0" y="0"/>
                    </a:lnTo>
                    <a:lnTo>
                      <a:pt x="0" y="108785"/>
                    </a:lnTo>
                    <a:close/>
                    <a:moveTo>
                      <a:pt x="18288" y="18339"/>
                    </a:moveTo>
                    <a:lnTo>
                      <a:pt x="119494" y="18339"/>
                    </a:lnTo>
                    <a:lnTo>
                      <a:pt x="119494" y="90452"/>
                    </a:lnTo>
                    <a:lnTo>
                      <a:pt x="18288" y="90452"/>
                    </a:lnTo>
                    <a:lnTo>
                      <a:pt x="18288" y="18339"/>
                    </a:lnTo>
                    <a:close/>
                  </a:path>
                </a:pathLst>
              </a:custGeom>
              <a:solidFill>
                <a:srgbClr val="2D5967"/>
              </a:solidFill>
              <a:ln w="6417" cap="flat">
                <a:noFill/>
                <a:prstDash val="solid"/>
                <a:miter/>
              </a:ln>
            </p:spPr>
            <p:txBody>
              <a:bodyPr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srgbClr val="7C8A98"/>
                  </a:solidFill>
                  <a:effectLst/>
                  <a:uLnTx/>
                  <a:uFillTx/>
                  <a:latin typeface="Oracle Sans Tab"/>
                  <a:ea typeface="+mn-ea"/>
                  <a:cs typeface="+mn-cs"/>
                </a:endParaRPr>
              </a:p>
            </p:txBody>
          </p:sp>
          <p:sp>
            <p:nvSpPr>
              <p:cNvPr id="82" name="Freeform: Shape 1175">
                <a:extLst>
                  <a:ext uri="{FF2B5EF4-FFF2-40B4-BE49-F238E27FC236}">
                    <a16:creationId xmlns:a16="http://schemas.microsoft.com/office/drawing/2014/main" id="{4FCA8ECE-827F-D135-2323-6BBACFE76615}"/>
                  </a:ext>
                </a:extLst>
              </p:cNvPr>
              <p:cNvSpPr/>
              <p:nvPr/>
            </p:nvSpPr>
            <p:spPr>
              <a:xfrm>
                <a:off x="2883921" y="3071492"/>
                <a:ext cx="379216" cy="108780"/>
              </a:xfrm>
              <a:custGeom>
                <a:avLst/>
                <a:gdLst>
                  <a:gd name="connsiteX0" fmla="*/ 0 w 379216"/>
                  <a:gd name="connsiteY0" fmla="*/ 108781 h 108780"/>
                  <a:gd name="connsiteX1" fmla="*/ 379216 w 379216"/>
                  <a:gd name="connsiteY1" fmla="*/ 108781 h 108780"/>
                  <a:gd name="connsiteX2" fmla="*/ 379216 w 379216"/>
                  <a:gd name="connsiteY2" fmla="*/ 0 h 108780"/>
                  <a:gd name="connsiteX3" fmla="*/ 0 w 379216"/>
                  <a:gd name="connsiteY3" fmla="*/ 0 h 108780"/>
                  <a:gd name="connsiteX4" fmla="*/ 0 w 379216"/>
                  <a:gd name="connsiteY4" fmla="*/ 108781 h 108780"/>
                  <a:gd name="connsiteX5" fmla="*/ 18288 w 379216"/>
                  <a:gd name="connsiteY5" fmla="*/ 18334 h 108780"/>
                  <a:gd name="connsiteX6" fmla="*/ 360928 w 379216"/>
                  <a:gd name="connsiteY6" fmla="*/ 18334 h 108780"/>
                  <a:gd name="connsiteX7" fmla="*/ 360928 w 379216"/>
                  <a:gd name="connsiteY7" fmla="*/ 90447 h 108780"/>
                  <a:gd name="connsiteX8" fmla="*/ 18288 w 379216"/>
                  <a:gd name="connsiteY8" fmla="*/ 90447 h 108780"/>
                  <a:gd name="connsiteX9" fmla="*/ 18288 w 379216"/>
                  <a:gd name="connsiteY9" fmla="*/ 18334 h 10878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Lst>
                <a:rect l="l" t="t" r="r" b="b"/>
                <a:pathLst>
                  <a:path w="379216" h="108780">
                    <a:moveTo>
                      <a:pt x="0" y="108781"/>
                    </a:moveTo>
                    <a:lnTo>
                      <a:pt x="379216" y="108781"/>
                    </a:lnTo>
                    <a:lnTo>
                      <a:pt x="379216" y="0"/>
                    </a:lnTo>
                    <a:lnTo>
                      <a:pt x="0" y="0"/>
                    </a:lnTo>
                    <a:lnTo>
                      <a:pt x="0" y="108781"/>
                    </a:lnTo>
                    <a:close/>
                    <a:moveTo>
                      <a:pt x="18288" y="18334"/>
                    </a:moveTo>
                    <a:lnTo>
                      <a:pt x="360928" y="18334"/>
                    </a:lnTo>
                    <a:lnTo>
                      <a:pt x="360928" y="90447"/>
                    </a:lnTo>
                    <a:lnTo>
                      <a:pt x="18288" y="90447"/>
                    </a:lnTo>
                    <a:lnTo>
                      <a:pt x="18288" y="18334"/>
                    </a:lnTo>
                    <a:close/>
                  </a:path>
                </a:pathLst>
              </a:custGeom>
              <a:solidFill>
                <a:srgbClr val="2D5967"/>
              </a:solidFill>
              <a:ln w="6417" cap="flat">
                <a:noFill/>
                <a:prstDash val="solid"/>
                <a:miter/>
              </a:ln>
            </p:spPr>
            <p:txBody>
              <a:bodyPr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srgbClr val="7C8A98"/>
                  </a:solidFill>
                  <a:effectLst/>
                  <a:uLnTx/>
                  <a:uFillTx/>
                  <a:latin typeface="Oracle Sans Tab"/>
                  <a:ea typeface="+mn-ea"/>
                  <a:cs typeface="+mn-cs"/>
                </a:endParaRPr>
              </a:p>
            </p:txBody>
          </p:sp>
          <p:sp>
            <p:nvSpPr>
              <p:cNvPr id="83" name="Freeform: Shape 1177">
                <a:extLst>
                  <a:ext uri="{FF2B5EF4-FFF2-40B4-BE49-F238E27FC236}">
                    <a16:creationId xmlns:a16="http://schemas.microsoft.com/office/drawing/2014/main" id="{4E1DD8C5-10E3-DADF-C5E9-D604802E6AE5}"/>
                  </a:ext>
                </a:extLst>
              </p:cNvPr>
              <p:cNvSpPr/>
              <p:nvPr/>
            </p:nvSpPr>
            <p:spPr>
              <a:xfrm>
                <a:off x="2883921" y="3208380"/>
                <a:ext cx="256064" cy="108780"/>
              </a:xfrm>
              <a:custGeom>
                <a:avLst/>
                <a:gdLst>
                  <a:gd name="connsiteX0" fmla="*/ 256064 w 256064"/>
                  <a:gd name="connsiteY0" fmla="*/ 0 h 108780"/>
                  <a:gd name="connsiteX1" fmla="*/ 0 w 256064"/>
                  <a:gd name="connsiteY1" fmla="*/ 0 h 108780"/>
                  <a:gd name="connsiteX2" fmla="*/ 0 w 256064"/>
                  <a:gd name="connsiteY2" fmla="*/ 108780 h 108780"/>
                  <a:gd name="connsiteX3" fmla="*/ 254845 w 256064"/>
                  <a:gd name="connsiteY3" fmla="*/ 108780 h 108780"/>
                  <a:gd name="connsiteX4" fmla="*/ 254845 w 256064"/>
                  <a:gd name="connsiteY4" fmla="*/ 0 h 108780"/>
                  <a:gd name="connsiteX5" fmla="*/ 256064 w 256064"/>
                  <a:gd name="connsiteY5" fmla="*/ 0 h 108780"/>
                  <a:gd name="connsiteX6" fmla="*/ 237770 w 256064"/>
                  <a:gd name="connsiteY6" fmla="*/ 90447 h 108780"/>
                  <a:gd name="connsiteX7" fmla="*/ 18288 w 256064"/>
                  <a:gd name="connsiteY7" fmla="*/ 90447 h 108780"/>
                  <a:gd name="connsiteX8" fmla="*/ 18288 w 256064"/>
                  <a:gd name="connsiteY8" fmla="*/ 17111 h 108780"/>
                  <a:gd name="connsiteX9" fmla="*/ 237770 w 256064"/>
                  <a:gd name="connsiteY9" fmla="*/ 17111 h 108780"/>
                  <a:gd name="connsiteX10" fmla="*/ 237770 w 256064"/>
                  <a:gd name="connsiteY10" fmla="*/ 90447 h 10878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Lst>
                <a:rect l="l" t="t" r="r" b="b"/>
                <a:pathLst>
                  <a:path w="256064" h="108780">
                    <a:moveTo>
                      <a:pt x="256064" y="0"/>
                    </a:moveTo>
                    <a:lnTo>
                      <a:pt x="0" y="0"/>
                    </a:lnTo>
                    <a:lnTo>
                      <a:pt x="0" y="108780"/>
                    </a:lnTo>
                    <a:lnTo>
                      <a:pt x="254845" y="108780"/>
                    </a:lnTo>
                    <a:lnTo>
                      <a:pt x="254845" y="0"/>
                    </a:lnTo>
                    <a:lnTo>
                      <a:pt x="256064" y="0"/>
                    </a:lnTo>
                    <a:close/>
                    <a:moveTo>
                      <a:pt x="237770" y="90447"/>
                    </a:moveTo>
                    <a:lnTo>
                      <a:pt x="18288" y="90447"/>
                    </a:lnTo>
                    <a:lnTo>
                      <a:pt x="18288" y="17111"/>
                    </a:lnTo>
                    <a:lnTo>
                      <a:pt x="237770" y="17111"/>
                    </a:lnTo>
                    <a:lnTo>
                      <a:pt x="237770" y="90447"/>
                    </a:lnTo>
                    <a:close/>
                  </a:path>
                </a:pathLst>
              </a:custGeom>
              <a:solidFill>
                <a:srgbClr val="2D5967"/>
              </a:solidFill>
              <a:ln w="6417" cap="flat">
                <a:noFill/>
                <a:prstDash val="solid"/>
                <a:miter/>
              </a:ln>
            </p:spPr>
            <p:txBody>
              <a:bodyPr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srgbClr val="7C8A98"/>
                  </a:solidFill>
                  <a:effectLst/>
                  <a:uLnTx/>
                  <a:uFillTx/>
                  <a:latin typeface="Oracle Sans Tab"/>
                  <a:ea typeface="+mn-ea"/>
                  <a:cs typeface="+mn-cs"/>
                </a:endParaRPr>
              </a:p>
            </p:txBody>
          </p:sp>
          <p:sp>
            <p:nvSpPr>
              <p:cNvPr id="84" name="Freeform: Shape 1180">
                <a:extLst>
                  <a:ext uri="{FF2B5EF4-FFF2-40B4-BE49-F238E27FC236}">
                    <a16:creationId xmlns:a16="http://schemas.microsoft.com/office/drawing/2014/main" id="{19775198-E041-553A-D122-568A036F7E60}"/>
                  </a:ext>
                </a:extLst>
              </p:cNvPr>
              <p:cNvSpPr/>
              <p:nvPr/>
            </p:nvSpPr>
            <p:spPr>
              <a:xfrm>
                <a:off x="3161931" y="3216946"/>
                <a:ext cx="92671" cy="90447"/>
              </a:xfrm>
              <a:custGeom>
                <a:avLst/>
                <a:gdLst>
                  <a:gd name="connsiteX0" fmla="*/ 92672 w 92671"/>
                  <a:gd name="connsiteY0" fmla="*/ 0 h 90447"/>
                  <a:gd name="connsiteX1" fmla="*/ 0 w 92671"/>
                  <a:gd name="connsiteY1" fmla="*/ 0 h 90447"/>
                  <a:gd name="connsiteX2" fmla="*/ 0 w 92671"/>
                  <a:gd name="connsiteY2" fmla="*/ 90447 h 90447"/>
                  <a:gd name="connsiteX3" fmla="*/ 92672 w 92671"/>
                  <a:gd name="connsiteY3" fmla="*/ 90447 h 90447"/>
                  <a:gd name="connsiteX4" fmla="*/ 92672 w 92671"/>
                  <a:gd name="connsiteY4" fmla="*/ 0 h 90447"/>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92671" h="90447">
                    <a:moveTo>
                      <a:pt x="92672" y="0"/>
                    </a:moveTo>
                    <a:lnTo>
                      <a:pt x="0" y="0"/>
                    </a:lnTo>
                    <a:lnTo>
                      <a:pt x="0" y="90447"/>
                    </a:lnTo>
                    <a:lnTo>
                      <a:pt x="92672" y="90447"/>
                    </a:lnTo>
                    <a:lnTo>
                      <a:pt x="92672" y="0"/>
                    </a:lnTo>
                    <a:close/>
                  </a:path>
                </a:pathLst>
              </a:custGeom>
              <a:solidFill>
                <a:srgbClr val="2D5967"/>
              </a:solidFill>
              <a:ln w="6417" cap="flat">
                <a:noFill/>
                <a:prstDash val="solid"/>
                <a:miter/>
              </a:ln>
            </p:spPr>
            <p:txBody>
              <a:bodyPr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srgbClr val="7C8A98"/>
                  </a:solidFill>
                  <a:effectLst/>
                  <a:uLnTx/>
                  <a:uFillTx/>
                  <a:latin typeface="Oracle Sans Tab"/>
                  <a:ea typeface="+mn-ea"/>
                  <a:cs typeface="+mn-cs"/>
                </a:endParaRPr>
              </a:p>
            </p:txBody>
          </p:sp>
          <p:sp>
            <p:nvSpPr>
              <p:cNvPr id="85" name="Freeform: Shape 1181">
                <a:extLst>
                  <a:ext uri="{FF2B5EF4-FFF2-40B4-BE49-F238E27FC236}">
                    <a16:creationId xmlns:a16="http://schemas.microsoft.com/office/drawing/2014/main" id="{E3900A0D-559F-D7C6-10EC-946A2069657D}"/>
                  </a:ext>
                </a:extLst>
              </p:cNvPr>
              <p:cNvSpPr/>
              <p:nvPr/>
            </p:nvSpPr>
            <p:spPr>
              <a:xfrm>
                <a:off x="3161931" y="3350168"/>
                <a:ext cx="92671" cy="90451"/>
              </a:xfrm>
              <a:custGeom>
                <a:avLst/>
                <a:gdLst>
                  <a:gd name="connsiteX0" fmla="*/ 92672 w 92671"/>
                  <a:gd name="connsiteY0" fmla="*/ 0 h 90451"/>
                  <a:gd name="connsiteX1" fmla="*/ 0 w 92671"/>
                  <a:gd name="connsiteY1" fmla="*/ 0 h 90451"/>
                  <a:gd name="connsiteX2" fmla="*/ 0 w 92671"/>
                  <a:gd name="connsiteY2" fmla="*/ 90452 h 90451"/>
                  <a:gd name="connsiteX3" fmla="*/ 92672 w 92671"/>
                  <a:gd name="connsiteY3" fmla="*/ 90452 h 90451"/>
                  <a:gd name="connsiteX4" fmla="*/ 92672 w 92671"/>
                  <a:gd name="connsiteY4" fmla="*/ 0 h 90451"/>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92671" h="90451">
                    <a:moveTo>
                      <a:pt x="92672" y="0"/>
                    </a:moveTo>
                    <a:lnTo>
                      <a:pt x="0" y="0"/>
                    </a:lnTo>
                    <a:lnTo>
                      <a:pt x="0" y="90452"/>
                    </a:lnTo>
                    <a:lnTo>
                      <a:pt x="92672" y="90452"/>
                    </a:lnTo>
                    <a:lnTo>
                      <a:pt x="92672" y="0"/>
                    </a:lnTo>
                    <a:close/>
                  </a:path>
                </a:pathLst>
              </a:custGeom>
              <a:solidFill>
                <a:srgbClr val="2D5967"/>
              </a:solidFill>
              <a:ln w="6417" cap="flat">
                <a:noFill/>
                <a:prstDash val="solid"/>
                <a:miter/>
              </a:ln>
            </p:spPr>
            <p:txBody>
              <a:bodyPr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srgbClr val="7C8A98"/>
                  </a:solidFill>
                  <a:effectLst/>
                  <a:uLnTx/>
                  <a:uFillTx/>
                  <a:latin typeface="Oracle Sans Tab"/>
                  <a:ea typeface="+mn-ea"/>
                  <a:cs typeface="+mn-cs"/>
                </a:endParaRPr>
              </a:p>
            </p:txBody>
          </p:sp>
          <p:sp>
            <p:nvSpPr>
              <p:cNvPr id="86" name="Freeform: Shape 1182">
                <a:extLst>
                  <a:ext uri="{FF2B5EF4-FFF2-40B4-BE49-F238E27FC236}">
                    <a16:creationId xmlns:a16="http://schemas.microsoft.com/office/drawing/2014/main" id="{2F97DEDD-44CD-B9E8-AFA2-9B9B6998258C}"/>
                  </a:ext>
                </a:extLst>
              </p:cNvPr>
              <p:cNvSpPr/>
              <p:nvPr/>
            </p:nvSpPr>
            <p:spPr>
              <a:xfrm>
                <a:off x="3047319" y="3350168"/>
                <a:ext cx="92671" cy="90451"/>
              </a:xfrm>
              <a:custGeom>
                <a:avLst/>
                <a:gdLst>
                  <a:gd name="connsiteX0" fmla="*/ 92672 w 92671"/>
                  <a:gd name="connsiteY0" fmla="*/ 0 h 90451"/>
                  <a:gd name="connsiteX1" fmla="*/ 0 w 92671"/>
                  <a:gd name="connsiteY1" fmla="*/ 0 h 90451"/>
                  <a:gd name="connsiteX2" fmla="*/ 0 w 92671"/>
                  <a:gd name="connsiteY2" fmla="*/ 90452 h 90451"/>
                  <a:gd name="connsiteX3" fmla="*/ 92672 w 92671"/>
                  <a:gd name="connsiteY3" fmla="*/ 90452 h 90451"/>
                  <a:gd name="connsiteX4" fmla="*/ 92672 w 92671"/>
                  <a:gd name="connsiteY4" fmla="*/ 0 h 90451"/>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92671" h="90451">
                    <a:moveTo>
                      <a:pt x="92672" y="0"/>
                    </a:moveTo>
                    <a:lnTo>
                      <a:pt x="0" y="0"/>
                    </a:lnTo>
                    <a:lnTo>
                      <a:pt x="0" y="90452"/>
                    </a:lnTo>
                    <a:lnTo>
                      <a:pt x="92672" y="90452"/>
                    </a:lnTo>
                    <a:lnTo>
                      <a:pt x="92672" y="0"/>
                    </a:lnTo>
                    <a:close/>
                  </a:path>
                </a:pathLst>
              </a:custGeom>
              <a:solidFill>
                <a:srgbClr val="2D5967"/>
              </a:solidFill>
              <a:ln w="6417" cap="flat">
                <a:noFill/>
                <a:prstDash val="solid"/>
                <a:miter/>
              </a:ln>
            </p:spPr>
            <p:txBody>
              <a:bodyPr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srgbClr val="7C8A98"/>
                  </a:solidFill>
                  <a:effectLst/>
                  <a:uLnTx/>
                  <a:uFillTx/>
                  <a:latin typeface="Oracle Sans Tab"/>
                  <a:ea typeface="+mn-ea"/>
                  <a:cs typeface="+mn-cs"/>
                </a:endParaRPr>
              </a:p>
            </p:txBody>
          </p:sp>
        </p:grpSp>
      </p:grpSp>
      <p:sp>
        <p:nvSpPr>
          <p:cNvPr id="77" name="TextBox 76">
            <a:extLst>
              <a:ext uri="{FF2B5EF4-FFF2-40B4-BE49-F238E27FC236}">
                <a16:creationId xmlns:a16="http://schemas.microsoft.com/office/drawing/2014/main" id="{B54FA1EF-751A-C729-31D2-6EA9AB6E7E7D}"/>
              </a:ext>
            </a:extLst>
          </p:cNvPr>
          <p:cNvSpPr txBox="1"/>
          <p:nvPr/>
        </p:nvSpPr>
        <p:spPr>
          <a:xfrm>
            <a:off x="2820941" y="2786701"/>
            <a:ext cx="1379096" cy="307777"/>
          </a:xfrm>
          <a:prstGeom prst="rect">
            <a:avLst/>
          </a:prstGeom>
          <a:solidFill>
            <a:schemeClr val="accent1"/>
          </a:solidFill>
        </p:spPr>
        <p:txBody>
          <a:bodyPr wrap="none" rtlCol="0">
            <a:spAutoFit/>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sz="1400" b="1" i="0" u="none" strike="noStrike" kern="1200" cap="none" spc="0" normalizeH="0" baseline="0" noProof="0" dirty="0">
                <a:ln>
                  <a:noFill/>
                </a:ln>
                <a:solidFill>
                  <a:srgbClr val="FFFFFF"/>
                </a:solidFill>
                <a:effectLst/>
                <a:uLnTx/>
                <a:uFillTx/>
                <a:latin typeface="Oracle Sans"/>
                <a:ea typeface="+mn-ea"/>
                <a:cs typeface="Oracle Sans"/>
                <a:sym typeface="Oracle Sans"/>
                <a:rtl val="0"/>
              </a:rPr>
              <a:t>OCI Functions</a:t>
            </a:r>
          </a:p>
        </p:txBody>
      </p:sp>
      <p:grpSp>
        <p:nvGrpSpPr>
          <p:cNvPr id="88" name="Graphic 3">
            <a:extLst>
              <a:ext uri="{FF2B5EF4-FFF2-40B4-BE49-F238E27FC236}">
                <a16:creationId xmlns:a16="http://schemas.microsoft.com/office/drawing/2014/main" id="{B8D3AA11-4137-DED4-7B88-F3A5011876B4}"/>
              </a:ext>
            </a:extLst>
          </p:cNvPr>
          <p:cNvGrpSpPr/>
          <p:nvPr/>
        </p:nvGrpSpPr>
        <p:grpSpPr>
          <a:xfrm>
            <a:off x="5172662" y="4339138"/>
            <a:ext cx="656846" cy="617251"/>
            <a:chOff x="9189623" y="2363804"/>
            <a:chExt cx="472985" cy="513347"/>
          </a:xfrm>
        </p:grpSpPr>
        <p:sp>
          <p:nvSpPr>
            <p:cNvPr id="90" name="Freeform: Shape 1239">
              <a:extLst>
                <a:ext uri="{FF2B5EF4-FFF2-40B4-BE49-F238E27FC236}">
                  <a16:creationId xmlns:a16="http://schemas.microsoft.com/office/drawing/2014/main" id="{3AE3E5E0-5C44-C23B-1275-CC0CB5E58830}"/>
                </a:ext>
              </a:extLst>
            </p:cNvPr>
            <p:cNvSpPr/>
            <p:nvPr/>
          </p:nvSpPr>
          <p:spPr>
            <a:xfrm>
              <a:off x="9189623" y="2363804"/>
              <a:ext cx="472985" cy="513347"/>
            </a:xfrm>
            <a:custGeom>
              <a:avLst/>
              <a:gdLst>
                <a:gd name="connsiteX0" fmla="*/ 235883 w 472985"/>
                <a:gd name="connsiteY0" fmla="*/ 12193 h 513347"/>
                <a:gd name="connsiteX1" fmla="*/ 271369 w 472985"/>
                <a:gd name="connsiteY1" fmla="*/ 26826 h 513347"/>
                <a:gd name="connsiteX2" fmla="*/ 284779 w 472985"/>
                <a:gd name="connsiteY2" fmla="*/ 73161 h 513347"/>
                <a:gd name="connsiteX3" fmla="*/ 374038 w 472985"/>
                <a:gd name="connsiteY3" fmla="*/ 124374 h 513347"/>
                <a:gd name="connsiteX4" fmla="*/ 407021 w 472985"/>
                <a:gd name="connsiteY4" fmla="*/ 109741 h 513347"/>
                <a:gd name="connsiteX5" fmla="*/ 442442 w 472985"/>
                <a:gd name="connsiteY5" fmla="*/ 124374 h 513347"/>
                <a:gd name="connsiteX6" fmla="*/ 457136 w 472985"/>
                <a:gd name="connsiteY6" fmla="*/ 159735 h 513347"/>
                <a:gd name="connsiteX7" fmla="*/ 442442 w 472985"/>
                <a:gd name="connsiteY7" fmla="*/ 195096 h 513347"/>
                <a:gd name="connsiteX8" fmla="*/ 417993 w 472985"/>
                <a:gd name="connsiteY8" fmla="*/ 209729 h 513347"/>
                <a:gd name="connsiteX9" fmla="*/ 417993 w 472985"/>
                <a:gd name="connsiteY9" fmla="*/ 312154 h 513347"/>
                <a:gd name="connsiteX10" fmla="*/ 442442 w 472985"/>
                <a:gd name="connsiteY10" fmla="*/ 324346 h 513347"/>
                <a:gd name="connsiteX11" fmla="*/ 457136 w 472985"/>
                <a:gd name="connsiteY11" fmla="*/ 359709 h 513347"/>
                <a:gd name="connsiteX12" fmla="*/ 442442 w 472985"/>
                <a:gd name="connsiteY12" fmla="*/ 395072 h 513347"/>
                <a:gd name="connsiteX13" fmla="*/ 407021 w 472985"/>
                <a:gd name="connsiteY13" fmla="*/ 409703 h 513347"/>
                <a:gd name="connsiteX14" fmla="*/ 371535 w 472985"/>
                <a:gd name="connsiteY14" fmla="*/ 395072 h 513347"/>
                <a:gd name="connsiteX15" fmla="*/ 370316 w 472985"/>
                <a:gd name="connsiteY15" fmla="*/ 392634 h 513347"/>
                <a:gd name="connsiteX16" fmla="*/ 283561 w 472985"/>
                <a:gd name="connsiteY16" fmla="*/ 442627 h 513347"/>
                <a:gd name="connsiteX17" fmla="*/ 270085 w 472985"/>
                <a:gd name="connsiteY17" fmla="*/ 487744 h 513347"/>
                <a:gd name="connsiteX18" fmla="*/ 234664 w 472985"/>
                <a:gd name="connsiteY18" fmla="*/ 502375 h 513347"/>
                <a:gd name="connsiteX19" fmla="*/ 199243 w 472985"/>
                <a:gd name="connsiteY19" fmla="*/ 487744 h 513347"/>
                <a:gd name="connsiteX20" fmla="*/ 185768 w 472985"/>
                <a:gd name="connsiteY20" fmla="*/ 443847 h 513347"/>
                <a:gd name="connsiteX21" fmla="*/ 97793 w 472985"/>
                <a:gd name="connsiteY21" fmla="*/ 390195 h 513347"/>
                <a:gd name="connsiteX22" fmla="*/ 96574 w 472985"/>
                <a:gd name="connsiteY22" fmla="*/ 391415 h 513347"/>
                <a:gd name="connsiteX23" fmla="*/ 61088 w 472985"/>
                <a:gd name="connsiteY23" fmla="*/ 406045 h 513347"/>
                <a:gd name="connsiteX24" fmla="*/ 25667 w 472985"/>
                <a:gd name="connsiteY24" fmla="*/ 391415 h 513347"/>
                <a:gd name="connsiteX25" fmla="*/ 12192 w 472985"/>
                <a:gd name="connsiteY25" fmla="*/ 357271 h 513347"/>
                <a:gd name="connsiteX26" fmla="*/ 26887 w 472985"/>
                <a:gd name="connsiteY26" fmla="*/ 321907 h 513347"/>
                <a:gd name="connsiteX27" fmla="*/ 48896 w 472985"/>
                <a:gd name="connsiteY27" fmla="*/ 309715 h 513347"/>
                <a:gd name="connsiteX28" fmla="*/ 48896 w 472985"/>
                <a:gd name="connsiteY28" fmla="*/ 207290 h 513347"/>
                <a:gd name="connsiteX29" fmla="*/ 26887 w 472985"/>
                <a:gd name="connsiteY29" fmla="*/ 195096 h 513347"/>
                <a:gd name="connsiteX30" fmla="*/ 12192 w 472985"/>
                <a:gd name="connsiteY30" fmla="*/ 158516 h 513347"/>
                <a:gd name="connsiteX31" fmla="*/ 26887 w 472985"/>
                <a:gd name="connsiteY31" fmla="*/ 123155 h 513347"/>
                <a:gd name="connsiteX32" fmla="*/ 61088 w 472985"/>
                <a:gd name="connsiteY32" fmla="*/ 109741 h 513347"/>
                <a:gd name="connsiteX33" fmla="*/ 95354 w 472985"/>
                <a:gd name="connsiteY33" fmla="*/ 123155 h 513347"/>
                <a:gd name="connsiteX34" fmla="*/ 185768 w 472985"/>
                <a:gd name="connsiteY34" fmla="*/ 70723 h 513347"/>
                <a:gd name="connsiteX35" fmla="*/ 199243 w 472985"/>
                <a:gd name="connsiteY35" fmla="*/ 26826 h 513347"/>
                <a:gd name="connsiteX36" fmla="*/ 235883 w 472985"/>
                <a:gd name="connsiteY36" fmla="*/ 12193 h 513347"/>
                <a:gd name="connsiteX37" fmla="*/ 235883 w 472985"/>
                <a:gd name="connsiteY37" fmla="*/ 0 h 513347"/>
                <a:gd name="connsiteX38" fmla="*/ 191864 w 472985"/>
                <a:gd name="connsiteY38" fmla="*/ 18291 h 513347"/>
                <a:gd name="connsiteX39" fmla="*/ 173576 w 472985"/>
                <a:gd name="connsiteY39" fmla="*/ 64626 h 513347"/>
                <a:gd name="connsiteX40" fmla="*/ 96574 w 472985"/>
                <a:gd name="connsiteY40" fmla="*/ 108522 h 513347"/>
                <a:gd name="connsiteX41" fmla="*/ 61088 w 472985"/>
                <a:gd name="connsiteY41" fmla="*/ 97548 h 513347"/>
                <a:gd name="connsiteX42" fmla="*/ 18352 w 472985"/>
                <a:gd name="connsiteY42" fmla="*/ 115839 h 513347"/>
                <a:gd name="connsiteX43" fmla="*/ 0 w 472985"/>
                <a:gd name="connsiteY43" fmla="*/ 159735 h 513347"/>
                <a:gd name="connsiteX44" fmla="*/ 18352 w 472985"/>
                <a:gd name="connsiteY44" fmla="*/ 203632 h 513347"/>
                <a:gd name="connsiteX45" fmla="*/ 36640 w 472985"/>
                <a:gd name="connsiteY45" fmla="*/ 215825 h 513347"/>
                <a:gd name="connsiteX46" fmla="*/ 36640 w 472985"/>
                <a:gd name="connsiteY46" fmla="*/ 301180 h 513347"/>
                <a:gd name="connsiteX47" fmla="*/ 18352 w 472985"/>
                <a:gd name="connsiteY47" fmla="*/ 313374 h 513347"/>
                <a:gd name="connsiteX48" fmla="*/ 0 w 472985"/>
                <a:gd name="connsiteY48" fmla="*/ 357271 h 513347"/>
                <a:gd name="connsiteX49" fmla="*/ 18352 w 472985"/>
                <a:gd name="connsiteY49" fmla="*/ 401168 h 513347"/>
                <a:gd name="connsiteX50" fmla="*/ 62307 w 472985"/>
                <a:gd name="connsiteY50" fmla="*/ 419456 h 513347"/>
                <a:gd name="connsiteX51" fmla="*/ 100231 w 472985"/>
                <a:gd name="connsiteY51" fmla="*/ 407264 h 513347"/>
                <a:gd name="connsiteX52" fmla="*/ 174795 w 472985"/>
                <a:gd name="connsiteY52" fmla="*/ 449943 h 513347"/>
                <a:gd name="connsiteX53" fmla="*/ 193083 w 472985"/>
                <a:gd name="connsiteY53" fmla="*/ 495059 h 513347"/>
                <a:gd name="connsiteX54" fmla="*/ 237103 w 472985"/>
                <a:gd name="connsiteY54" fmla="*/ 513347 h 513347"/>
                <a:gd name="connsiteX55" fmla="*/ 281122 w 472985"/>
                <a:gd name="connsiteY55" fmla="*/ 495059 h 513347"/>
                <a:gd name="connsiteX56" fmla="*/ 299474 w 472985"/>
                <a:gd name="connsiteY56" fmla="*/ 447504 h 513347"/>
                <a:gd name="connsiteX57" fmla="*/ 371535 w 472985"/>
                <a:gd name="connsiteY57" fmla="*/ 406045 h 513347"/>
                <a:gd name="connsiteX58" fmla="*/ 410678 w 472985"/>
                <a:gd name="connsiteY58" fmla="*/ 419456 h 513347"/>
                <a:gd name="connsiteX59" fmla="*/ 454697 w 472985"/>
                <a:gd name="connsiteY59" fmla="*/ 401168 h 513347"/>
                <a:gd name="connsiteX60" fmla="*/ 472985 w 472985"/>
                <a:gd name="connsiteY60" fmla="*/ 357271 h 513347"/>
                <a:gd name="connsiteX61" fmla="*/ 454697 w 472985"/>
                <a:gd name="connsiteY61" fmla="*/ 313374 h 513347"/>
                <a:gd name="connsiteX62" fmla="*/ 433907 w 472985"/>
                <a:gd name="connsiteY62" fmla="*/ 299960 h 513347"/>
                <a:gd name="connsiteX63" fmla="*/ 433907 w 472985"/>
                <a:gd name="connsiteY63" fmla="*/ 215825 h 513347"/>
                <a:gd name="connsiteX64" fmla="*/ 454697 w 472985"/>
                <a:gd name="connsiteY64" fmla="*/ 201193 h 513347"/>
                <a:gd name="connsiteX65" fmla="*/ 472985 w 472985"/>
                <a:gd name="connsiteY65" fmla="*/ 157297 h 513347"/>
                <a:gd name="connsiteX66" fmla="*/ 454697 w 472985"/>
                <a:gd name="connsiteY66" fmla="*/ 113400 h 513347"/>
                <a:gd name="connsiteX67" fmla="*/ 410678 w 472985"/>
                <a:gd name="connsiteY67" fmla="*/ 95110 h 513347"/>
                <a:gd name="connsiteX68" fmla="*/ 374038 w 472985"/>
                <a:gd name="connsiteY68" fmla="*/ 107303 h 513347"/>
                <a:gd name="connsiteX69" fmla="*/ 299474 w 472985"/>
                <a:gd name="connsiteY69" fmla="*/ 64626 h 513347"/>
                <a:gd name="connsiteX70" fmla="*/ 281122 w 472985"/>
                <a:gd name="connsiteY70" fmla="*/ 15852 h 513347"/>
                <a:gd name="connsiteX71" fmla="*/ 235883 w 472985"/>
                <a:gd name="connsiteY71" fmla="*/ 0 h 513347"/>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 ang="0">
                  <a:pos x="connsiteX39" y="connsiteY39"/>
                </a:cxn>
                <a:cxn ang="0">
                  <a:pos x="connsiteX40" y="connsiteY40"/>
                </a:cxn>
                <a:cxn ang="0">
                  <a:pos x="connsiteX41" y="connsiteY41"/>
                </a:cxn>
                <a:cxn ang="0">
                  <a:pos x="connsiteX42" y="connsiteY42"/>
                </a:cxn>
                <a:cxn ang="0">
                  <a:pos x="connsiteX43" y="connsiteY43"/>
                </a:cxn>
                <a:cxn ang="0">
                  <a:pos x="connsiteX44" y="connsiteY44"/>
                </a:cxn>
                <a:cxn ang="0">
                  <a:pos x="connsiteX45" y="connsiteY45"/>
                </a:cxn>
                <a:cxn ang="0">
                  <a:pos x="connsiteX46" y="connsiteY46"/>
                </a:cxn>
                <a:cxn ang="0">
                  <a:pos x="connsiteX47" y="connsiteY47"/>
                </a:cxn>
                <a:cxn ang="0">
                  <a:pos x="connsiteX48" y="connsiteY48"/>
                </a:cxn>
                <a:cxn ang="0">
                  <a:pos x="connsiteX49" y="connsiteY49"/>
                </a:cxn>
                <a:cxn ang="0">
                  <a:pos x="connsiteX50" y="connsiteY50"/>
                </a:cxn>
                <a:cxn ang="0">
                  <a:pos x="connsiteX51" y="connsiteY51"/>
                </a:cxn>
                <a:cxn ang="0">
                  <a:pos x="connsiteX52" y="connsiteY52"/>
                </a:cxn>
                <a:cxn ang="0">
                  <a:pos x="connsiteX53" y="connsiteY53"/>
                </a:cxn>
                <a:cxn ang="0">
                  <a:pos x="connsiteX54" y="connsiteY54"/>
                </a:cxn>
                <a:cxn ang="0">
                  <a:pos x="connsiteX55" y="connsiteY55"/>
                </a:cxn>
                <a:cxn ang="0">
                  <a:pos x="connsiteX56" y="connsiteY56"/>
                </a:cxn>
                <a:cxn ang="0">
                  <a:pos x="connsiteX57" y="connsiteY57"/>
                </a:cxn>
                <a:cxn ang="0">
                  <a:pos x="connsiteX58" y="connsiteY58"/>
                </a:cxn>
                <a:cxn ang="0">
                  <a:pos x="connsiteX59" y="connsiteY59"/>
                </a:cxn>
                <a:cxn ang="0">
                  <a:pos x="connsiteX60" y="connsiteY60"/>
                </a:cxn>
                <a:cxn ang="0">
                  <a:pos x="connsiteX61" y="connsiteY61"/>
                </a:cxn>
                <a:cxn ang="0">
                  <a:pos x="connsiteX62" y="connsiteY62"/>
                </a:cxn>
                <a:cxn ang="0">
                  <a:pos x="connsiteX63" y="connsiteY63"/>
                </a:cxn>
                <a:cxn ang="0">
                  <a:pos x="connsiteX64" y="connsiteY64"/>
                </a:cxn>
                <a:cxn ang="0">
                  <a:pos x="connsiteX65" y="connsiteY65"/>
                </a:cxn>
                <a:cxn ang="0">
                  <a:pos x="connsiteX66" y="connsiteY66"/>
                </a:cxn>
                <a:cxn ang="0">
                  <a:pos x="connsiteX67" y="connsiteY67"/>
                </a:cxn>
                <a:cxn ang="0">
                  <a:pos x="connsiteX68" y="connsiteY68"/>
                </a:cxn>
                <a:cxn ang="0">
                  <a:pos x="connsiteX69" y="connsiteY69"/>
                </a:cxn>
                <a:cxn ang="0">
                  <a:pos x="connsiteX70" y="connsiteY70"/>
                </a:cxn>
                <a:cxn ang="0">
                  <a:pos x="connsiteX71" y="connsiteY71"/>
                </a:cxn>
              </a:cxnLst>
              <a:rect l="l" t="t" r="r" b="b"/>
              <a:pathLst>
                <a:path w="472985" h="513347">
                  <a:moveTo>
                    <a:pt x="235883" y="12193"/>
                  </a:moveTo>
                  <a:cubicBezTo>
                    <a:pt x="248140" y="12193"/>
                    <a:pt x="261551" y="17071"/>
                    <a:pt x="271369" y="26826"/>
                  </a:cubicBezTo>
                  <a:cubicBezTo>
                    <a:pt x="283561" y="39020"/>
                    <a:pt x="288438" y="56090"/>
                    <a:pt x="284779" y="73161"/>
                  </a:cubicBezTo>
                  <a:lnTo>
                    <a:pt x="374038" y="124374"/>
                  </a:lnTo>
                  <a:cubicBezTo>
                    <a:pt x="382572" y="114619"/>
                    <a:pt x="394764" y="109741"/>
                    <a:pt x="407021" y="109741"/>
                  </a:cubicBezTo>
                  <a:cubicBezTo>
                    <a:pt x="419212" y="109741"/>
                    <a:pt x="432688" y="114619"/>
                    <a:pt x="442442" y="124374"/>
                  </a:cubicBezTo>
                  <a:cubicBezTo>
                    <a:pt x="452259" y="134129"/>
                    <a:pt x="457136" y="146323"/>
                    <a:pt x="457136" y="159735"/>
                  </a:cubicBezTo>
                  <a:cubicBezTo>
                    <a:pt x="457136" y="173148"/>
                    <a:pt x="452259" y="185342"/>
                    <a:pt x="442442" y="195096"/>
                  </a:cubicBezTo>
                  <a:cubicBezTo>
                    <a:pt x="435126" y="202412"/>
                    <a:pt x="426592" y="207290"/>
                    <a:pt x="417993" y="209729"/>
                  </a:cubicBezTo>
                  <a:lnTo>
                    <a:pt x="417993" y="312154"/>
                  </a:lnTo>
                  <a:cubicBezTo>
                    <a:pt x="427811" y="314593"/>
                    <a:pt x="435126" y="317032"/>
                    <a:pt x="442442" y="324346"/>
                  </a:cubicBezTo>
                  <a:cubicBezTo>
                    <a:pt x="452259" y="334106"/>
                    <a:pt x="457136" y="346298"/>
                    <a:pt x="457136" y="359709"/>
                  </a:cubicBezTo>
                  <a:cubicBezTo>
                    <a:pt x="457136" y="373120"/>
                    <a:pt x="452259" y="385319"/>
                    <a:pt x="442442" y="395072"/>
                  </a:cubicBezTo>
                  <a:cubicBezTo>
                    <a:pt x="432688" y="404826"/>
                    <a:pt x="420432" y="409703"/>
                    <a:pt x="407021" y="409703"/>
                  </a:cubicBezTo>
                  <a:cubicBezTo>
                    <a:pt x="394764" y="409703"/>
                    <a:pt x="381353" y="404826"/>
                    <a:pt x="371535" y="395072"/>
                  </a:cubicBezTo>
                  <a:cubicBezTo>
                    <a:pt x="370316" y="393853"/>
                    <a:pt x="370316" y="393853"/>
                    <a:pt x="370316" y="392634"/>
                  </a:cubicBezTo>
                  <a:lnTo>
                    <a:pt x="283561" y="442627"/>
                  </a:lnTo>
                  <a:cubicBezTo>
                    <a:pt x="287218" y="458477"/>
                    <a:pt x="282341" y="476765"/>
                    <a:pt x="270085" y="487744"/>
                  </a:cubicBezTo>
                  <a:cubicBezTo>
                    <a:pt x="260332" y="497498"/>
                    <a:pt x="248140" y="502375"/>
                    <a:pt x="234664" y="502375"/>
                  </a:cubicBezTo>
                  <a:cubicBezTo>
                    <a:pt x="221253" y="502375"/>
                    <a:pt x="208997" y="497498"/>
                    <a:pt x="199243" y="487744"/>
                  </a:cubicBezTo>
                  <a:cubicBezTo>
                    <a:pt x="188206" y="476765"/>
                    <a:pt x="182110" y="459696"/>
                    <a:pt x="185768" y="443847"/>
                  </a:cubicBezTo>
                  <a:lnTo>
                    <a:pt x="97793" y="390195"/>
                  </a:lnTo>
                  <a:lnTo>
                    <a:pt x="96574" y="391415"/>
                  </a:lnTo>
                  <a:cubicBezTo>
                    <a:pt x="86756" y="401168"/>
                    <a:pt x="74564" y="406045"/>
                    <a:pt x="61088" y="406045"/>
                  </a:cubicBezTo>
                  <a:cubicBezTo>
                    <a:pt x="48896" y="406045"/>
                    <a:pt x="35421" y="401168"/>
                    <a:pt x="25667" y="391415"/>
                  </a:cubicBezTo>
                  <a:cubicBezTo>
                    <a:pt x="17133" y="382874"/>
                    <a:pt x="12192" y="369463"/>
                    <a:pt x="12192" y="357271"/>
                  </a:cubicBezTo>
                  <a:cubicBezTo>
                    <a:pt x="12192" y="343859"/>
                    <a:pt x="17133" y="331661"/>
                    <a:pt x="26887" y="321907"/>
                  </a:cubicBezTo>
                  <a:cubicBezTo>
                    <a:pt x="32983" y="315813"/>
                    <a:pt x="40362" y="310935"/>
                    <a:pt x="48896" y="309715"/>
                  </a:cubicBezTo>
                  <a:lnTo>
                    <a:pt x="48896" y="207290"/>
                  </a:lnTo>
                  <a:cubicBezTo>
                    <a:pt x="40362" y="204851"/>
                    <a:pt x="32983" y="201193"/>
                    <a:pt x="26887" y="195096"/>
                  </a:cubicBezTo>
                  <a:cubicBezTo>
                    <a:pt x="17133" y="184122"/>
                    <a:pt x="12192" y="171929"/>
                    <a:pt x="12192" y="158516"/>
                  </a:cubicBezTo>
                  <a:cubicBezTo>
                    <a:pt x="12192" y="145103"/>
                    <a:pt x="17133" y="132910"/>
                    <a:pt x="26887" y="123155"/>
                  </a:cubicBezTo>
                  <a:cubicBezTo>
                    <a:pt x="36640" y="114619"/>
                    <a:pt x="48896" y="109741"/>
                    <a:pt x="61088" y="109741"/>
                  </a:cubicBezTo>
                  <a:cubicBezTo>
                    <a:pt x="73345" y="109741"/>
                    <a:pt x="85536" y="114619"/>
                    <a:pt x="95354" y="123155"/>
                  </a:cubicBezTo>
                  <a:lnTo>
                    <a:pt x="185768" y="70723"/>
                  </a:lnTo>
                  <a:cubicBezTo>
                    <a:pt x="182110" y="54871"/>
                    <a:pt x="186987" y="37800"/>
                    <a:pt x="199243" y="26826"/>
                  </a:cubicBezTo>
                  <a:cubicBezTo>
                    <a:pt x="210216" y="17071"/>
                    <a:pt x="222472" y="12193"/>
                    <a:pt x="235883" y="12193"/>
                  </a:cubicBezTo>
                  <a:close/>
                  <a:moveTo>
                    <a:pt x="235883" y="0"/>
                  </a:moveTo>
                  <a:cubicBezTo>
                    <a:pt x="220034" y="0"/>
                    <a:pt x="204120" y="6097"/>
                    <a:pt x="191864" y="18291"/>
                  </a:cubicBezTo>
                  <a:cubicBezTo>
                    <a:pt x="179672" y="30484"/>
                    <a:pt x="173576" y="47555"/>
                    <a:pt x="173576" y="64626"/>
                  </a:cubicBezTo>
                  <a:lnTo>
                    <a:pt x="96574" y="108522"/>
                  </a:lnTo>
                  <a:cubicBezTo>
                    <a:pt x="86756" y="101206"/>
                    <a:pt x="74564" y="97548"/>
                    <a:pt x="61088" y="97548"/>
                  </a:cubicBezTo>
                  <a:cubicBezTo>
                    <a:pt x="45239" y="97548"/>
                    <a:pt x="29325" y="103645"/>
                    <a:pt x="18352" y="115839"/>
                  </a:cubicBezTo>
                  <a:cubicBezTo>
                    <a:pt x="6096" y="128032"/>
                    <a:pt x="0" y="142664"/>
                    <a:pt x="0" y="159735"/>
                  </a:cubicBezTo>
                  <a:cubicBezTo>
                    <a:pt x="0" y="175587"/>
                    <a:pt x="6096" y="191438"/>
                    <a:pt x="18352" y="203632"/>
                  </a:cubicBezTo>
                  <a:cubicBezTo>
                    <a:pt x="23229" y="208510"/>
                    <a:pt x="30544" y="213387"/>
                    <a:pt x="36640" y="215825"/>
                  </a:cubicBezTo>
                  <a:lnTo>
                    <a:pt x="36640" y="301180"/>
                  </a:lnTo>
                  <a:cubicBezTo>
                    <a:pt x="29325" y="304838"/>
                    <a:pt x="23229" y="308496"/>
                    <a:pt x="18352" y="313374"/>
                  </a:cubicBezTo>
                  <a:cubicBezTo>
                    <a:pt x="6096" y="325565"/>
                    <a:pt x="0" y="340202"/>
                    <a:pt x="0" y="357271"/>
                  </a:cubicBezTo>
                  <a:cubicBezTo>
                    <a:pt x="0" y="373120"/>
                    <a:pt x="6096" y="388976"/>
                    <a:pt x="18352" y="401168"/>
                  </a:cubicBezTo>
                  <a:cubicBezTo>
                    <a:pt x="30544" y="413360"/>
                    <a:pt x="45239" y="419456"/>
                    <a:pt x="62307" y="419456"/>
                  </a:cubicBezTo>
                  <a:cubicBezTo>
                    <a:pt x="75783" y="419456"/>
                    <a:pt x="89194" y="414579"/>
                    <a:pt x="100231" y="407264"/>
                  </a:cubicBezTo>
                  <a:lnTo>
                    <a:pt x="174795" y="449943"/>
                  </a:lnTo>
                  <a:cubicBezTo>
                    <a:pt x="174795" y="467011"/>
                    <a:pt x="180891" y="482861"/>
                    <a:pt x="193083" y="495059"/>
                  </a:cubicBezTo>
                  <a:cubicBezTo>
                    <a:pt x="205339" y="507251"/>
                    <a:pt x="220034" y="513347"/>
                    <a:pt x="237103" y="513347"/>
                  </a:cubicBezTo>
                  <a:cubicBezTo>
                    <a:pt x="253016" y="513347"/>
                    <a:pt x="268866" y="507251"/>
                    <a:pt x="281122" y="495059"/>
                  </a:cubicBezTo>
                  <a:cubicBezTo>
                    <a:pt x="293314" y="482861"/>
                    <a:pt x="300693" y="464573"/>
                    <a:pt x="299474" y="447504"/>
                  </a:cubicBezTo>
                  <a:lnTo>
                    <a:pt x="371535" y="406045"/>
                  </a:lnTo>
                  <a:cubicBezTo>
                    <a:pt x="382572" y="414579"/>
                    <a:pt x="395983" y="419456"/>
                    <a:pt x="410678" y="419456"/>
                  </a:cubicBezTo>
                  <a:cubicBezTo>
                    <a:pt x="426592" y="419456"/>
                    <a:pt x="442442" y="413360"/>
                    <a:pt x="454697" y="401168"/>
                  </a:cubicBezTo>
                  <a:cubicBezTo>
                    <a:pt x="466890" y="388976"/>
                    <a:pt x="472985" y="374339"/>
                    <a:pt x="472985" y="357271"/>
                  </a:cubicBezTo>
                  <a:cubicBezTo>
                    <a:pt x="472985" y="341421"/>
                    <a:pt x="466890" y="325565"/>
                    <a:pt x="454697" y="313374"/>
                  </a:cubicBezTo>
                  <a:cubicBezTo>
                    <a:pt x="448537" y="307277"/>
                    <a:pt x="442442" y="303619"/>
                    <a:pt x="433907" y="299960"/>
                  </a:cubicBezTo>
                  <a:lnTo>
                    <a:pt x="433907" y="215825"/>
                  </a:lnTo>
                  <a:cubicBezTo>
                    <a:pt x="441222" y="212167"/>
                    <a:pt x="448537" y="207290"/>
                    <a:pt x="454697" y="201193"/>
                  </a:cubicBezTo>
                  <a:cubicBezTo>
                    <a:pt x="466890" y="189000"/>
                    <a:pt x="472985" y="174367"/>
                    <a:pt x="472985" y="157297"/>
                  </a:cubicBezTo>
                  <a:cubicBezTo>
                    <a:pt x="472985" y="141445"/>
                    <a:pt x="466890" y="125593"/>
                    <a:pt x="454697" y="113400"/>
                  </a:cubicBezTo>
                  <a:cubicBezTo>
                    <a:pt x="442442" y="101206"/>
                    <a:pt x="427811" y="95110"/>
                    <a:pt x="410678" y="95110"/>
                  </a:cubicBezTo>
                  <a:cubicBezTo>
                    <a:pt x="397203" y="95110"/>
                    <a:pt x="385011" y="98767"/>
                    <a:pt x="374038" y="107303"/>
                  </a:cubicBezTo>
                  <a:lnTo>
                    <a:pt x="299474" y="64626"/>
                  </a:lnTo>
                  <a:cubicBezTo>
                    <a:pt x="300693" y="46335"/>
                    <a:pt x="294533" y="29265"/>
                    <a:pt x="281122" y="15852"/>
                  </a:cubicBezTo>
                  <a:cubicBezTo>
                    <a:pt x="267646" y="6097"/>
                    <a:pt x="251797" y="0"/>
                    <a:pt x="235883" y="0"/>
                  </a:cubicBezTo>
                  <a:close/>
                </a:path>
              </a:pathLst>
            </a:custGeom>
            <a:solidFill>
              <a:srgbClr val="FFFFFF"/>
            </a:solidFill>
            <a:ln w="6417" cap="flat">
              <a:noFill/>
              <a:prstDash val="solid"/>
              <a:miter/>
            </a:ln>
          </p:spPr>
          <p:txBody>
            <a:bodyPr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srgbClr val="7C8A98"/>
                </a:solidFill>
                <a:effectLst/>
                <a:uLnTx/>
                <a:uFillTx/>
                <a:latin typeface="Oracle Sans Tab"/>
                <a:ea typeface="+mn-ea"/>
                <a:cs typeface="+mn-cs"/>
              </a:endParaRPr>
            </a:p>
          </p:txBody>
        </p:sp>
        <p:sp>
          <p:nvSpPr>
            <p:cNvPr id="91" name="Freeform: Shape 1240">
              <a:extLst>
                <a:ext uri="{FF2B5EF4-FFF2-40B4-BE49-F238E27FC236}">
                  <a16:creationId xmlns:a16="http://schemas.microsoft.com/office/drawing/2014/main" id="{DA5EE185-2992-A3FE-E119-7F181CE32220}"/>
                </a:ext>
              </a:extLst>
            </p:cNvPr>
            <p:cNvSpPr/>
            <p:nvPr/>
          </p:nvSpPr>
          <p:spPr>
            <a:xfrm>
              <a:off x="9201815" y="2376001"/>
              <a:ext cx="446163" cy="487738"/>
            </a:xfrm>
            <a:custGeom>
              <a:avLst/>
              <a:gdLst>
                <a:gd name="connsiteX0" fmla="*/ 405801 w 446163"/>
                <a:gd name="connsiteY0" fmla="*/ 297522 h 487738"/>
                <a:gd name="connsiteX1" fmla="*/ 405801 w 446163"/>
                <a:gd name="connsiteY1" fmla="*/ 195096 h 487738"/>
                <a:gd name="connsiteX2" fmla="*/ 430250 w 446163"/>
                <a:gd name="connsiteY2" fmla="*/ 180464 h 487738"/>
                <a:gd name="connsiteX3" fmla="*/ 444944 w 446163"/>
                <a:gd name="connsiteY3" fmla="*/ 145103 h 487738"/>
                <a:gd name="connsiteX4" fmla="*/ 430250 w 446163"/>
                <a:gd name="connsiteY4" fmla="*/ 109741 h 487738"/>
                <a:gd name="connsiteX5" fmla="*/ 360626 w 446163"/>
                <a:gd name="connsiteY5" fmla="*/ 109741 h 487738"/>
                <a:gd name="connsiteX6" fmla="*/ 271369 w 446163"/>
                <a:gd name="connsiteY6" fmla="*/ 60968 h 487738"/>
                <a:gd name="connsiteX7" fmla="*/ 257957 w 446163"/>
                <a:gd name="connsiteY7" fmla="*/ 14632 h 487738"/>
                <a:gd name="connsiteX8" fmla="*/ 188270 w 446163"/>
                <a:gd name="connsiteY8" fmla="*/ 14632 h 487738"/>
                <a:gd name="connsiteX9" fmla="*/ 174795 w 446163"/>
                <a:gd name="connsiteY9" fmla="*/ 58529 h 487738"/>
                <a:gd name="connsiteX10" fmla="*/ 84382 w 446163"/>
                <a:gd name="connsiteY10" fmla="*/ 110961 h 487738"/>
                <a:gd name="connsiteX11" fmla="*/ 14695 w 446163"/>
                <a:gd name="connsiteY11" fmla="*/ 112181 h 487738"/>
                <a:gd name="connsiteX12" fmla="*/ 0 w 446163"/>
                <a:gd name="connsiteY12" fmla="*/ 146322 h 487738"/>
                <a:gd name="connsiteX13" fmla="*/ 14695 w 446163"/>
                <a:gd name="connsiteY13" fmla="*/ 181683 h 487738"/>
                <a:gd name="connsiteX14" fmla="*/ 36704 w 446163"/>
                <a:gd name="connsiteY14" fmla="*/ 193877 h 487738"/>
                <a:gd name="connsiteX15" fmla="*/ 36704 w 446163"/>
                <a:gd name="connsiteY15" fmla="*/ 296303 h 487738"/>
                <a:gd name="connsiteX16" fmla="*/ 14695 w 446163"/>
                <a:gd name="connsiteY16" fmla="*/ 308496 h 487738"/>
                <a:gd name="connsiteX17" fmla="*/ 0 w 446163"/>
                <a:gd name="connsiteY17" fmla="*/ 345079 h 487738"/>
                <a:gd name="connsiteX18" fmla="*/ 14695 w 446163"/>
                <a:gd name="connsiteY18" fmla="*/ 380436 h 487738"/>
                <a:gd name="connsiteX19" fmla="*/ 48896 w 446163"/>
                <a:gd name="connsiteY19" fmla="*/ 393854 h 487738"/>
                <a:gd name="connsiteX20" fmla="*/ 84382 w 446163"/>
                <a:gd name="connsiteY20" fmla="*/ 379217 h 487738"/>
                <a:gd name="connsiteX21" fmla="*/ 85600 w 446163"/>
                <a:gd name="connsiteY21" fmla="*/ 377998 h 487738"/>
                <a:gd name="connsiteX22" fmla="*/ 174795 w 446163"/>
                <a:gd name="connsiteY22" fmla="*/ 429210 h 487738"/>
                <a:gd name="connsiteX23" fmla="*/ 188270 w 446163"/>
                <a:gd name="connsiteY23" fmla="*/ 473108 h 487738"/>
                <a:gd name="connsiteX24" fmla="*/ 223691 w 446163"/>
                <a:gd name="connsiteY24" fmla="*/ 487738 h 487738"/>
                <a:gd name="connsiteX25" fmla="*/ 259176 w 446163"/>
                <a:gd name="connsiteY25" fmla="*/ 473108 h 487738"/>
                <a:gd name="connsiteX26" fmla="*/ 272587 w 446163"/>
                <a:gd name="connsiteY26" fmla="*/ 427991 h 487738"/>
                <a:gd name="connsiteX27" fmla="*/ 359343 w 446163"/>
                <a:gd name="connsiteY27" fmla="*/ 377998 h 487738"/>
                <a:gd name="connsiteX28" fmla="*/ 360626 w 446163"/>
                <a:gd name="connsiteY28" fmla="*/ 380436 h 487738"/>
                <a:gd name="connsiteX29" fmla="*/ 396047 w 446163"/>
                <a:gd name="connsiteY29" fmla="*/ 395073 h 487738"/>
                <a:gd name="connsiteX30" fmla="*/ 431468 w 446163"/>
                <a:gd name="connsiteY30" fmla="*/ 380436 h 487738"/>
                <a:gd name="connsiteX31" fmla="*/ 446163 w 446163"/>
                <a:gd name="connsiteY31" fmla="*/ 345079 h 487738"/>
                <a:gd name="connsiteX32" fmla="*/ 431468 w 446163"/>
                <a:gd name="connsiteY32" fmla="*/ 309716 h 487738"/>
                <a:gd name="connsiteX33" fmla="*/ 405801 w 446163"/>
                <a:gd name="connsiteY33" fmla="*/ 297522 h 487738"/>
                <a:gd name="connsiteX34" fmla="*/ 261615 w 446163"/>
                <a:gd name="connsiteY34" fmla="*/ 407265 h 487738"/>
                <a:gd name="connsiteX35" fmla="*/ 257957 w 446163"/>
                <a:gd name="connsiteY35" fmla="*/ 403607 h 487738"/>
                <a:gd name="connsiteX36" fmla="*/ 234728 w 446163"/>
                <a:gd name="connsiteY36" fmla="*/ 391415 h 487738"/>
                <a:gd name="connsiteX37" fmla="*/ 234728 w 446163"/>
                <a:gd name="connsiteY37" fmla="*/ 306057 h 487738"/>
                <a:gd name="connsiteX38" fmla="*/ 278683 w 446163"/>
                <a:gd name="connsiteY38" fmla="*/ 290206 h 487738"/>
                <a:gd name="connsiteX39" fmla="*/ 347151 w 446163"/>
                <a:gd name="connsiteY39" fmla="*/ 329223 h 487738"/>
                <a:gd name="connsiteX40" fmla="*/ 347151 w 446163"/>
                <a:gd name="connsiteY40" fmla="*/ 357271 h 487738"/>
                <a:gd name="connsiteX41" fmla="*/ 261615 w 446163"/>
                <a:gd name="connsiteY41" fmla="*/ 407265 h 487738"/>
                <a:gd name="connsiteX42" fmla="*/ 188270 w 446163"/>
                <a:gd name="connsiteY42" fmla="*/ 403607 h 487738"/>
                <a:gd name="connsiteX43" fmla="*/ 183393 w 446163"/>
                <a:gd name="connsiteY43" fmla="*/ 408484 h 487738"/>
                <a:gd name="connsiteX44" fmla="*/ 96574 w 446163"/>
                <a:gd name="connsiteY44" fmla="*/ 358490 h 487738"/>
                <a:gd name="connsiteX45" fmla="*/ 96574 w 446163"/>
                <a:gd name="connsiteY45" fmla="*/ 329223 h 487738"/>
                <a:gd name="connsiteX46" fmla="*/ 165041 w 446163"/>
                <a:gd name="connsiteY46" fmla="*/ 288986 h 487738"/>
                <a:gd name="connsiteX47" fmla="*/ 212718 w 446163"/>
                <a:gd name="connsiteY47" fmla="*/ 304838 h 487738"/>
                <a:gd name="connsiteX48" fmla="*/ 212718 w 446163"/>
                <a:gd name="connsiteY48" fmla="*/ 390190 h 487738"/>
                <a:gd name="connsiteX49" fmla="*/ 188270 w 446163"/>
                <a:gd name="connsiteY49" fmla="*/ 403607 h 487738"/>
                <a:gd name="connsiteX50" fmla="*/ 59933 w 446163"/>
                <a:gd name="connsiteY50" fmla="*/ 195096 h 487738"/>
                <a:gd name="connsiteX51" fmla="*/ 84382 w 446163"/>
                <a:gd name="connsiteY51" fmla="*/ 181683 h 487738"/>
                <a:gd name="connsiteX52" fmla="*/ 86820 w 446163"/>
                <a:gd name="connsiteY52" fmla="*/ 179245 h 487738"/>
                <a:gd name="connsiteX53" fmla="*/ 146689 w 446163"/>
                <a:gd name="connsiteY53" fmla="*/ 213386 h 487738"/>
                <a:gd name="connsiteX54" fmla="*/ 128337 w 446163"/>
                <a:gd name="connsiteY54" fmla="*/ 238993 h 487738"/>
                <a:gd name="connsiteX55" fmla="*/ 124679 w 446163"/>
                <a:gd name="connsiteY55" fmla="*/ 243870 h 487738"/>
                <a:gd name="connsiteX56" fmla="*/ 127117 w 446163"/>
                <a:gd name="connsiteY56" fmla="*/ 248748 h 487738"/>
                <a:gd name="connsiteX57" fmla="*/ 145470 w 446163"/>
                <a:gd name="connsiteY57" fmla="*/ 274354 h 487738"/>
                <a:gd name="connsiteX58" fmla="*/ 84382 w 446163"/>
                <a:gd name="connsiteY58" fmla="*/ 309716 h 487738"/>
                <a:gd name="connsiteX59" fmla="*/ 59933 w 446163"/>
                <a:gd name="connsiteY59" fmla="*/ 296303 h 487738"/>
                <a:gd name="connsiteX60" fmla="*/ 59933 w 446163"/>
                <a:gd name="connsiteY60" fmla="*/ 195096 h 487738"/>
                <a:gd name="connsiteX61" fmla="*/ 184613 w 446163"/>
                <a:gd name="connsiteY61" fmla="*/ 79258 h 487738"/>
                <a:gd name="connsiteX62" fmla="*/ 188270 w 446163"/>
                <a:gd name="connsiteY62" fmla="*/ 84135 h 487738"/>
                <a:gd name="connsiteX63" fmla="*/ 212718 w 446163"/>
                <a:gd name="connsiteY63" fmla="*/ 97548 h 487738"/>
                <a:gd name="connsiteX64" fmla="*/ 212718 w 446163"/>
                <a:gd name="connsiteY64" fmla="*/ 181683 h 487738"/>
                <a:gd name="connsiteX65" fmla="*/ 165041 w 446163"/>
                <a:gd name="connsiteY65" fmla="*/ 197535 h 487738"/>
                <a:gd name="connsiteX66" fmla="*/ 97793 w 446163"/>
                <a:gd name="connsiteY66" fmla="*/ 158516 h 487738"/>
                <a:gd name="connsiteX67" fmla="*/ 96574 w 446163"/>
                <a:gd name="connsiteY67" fmla="*/ 129251 h 487738"/>
                <a:gd name="connsiteX68" fmla="*/ 184613 w 446163"/>
                <a:gd name="connsiteY68" fmla="*/ 79258 h 487738"/>
                <a:gd name="connsiteX69" fmla="*/ 257957 w 446163"/>
                <a:gd name="connsiteY69" fmla="*/ 84135 h 487738"/>
                <a:gd name="connsiteX70" fmla="*/ 260395 w 446163"/>
                <a:gd name="connsiteY70" fmla="*/ 80477 h 487738"/>
                <a:gd name="connsiteX71" fmla="*/ 347151 w 446163"/>
                <a:gd name="connsiteY71" fmla="*/ 130470 h 487738"/>
                <a:gd name="connsiteX72" fmla="*/ 345932 w 446163"/>
                <a:gd name="connsiteY72" fmla="*/ 158516 h 487738"/>
                <a:gd name="connsiteX73" fmla="*/ 281121 w 446163"/>
                <a:gd name="connsiteY73" fmla="*/ 197535 h 487738"/>
                <a:gd name="connsiteX74" fmla="*/ 235947 w 446163"/>
                <a:gd name="connsiteY74" fmla="*/ 181683 h 487738"/>
                <a:gd name="connsiteX75" fmla="*/ 235947 w 446163"/>
                <a:gd name="connsiteY75" fmla="*/ 96329 h 487738"/>
                <a:gd name="connsiteX76" fmla="*/ 257957 w 446163"/>
                <a:gd name="connsiteY76" fmla="*/ 84135 h 487738"/>
                <a:gd name="connsiteX77" fmla="*/ 284844 w 446163"/>
                <a:gd name="connsiteY77" fmla="*/ 258502 h 487738"/>
                <a:gd name="connsiteX78" fmla="*/ 162603 w 446163"/>
                <a:gd name="connsiteY78" fmla="*/ 258502 h 487738"/>
                <a:gd name="connsiteX79" fmla="*/ 150346 w 446163"/>
                <a:gd name="connsiteY79" fmla="*/ 243870 h 487738"/>
                <a:gd name="connsiteX80" fmla="*/ 162603 w 446163"/>
                <a:gd name="connsiteY80" fmla="*/ 229238 h 487738"/>
                <a:gd name="connsiteX81" fmla="*/ 284844 w 446163"/>
                <a:gd name="connsiteY81" fmla="*/ 229238 h 487738"/>
                <a:gd name="connsiteX82" fmla="*/ 297036 w 446163"/>
                <a:gd name="connsiteY82" fmla="*/ 243870 h 487738"/>
                <a:gd name="connsiteX83" fmla="*/ 284844 w 446163"/>
                <a:gd name="connsiteY83" fmla="*/ 258502 h 487738"/>
                <a:gd name="connsiteX84" fmla="*/ 360626 w 446163"/>
                <a:gd name="connsiteY84" fmla="*/ 309716 h 487738"/>
                <a:gd name="connsiteX85" fmla="*/ 360626 w 446163"/>
                <a:gd name="connsiteY85" fmla="*/ 309716 h 487738"/>
                <a:gd name="connsiteX86" fmla="*/ 299474 w 446163"/>
                <a:gd name="connsiteY86" fmla="*/ 275574 h 487738"/>
                <a:gd name="connsiteX87" fmla="*/ 300693 w 446163"/>
                <a:gd name="connsiteY87" fmla="*/ 274354 h 487738"/>
                <a:gd name="connsiteX88" fmla="*/ 319045 w 446163"/>
                <a:gd name="connsiteY88" fmla="*/ 248748 h 487738"/>
                <a:gd name="connsiteX89" fmla="*/ 321484 w 446163"/>
                <a:gd name="connsiteY89" fmla="*/ 243870 h 487738"/>
                <a:gd name="connsiteX90" fmla="*/ 319045 w 446163"/>
                <a:gd name="connsiteY90" fmla="*/ 238993 h 487738"/>
                <a:gd name="connsiteX91" fmla="*/ 300693 w 446163"/>
                <a:gd name="connsiteY91" fmla="*/ 213386 h 487738"/>
                <a:gd name="connsiteX92" fmla="*/ 359343 w 446163"/>
                <a:gd name="connsiteY92" fmla="*/ 179245 h 487738"/>
                <a:gd name="connsiteX93" fmla="*/ 361846 w 446163"/>
                <a:gd name="connsiteY93" fmla="*/ 181683 h 487738"/>
                <a:gd name="connsiteX94" fmla="*/ 385011 w 446163"/>
                <a:gd name="connsiteY94" fmla="*/ 195096 h 487738"/>
                <a:gd name="connsiteX95" fmla="*/ 385011 w 446163"/>
                <a:gd name="connsiteY95" fmla="*/ 297522 h 487738"/>
                <a:gd name="connsiteX96" fmla="*/ 360626 w 446163"/>
                <a:gd name="connsiteY96" fmla="*/ 309716 h 487738"/>
                <a:gd name="connsiteX97" fmla="*/ 376476 w 446163"/>
                <a:gd name="connsiteY97" fmla="*/ 128032 h 487738"/>
                <a:gd name="connsiteX98" fmla="*/ 414399 w 446163"/>
                <a:gd name="connsiteY98" fmla="*/ 128032 h 487738"/>
                <a:gd name="connsiteX99" fmla="*/ 421715 w 446163"/>
                <a:gd name="connsiteY99" fmla="*/ 146322 h 487738"/>
                <a:gd name="connsiteX100" fmla="*/ 414399 w 446163"/>
                <a:gd name="connsiteY100" fmla="*/ 164613 h 487738"/>
                <a:gd name="connsiteX101" fmla="*/ 394828 w 446163"/>
                <a:gd name="connsiteY101" fmla="*/ 171928 h 487738"/>
                <a:gd name="connsiteX102" fmla="*/ 376476 w 446163"/>
                <a:gd name="connsiteY102" fmla="*/ 164613 h 487738"/>
                <a:gd name="connsiteX103" fmla="*/ 372818 w 446163"/>
                <a:gd name="connsiteY103" fmla="*/ 131690 h 487738"/>
                <a:gd name="connsiteX104" fmla="*/ 376476 w 446163"/>
                <a:gd name="connsiteY104" fmla="*/ 128032 h 487738"/>
                <a:gd name="connsiteX105" fmla="*/ 204119 w 446163"/>
                <a:gd name="connsiteY105" fmla="*/ 30484 h 487738"/>
                <a:gd name="connsiteX106" fmla="*/ 242043 w 446163"/>
                <a:gd name="connsiteY106" fmla="*/ 30484 h 487738"/>
                <a:gd name="connsiteX107" fmla="*/ 246920 w 446163"/>
                <a:gd name="connsiteY107" fmla="*/ 60968 h 487738"/>
                <a:gd name="connsiteX108" fmla="*/ 242043 w 446163"/>
                <a:gd name="connsiteY108" fmla="*/ 68284 h 487738"/>
                <a:gd name="connsiteX109" fmla="*/ 204119 w 446163"/>
                <a:gd name="connsiteY109" fmla="*/ 68284 h 487738"/>
                <a:gd name="connsiteX110" fmla="*/ 198024 w 446163"/>
                <a:gd name="connsiteY110" fmla="*/ 59748 h 487738"/>
                <a:gd name="connsiteX111" fmla="*/ 204119 w 446163"/>
                <a:gd name="connsiteY111" fmla="*/ 30484 h 487738"/>
                <a:gd name="connsiteX112" fmla="*/ 23229 w 446163"/>
                <a:gd name="connsiteY112" fmla="*/ 146322 h 487738"/>
                <a:gd name="connsiteX113" fmla="*/ 30608 w 446163"/>
                <a:gd name="connsiteY113" fmla="*/ 128032 h 487738"/>
                <a:gd name="connsiteX114" fmla="*/ 68468 w 446163"/>
                <a:gd name="connsiteY114" fmla="*/ 128032 h 487738"/>
                <a:gd name="connsiteX115" fmla="*/ 72125 w 446163"/>
                <a:gd name="connsiteY115" fmla="*/ 131690 h 487738"/>
                <a:gd name="connsiteX116" fmla="*/ 68468 w 446163"/>
                <a:gd name="connsiteY116" fmla="*/ 165832 h 487738"/>
                <a:gd name="connsiteX117" fmla="*/ 48896 w 446163"/>
                <a:gd name="connsiteY117" fmla="*/ 173148 h 487738"/>
                <a:gd name="connsiteX118" fmla="*/ 30608 w 446163"/>
                <a:gd name="connsiteY118" fmla="*/ 165832 h 487738"/>
                <a:gd name="connsiteX119" fmla="*/ 23229 w 446163"/>
                <a:gd name="connsiteY119" fmla="*/ 146322 h 487738"/>
                <a:gd name="connsiteX120" fmla="*/ 30608 w 446163"/>
                <a:gd name="connsiteY120" fmla="*/ 363367 h 487738"/>
                <a:gd name="connsiteX121" fmla="*/ 23229 w 446163"/>
                <a:gd name="connsiteY121" fmla="*/ 345079 h 487738"/>
                <a:gd name="connsiteX122" fmla="*/ 30608 w 446163"/>
                <a:gd name="connsiteY122" fmla="*/ 326785 h 487738"/>
                <a:gd name="connsiteX123" fmla="*/ 48896 w 446163"/>
                <a:gd name="connsiteY123" fmla="*/ 319470 h 487738"/>
                <a:gd name="connsiteX124" fmla="*/ 68468 w 446163"/>
                <a:gd name="connsiteY124" fmla="*/ 326785 h 487738"/>
                <a:gd name="connsiteX125" fmla="*/ 72125 w 446163"/>
                <a:gd name="connsiteY125" fmla="*/ 358490 h 487738"/>
                <a:gd name="connsiteX126" fmla="*/ 68468 w 446163"/>
                <a:gd name="connsiteY126" fmla="*/ 364586 h 487738"/>
                <a:gd name="connsiteX127" fmla="*/ 30608 w 446163"/>
                <a:gd name="connsiteY127" fmla="*/ 363367 h 487738"/>
                <a:gd name="connsiteX128" fmla="*/ 242043 w 446163"/>
                <a:gd name="connsiteY128" fmla="*/ 457258 h 487738"/>
                <a:gd name="connsiteX129" fmla="*/ 204119 w 446163"/>
                <a:gd name="connsiteY129" fmla="*/ 457258 h 487738"/>
                <a:gd name="connsiteX130" fmla="*/ 198024 w 446163"/>
                <a:gd name="connsiteY130" fmla="*/ 427991 h 487738"/>
                <a:gd name="connsiteX131" fmla="*/ 204119 w 446163"/>
                <a:gd name="connsiteY131" fmla="*/ 419457 h 487738"/>
                <a:gd name="connsiteX132" fmla="*/ 242043 w 446163"/>
                <a:gd name="connsiteY132" fmla="*/ 419457 h 487738"/>
                <a:gd name="connsiteX133" fmla="*/ 246920 w 446163"/>
                <a:gd name="connsiteY133" fmla="*/ 426772 h 487738"/>
                <a:gd name="connsiteX134" fmla="*/ 242043 w 446163"/>
                <a:gd name="connsiteY134" fmla="*/ 457258 h 487738"/>
                <a:gd name="connsiteX135" fmla="*/ 414399 w 446163"/>
                <a:gd name="connsiteY135" fmla="*/ 363367 h 487738"/>
                <a:gd name="connsiteX136" fmla="*/ 376476 w 446163"/>
                <a:gd name="connsiteY136" fmla="*/ 363367 h 487738"/>
                <a:gd name="connsiteX137" fmla="*/ 371600 w 446163"/>
                <a:gd name="connsiteY137" fmla="*/ 357271 h 487738"/>
                <a:gd name="connsiteX138" fmla="*/ 376476 w 446163"/>
                <a:gd name="connsiteY138" fmla="*/ 325566 h 487738"/>
                <a:gd name="connsiteX139" fmla="*/ 394828 w 446163"/>
                <a:gd name="connsiteY139" fmla="*/ 318250 h 487738"/>
                <a:gd name="connsiteX140" fmla="*/ 414399 w 446163"/>
                <a:gd name="connsiteY140" fmla="*/ 325566 h 487738"/>
                <a:gd name="connsiteX141" fmla="*/ 421715 w 446163"/>
                <a:gd name="connsiteY141" fmla="*/ 343860 h 487738"/>
                <a:gd name="connsiteX142" fmla="*/ 414399 w 446163"/>
                <a:gd name="connsiteY142" fmla="*/ 363367 h 487738"/>
                <a:gd name="connsiteX143" fmla="*/ 253016 w 446163"/>
                <a:gd name="connsiteY143" fmla="*/ 243870 h 487738"/>
                <a:gd name="connsiteX144" fmla="*/ 224911 w 446163"/>
                <a:gd name="connsiteY144" fmla="*/ 271916 h 487738"/>
                <a:gd name="connsiteX145" fmla="*/ 196805 w 446163"/>
                <a:gd name="connsiteY145" fmla="*/ 243870 h 487738"/>
                <a:gd name="connsiteX146" fmla="*/ 224911 w 446163"/>
                <a:gd name="connsiteY146" fmla="*/ 215825 h 487738"/>
                <a:gd name="connsiteX147" fmla="*/ 253016 w 446163"/>
                <a:gd name="connsiteY147" fmla="*/ 243870 h 487738"/>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 ang="0">
                  <a:pos x="connsiteX39" y="connsiteY39"/>
                </a:cxn>
                <a:cxn ang="0">
                  <a:pos x="connsiteX40" y="connsiteY40"/>
                </a:cxn>
                <a:cxn ang="0">
                  <a:pos x="connsiteX41" y="connsiteY41"/>
                </a:cxn>
                <a:cxn ang="0">
                  <a:pos x="connsiteX42" y="connsiteY42"/>
                </a:cxn>
                <a:cxn ang="0">
                  <a:pos x="connsiteX43" y="connsiteY43"/>
                </a:cxn>
                <a:cxn ang="0">
                  <a:pos x="connsiteX44" y="connsiteY44"/>
                </a:cxn>
                <a:cxn ang="0">
                  <a:pos x="connsiteX45" y="connsiteY45"/>
                </a:cxn>
                <a:cxn ang="0">
                  <a:pos x="connsiteX46" y="connsiteY46"/>
                </a:cxn>
                <a:cxn ang="0">
                  <a:pos x="connsiteX47" y="connsiteY47"/>
                </a:cxn>
                <a:cxn ang="0">
                  <a:pos x="connsiteX48" y="connsiteY48"/>
                </a:cxn>
                <a:cxn ang="0">
                  <a:pos x="connsiteX49" y="connsiteY49"/>
                </a:cxn>
                <a:cxn ang="0">
                  <a:pos x="connsiteX50" y="connsiteY50"/>
                </a:cxn>
                <a:cxn ang="0">
                  <a:pos x="connsiteX51" y="connsiteY51"/>
                </a:cxn>
                <a:cxn ang="0">
                  <a:pos x="connsiteX52" y="connsiteY52"/>
                </a:cxn>
                <a:cxn ang="0">
                  <a:pos x="connsiteX53" y="connsiteY53"/>
                </a:cxn>
                <a:cxn ang="0">
                  <a:pos x="connsiteX54" y="connsiteY54"/>
                </a:cxn>
                <a:cxn ang="0">
                  <a:pos x="connsiteX55" y="connsiteY55"/>
                </a:cxn>
                <a:cxn ang="0">
                  <a:pos x="connsiteX56" y="connsiteY56"/>
                </a:cxn>
                <a:cxn ang="0">
                  <a:pos x="connsiteX57" y="connsiteY57"/>
                </a:cxn>
                <a:cxn ang="0">
                  <a:pos x="connsiteX58" y="connsiteY58"/>
                </a:cxn>
                <a:cxn ang="0">
                  <a:pos x="connsiteX59" y="connsiteY59"/>
                </a:cxn>
                <a:cxn ang="0">
                  <a:pos x="connsiteX60" y="connsiteY60"/>
                </a:cxn>
                <a:cxn ang="0">
                  <a:pos x="connsiteX61" y="connsiteY61"/>
                </a:cxn>
                <a:cxn ang="0">
                  <a:pos x="connsiteX62" y="connsiteY62"/>
                </a:cxn>
                <a:cxn ang="0">
                  <a:pos x="connsiteX63" y="connsiteY63"/>
                </a:cxn>
                <a:cxn ang="0">
                  <a:pos x="connsiteX64" y="connsiteY64"/>
                </a:cxn>
                <a:cxn ang="0">
                  <a:pos x="connsiteX65" y="connsiteY65"/>
                </a:cxn>
                <a:cxn ang="0">
                  <a:pos x="connsiteX66" y="connsiteY66"/>
                </a:cxn>
                <a:cxn ang="0">
                  <a:pos x="connsiteX67" y="connsiteY67"/>
                </a:cxn>
                <a:cxn ang="0">
                  <a:pos x="connsiteX68" y="connsiteY68"/>
                </a:cxn>
                <a:cxn ang="0">
                  <a:pos x="connsiteX69" y="connsiteY69"/>
                </a:cxn>
                <a:cxn ang="0">
                  <a:pos x="connsiteX70" y="connsiteY70"/>
                </a:cxn>
                <a:cxn ang="0">
                  <a:pos x="connsiteX71" y="connsiteY71"/>
                </a:cxn>
                <a:cxn ang="0">
                  <a:pos x="connsiteX72" y="connsiteY72"/>
                </a:cxn>
                <a:cxn ang="0">
                  <a:pos x="connsiteX73" y="connsiteY73"/>
                </a:cxn>
                <a:cxn ang="0">
                  <a:pos x="connsiteX74" y="connsiteY74"/>
                </a:cxn>
                <a:cxn ang="0">
                  <a:pos x="connsiteX75" y="connsiteY75"/>
                </a:cxn>
                <a:cxn ang="0">
                  <a:pos x="connsiteX76" y="connsiteY76"/>
                </a:cxn>
                <a:cxn ang="0">
                  <a:pos x="connsiteX77" y="connsiteY77"/>
                </a:cxn>
                <a:cxn ang="0">
                  <a:pos x="connsiteX78" y="connsiteY78"/>
                </a:cxn>
                <a:cxn ang="0">
                  <a:pos x="connsiteX79" y="connsiteY79"/>
                </a:cxn>
                <a:cxn ang="0">
                  <a:pos x="connsiteX80" y="connsiteY80"/>
                </a:cxn>
                <a:cxn ang="0">
                  <a:pos x="connsiteX81" y="connsiteY81"/>
                </a:cxn>
                <a:cxn ang="0">
                  <a:pos x="connsiteX82" y="connsiteY82"/>
                </a:cxn>
                <a:cxn ang="0">
                  <a:pos x="connsiteX83" y="connsiteY83"/>
                </a:cxn>
                <a:cxn ang="0">
                  <a:pos x="connsiteX84" y="connsiteY84"/>
                </a:cxn>
                <a:cxn ang="0">
                  <a:pos x="connsiteX85" y="connsiteY85"/>
                </a:cxn>
                <a:cxn ang="0">
                  <a:pos x="connsiteX86" y="connsiteY86"/>
                </a:cxn>
                <a:cxn ang="0">
                  <a:pos x="connsiteX87" y="connsiteY87"/>
                </a:cxn>
                <a:cxn ang="0">
                  <a:pos x="connsiteX88" y="connsiteY88"/>
                </a:cxn>
                <a:cxn ang="0">
                  <a:pos x="connsiteX89" y="connsiteY89"/>
                </a:cxn>
                <a:cxn ang="0">
                  <a:pos x="connsiteX90" y="connsiteY90"/>
                </a:cxn>
                <a:cxn ang="0">
                  <a:pos x="connsiteX91" y="connsiteY91"/>
                </a:cxn>
                <a:cxn ang="0">
                  <a:pos x="connsiteX92" y="connsiteY92"/>
                </a:cxn>
                <a:cxn ang="0">
                  <a:pos x="connsiteX93" y="connsiteY93"/>
                </a:cxn>
                <a:cxn ang="0">
                  <a:pos x="connsiteX94" y="connsiteY94"/>
                </a:cxn>
                <a:cxn ang="0">
                  <a:pos x="connsiteX95" y="connsiteY95"/>
                </a:cxn>
                <a:cxn ang="0">
                  <a:pos x="connsiteX96" y="connsiteY96"/>
                </a:cxn>
                <a:cxn ang="0">
                  <a:pos x="connsiteX97" y="connsiteY97"/>
                </a:cxn>
                <a:cxn ang="0">
                  <a:pos x="connsiteX98" y="connsiteY98"/>
                </a:cxn>
                <a:cxn ang="0">
                  <a:pos x="connsiteX99" y="connsiteY99"/>
                </a:cxn>
                <a:cxn ang="0">
                  <a:pos x="connsiteX100" y="connsiteY100"/>
                </a:cxn>
                <a:cxn ang="0">
                  <a:pos x="connsiteX101" y="connsiteY101"/>
                </a:cxn>
                <a:cxn ang="0">
                  <a:pos x="connsiteX102" y="connsiteY102"/>
                </a:cxn>
                <a:cxn ang="0">
                  <a:pos x="connsiteX103" y="connsiteY103"/>
                </a:cxn>
                <a:cxn ang="0">
                  <a:pos x="connsiteX104" y="connsiteY104"/>
                </a:cxn>
                <a:cxn ang="0">
                  <a:pos x="connsiteX105" y="connsiteY105"/>
                </a:cxn>
                <a:cxn ang="0">
                  <a:pos x="connsiteX106" y="connsiteY106"/>
                </a:cxn>
                <a:cxn ang="0">
                  <a:pos x="connsiteX107" y="connsiteY107"/>
                </a:cxn>
                <a:cxn ang="0">
                  <a:pos x="connsiteX108" y="connsiteY108"/>
                </a:cxn>
                <a:cxn ang="0">
                  <a:pos x="connsiteX109" y="connsiteY109"/>
                </a:cxn>
                <a:cxn ang="0">
                  <a:pos x="connsiteX110" y="connsiteY110"/>
                </a:cxn>
                <a:cxn ang="0">
                  <a:pos x="connsiteX111" y="connsiteY111"/>
                </a:cxn>
                <a:cxn ang="0">
                  <a:pos x="connsiteX112" y="connsiteY112"/>
                </a:cxn>
                <a:cxn ang="0">
                  <a:pos x="connsiteX113" y="connsiteY113"/>
                </a:cxn>
                <a:cxn ang="0">
                  <a:pos x="connsiteX114" y="connsiteY114"/>
                </a:cxn>
                <a:cxn ang="0">
                  <a:pos x="connsiteX115" y="connsiteY115"/>
                </a:cxn>
                <a:cxn ang="0">
                  <a:pos x="connsiteX116" y="connsiteY116"/>
                </a:cxn>
                <a:cxn ang="0">
                  <a:pos x="connsiteX117" y="connsiteY117"/>
                </a:cxn>
                <a:cxn ang="0">
                  <a:pos x="connsiteX118" y="connsiteY118"/>
                </a:cxn>
                <a:cxn ang="0">
                  <a:pos x="connsiteX119" y="connsiteY119"/>
                </a:cxn>
                <a:cxn ang="0">
                  <a:pos x="connsiteX120" y="connsiteY120"/>
                </a:cxn>
                <a:cxn ang="0">
                  <a:pos x="connsiteX121" y="connsiteY121"/>
                </a:cxn>
                <a:cxn ang="0">
                  <a:pos x="connsiteX122" y="connsiteY122"/>
                </a:cxn>
                <a:cxn ang="0">
                  <a:pos x="connsiteX123" y="connsiteY123"/>
                </a:cxn>
                <a:cxn ang="0">
                  <a:pos x="connsiteX124" y="connsiteY124"/>
                </a:cxn>
                <a:cxn ang="0">
                  <a:pos x="connsiteX125" y="connsiteY125"/>
                </a:cxn>
                <a:cxn ang="0">
                  <a:pos x="connsiteX126" y="connsiteY126"/>
                </a:cxn>
                <a:cxn ang="0">
                  <a:pos x="connsiteX127" y="connsiteY127"/>
                </a:cxn>
                <a:cxn ang="0">
                  <a:pos x="connsiteX128" y="connsiteY128"/>
                </a:cxn>
                <a:cxn ang="0">
                  <a:pos x="connsiteX129" y="connsiteY129"/>
                </a:cxn>
                <a:cxn ang="0">
                  <a:pos x="connsiteX130" y="connsiteY130"/>
                </a:cxn>
                <a:cxn ang="0">
                  <a:pos x="connsiteX131" y="connsiteY131"/>
                </a:cxn>
                <a:cxn ang="0">
                  <a:pos x="connsiteX132" y="connsiteY132"/>
                </a:cxn>
                <a:cxn ang="0">
                  <a:pos x="connsiteX133" y="connsiteY133"/>
                </a:cxn>
                <a:cxn ang="0">
                  <a:pos x="connsiteX134" y="connsiteY134"/>
                </a:cxn>
                <a:cxn ang="0">
                  <a:pos x="connsiteX135" y="connsiteY135"/>
                </a:cxn>
                <a:cxn ang="0">
                  <a:pos x="connsiteX136" y="connsiteY136"/>
                </a:cxn>
                <a:cxn ang="0">
                  <a:pos x="connsiteX137" y="connsiteY137"/>
                </a:cxn>
                <a:cxn ang="0">
                  <a:pos x="connsiteX138" y="connsiteY138"/>
                </a:cxn>
                <a:cxn ang="0">
                  <a:pos x="connsiteX139" y="connsiteY139"/>
                </a:cxn>
                <a:cxn ang="0">
                  <a:pos x="connsiteX140" y="connsiteY140"/>
                </a:cxn>
                <a:cxn ang="0">
                  <a:pos x="connsiteX141" y="connsiteY141"/>
                </a:cxn>
                <a:cxn ang="0">
                  <a:pos x="connsiteX142" y="connsiteY142"/>
                </a:cxn>
                <a:cxn ang="0">
                  <a:pos x="connsiteX143" y="connsiteY143"/>
                </a:cxn>
                <a:cxn ang="0">
                  <a:pos x="connsiteX144" y="connsiteY144"/>
                </a:cxn>
                <a:cxn ang="0">
                  <a:pos x="connsiteX145" y="connsiteY145"/>
                </a:cxn>
                <a:cxn ang="0">
                  <a:pos x="connsiteX146" y="connsiteY146"/>
                </a:cxn>
                <a:cxn ang="0">
                  <a:pos x="connsiteX147" y="connsiteY147"/>
                </a:cxn>
              </a:cxnLst>
              <a:rect l="l" t="t" r="r" b="b"/>
              <a:pathLst>
                <a:path w="446163" h="487738">
                  <a:moveTo>
                    <a:pt x="405801" y="297522"/>
                  </a:moveTo>
                  <a:lnTo>
                    <a:pt x="405801" y="195096"/>
                  </a:lnTo>
                  <a:cubicBezTo>
                    <a:pt x="415619" y="192657"/>
                    <a:pt x="424153" y="187780"/>
                    <a:pt x="430250" y="180464"/>
                  </a:cubicBezTo>
                  <a:cubicBezTo>
                    <a:pt x="440067" y="170709"/>
                    <a:pt x="444944" y="158516"/>
                    <a:pt x="444944" y="145103"/>
                  </a:cubicBezTo>
                  <a:cubicBezTo>
                    <a:pt x="444944" y="131690"/>
                    <a:pt x="440067" y="119496"/>
                    <a:pt x="430250" y="109741"/>
                  </a:cubicBezTo>
                  <a:cubicBezTo>
                    <a:pt x="410678" y="90232"/>
                    <a:pt x="380134" y="90232"/>
                    <a:pt x="360626" y="109741"/>
                  </a:cubicBezTo>
                  <a:lnTo>
                    <a:pt x="271369" y="60968"/>
                  </a:lnTo>
                  <a:cubicBezTo>
                    <a:pt x="275026" y="45116"/>
                    <a:pt x="270149" y="26826"/>
                    <a:pt x="257957" y="14632"/>
                  </a:cubicBezTo>
                  <a:cubicBezTo>
                    <a:pt x="238386" y="-4877"/>
                    <a:pt x="207842" y="-4877"/>
                    <a:pt x="188270" y="14632"/>
                  </a:cubicBezTo>
                  <a:cubicBezTo>
                    <a:pt x="176014" y="26826"/>
                    <a:pt x="171137" y="42677"/>
                    <a:pt x="174795" y="58529"/>
                  </a:cubicBezTo>
                  <a:lnTo>
                    <a:pt x="84382" y="110961"/>
                  </a:lnTo>
                  <a:cubicBezTo>
                    <a:pt x="64810" y="92671"/>
                    <a:pt x="34266" y="92671"/>
                    <a:pt x="14695" y="112181"/>
                  </a:cubicBezTo>
                  <a:cubicBezTo>
                    <a:pt x="4941" y="120716"/>
                    <a:pt x="0" y="132910"/>
                    <a:pt x="0" y="146322"/>
                  </a:cubicBezTo>
                  <a:cubicBezTo>
                    <a:pt x="0" y="159735"/>
                    <a:pt x="4941" y="171928"/>
                    <a:pt x="14695" y="181683"/>
                  </a:cubicBezTo>
                  <a:cubicBezTo>
                    <a:pt x="20791" y="187780"/>
                    <a:pt x="28170" y="192657"/>
                    <a:pt x="36704" y="193877"/>
                  </a:cubicBezTo>
                  <a:lnTo>
                    <a:pt x="36704" y="296303"/>
                  </a:lnTo>
                  <a:cubicBezTo>
                    <a:pt x="28170" y="298741"/>
                    <a:pt x="20791" y="302400"/>
                    <a:pt x="14695" y="308496"/>
                  </a:cubicBezTo>
                  <a:cubicBezTo>
                    <a:pt x="4941" y="319470"/>
                    <a:pt x="0" y="331662"/>
                    <a:pt x="0" y="345079"/>
                  </a:cubicBezTo>
                  <a:cubicBezTo>
                    <a:pt x="0" y="358490"/>
                    <a:pt x="4941" y="370682"/>
                    <a:pt x="14695" y="380436"/>
                  </a:cubicBezTo>
                  <a:cubicBezTo>
                    <a:pt x="24448" y="388970"/>
                    <a:pt x="36704" y="393854"/>
                    <a:pt x="48896" y="393854"/>
                  </a:cubicBezTo>
                  <a:cubicBezTo>
                    <a:pt x="61153" y="393854"/>
                    <a:pt x="74564" y="388970"/>
                    <a:pt x="84382" y="379217"/>
                  </a:cubicBezTo>
                  <a:lnTo>
                    <a:pt x="85600" y="377998"/>
                  </a:lnTo>
                  <a:lnTo>
                    <a:pt x="174795" y="429210"/>
                  </a:lnTo>
                  <a:cubicBezTo>
                    <a:pt x="172356" y="445066"/>
                    <a:pt x="177233" y="460916"/>
                    <a:pt x="188270" y="473108"/>
                  </a:cubicBezTo>
                  <a:cubicBezTo>
                    <a:pt x="198024" y="482862"/>
                    <a:pt x="210280" y="487738"/>
                    <a:pt x="223691" y="487738"/>
                  </a:cubicBezTo>
                  <a:cubicBezTo>
                    <a:pt x="235947" y="487738"/>
                    <a:pt x="249358" y="482862"/>
                    <a:pt x="259176" y="473108"/>
                  </a:cubicBezTo>
                  <a:cubicBezTo>
                    <a:pt x="271369" y="460916"/>
                    <a:pt x="276245" y="443847"/>
                    <a:pt x="272587" y="427991"/>
                  </a:cubicBezTo>
                  <a:lnTo>
                    <a:pt x="359343" y="377998"/>
                  </a:lnTo>
                  <a:cubicBezTo>
                    <a:pt x="359343" y="379217"/>
                    <a:pt x="360626" y="379217"/>
                    <a:pt x="360626" y="380436"/>
                  </a:cubicBezTo>
                  <a:cubicBezTo>
                    <a:pt x="370380" y="390190"/>
                    <a:pt x="382572" y="395073"/>
                    <a:pt x="396047" y="395073"/>
                  </a:cubicBezTo>
                  <a:cubicBezTo>
                    <a:pt x="408239" y="395073"/>
                    <a:pt x="421715" y="390190"/>
                    <a:pt x="431468" y="380436"/>
                  </a:cubicBezTo>
                  <a:cubicBezTo>
                    <a:pt x="441286" y="370682"/>
                    <a:pt x="446163" y="358490"/>
                    <a:pt x="446163" y="345079"/>
                  </a:cubicBezTo>
                  <a:cubicBezTo>
                    <a:pt x="446163" y="331662"/>
                    <a:pt x="441286" y="319470"/>
                    <a:pt x="431468" y="309716"/>
                  </a:cubicBezTo>
                  <a:cubicBezTo>
                    <a:pt x="422934" y="302400"/>
                    <a:pt x="414399" y="299960"/>
                    <a:pt x="405801" y="297522"/>
                  </a:cubicBezTo>
                  <a:close/>
                  <a:moveTo>
                    <a:pt x="261615" y="407265"/>
                  </a:moveTo>
                  <a:cubicBezTo>
                    <a:pt x="260395" y="406046"/>
                    <a:pt x="259176" y="404826"/>
                    <a:pt x="257957" y="403607"/>
                  </a:cubicBezTo>
                  <a:cubicBezTo>
                    <a:pt x="251797" y="397511"/>
                    <a:pt x="243263" y="392634"/>
                    <a:pt x="234728" y="391415"/>
                  </a:cubicBezTo>
                  <a:lnTo>
                    <a:pt x="234728" y="306057"/>
                  </a:lnTo>
                  <a:cubicBezTo>
                    <a:pt x="250578" y="304838"/>
                    <a:pt x="265272" y="298741"/>
                    <a:pt x="278683" y="290206"/>
                  </a:cubicBezTo>
                  <a:lnTo>
                    <a:pt x="347151" y="329223"/>
                  </a:lnTo>
                  <a:cubicBezTo>
                    <a:pt x="344713" y="337758"/>
                    <a:pt x="343494" y="347518"/>
                    <a:pt x="347151" y="357271"/>
                  </a:cubicBezTo>
                  <a:lnTo>
                    <a:pt x="261615" y="407265"/>
                  </a:lnTo>
                  <a:close/>
                  <a:moveTo>
                    <a:pt x="188270" y="403607"/>
                  </a:moveTo>
                  <a:cubicBezTo>
                    <a:pt x="187051" y="404826"/>
                    <a:pt x="184613" y="407265"/>
                    <a:pt x="183393" y="408484"/>
                  </a:cubicBezTo>
                  <a:lnTo>
                    <a:pt x="96574" y="358490"/>
                  </a:lnTo>
                  <a:cubicBezTo>
                    <a:pt x="99011" y="348737"/>
                    <a:pt x="99011" y="338977"/>
                    <a:pt x="96574" y="329223"/>
                  </a:cubicBezTo>
                  <a:lnTo>
                    <a:pt x="165041" y="288986"/>
                  </a:lnTo>
                  <a:cubicBezTo>
                    <a:pt x="179672" y="297522"/>
                    <a:pt x="195585" y="303619"/>
                    <a:pt x="212718" y="304838"/>
                  </a:cubicBezTo>
                  <a:lnTo>
                    <a:pt x="212718" y="390190"/>
                  </a:lnTo>
                  <a:cubicBezTo>
                    <a:pt x="204119" y="392634"/>
                    <a:pt x="195585" y="396292"/>
                    <a:pt x="188270" y="403607"/>
                  </a:cubicBezTo>
                  <a:close/>
                  <a:moveTo>
                    <a:pt x="59933" y="195096"/>
                  </a:moveTo>
                  <a:cubicBezTo>
                    <a:pt x="69687" y="192657"/>
                    <a:pt x="78285" y="189000"/>
                    <a:pt x="84382" y="181683"/>
                  </a:cubicBezTo>
                  <a:cubicBezTo>
                    <a:pt x="85600" y="180464"/>
                    <a:pt x="85600" y="180464"/>
                    <a:pt x="86820" y="179245"/>
                  </a:cubicBezTo>
                  <a:lnTo>
                    <a:pt x="146689" y="213386"/>
                  </a:lnTo>
                  <a:cubicBezTo>
                    <a:pt x="139374" y="220703"/>
                    <a:pt x="133278" y="229238"/>
                    <a:pt x="128337" y="238993"/>
                  </a:cubicBezTo>
                  <a:lnTo>
                    <a:pt x="124679" y="243870"/>
                  </a:lnTo>
                  <a:lnTo>
                    <a:pt x="127117" y="248748"/>
                  </a:lnTo>
                  <a:cubicBezTo>
                    <a:pt x="132058" y="258502"/>
                    <a:pt x="138155" y="267038"/>
                    <a:pt x="145470" y="274354"/>
                  </a:cubicBezTo>
                  <a:lnTo>
                    <a:pt x="84382" y="309716"/>
                  </a:lnTo>
                  <a:cubicBezTo>
                    <a:pt x="77002" y="302400"/>
                    <a:pt x="68468" y="298741"/>
                    <a:pt x="59933" y="296303"/>
                  </a:cubicBezTo>
                  <a:lnTo>
                    <a:pt x="59933" y="195096"/>
                  </a:lnTo>
                  <a:close/>
                  <a:moveTo>
                    <a:pt x="184613" y="79258"/>
                  </a:moveTo>
                  <a:cubicBezTo>
                    <a:pt x="185832" y="80477"/>
                    <a:pt x="187051" y="82916"/>
                    <a:pt x="188270" y="84135"/>
                  </a:cubicBezTo>
                  <a:cubicBezTo>
                    <a:pt x="195585" y="91452"/>
                    <a:pt x="204119" y="95109"/>
                    <a:pt x="212718" y="97548"/>
                  </a:cubicBezTo>
                  <a:lnTo>
                    <a:pt x="212718" y="181683"/>
                  </a:lnTo>
                  <a:cubicBezTo>
                    <a:pt x="195585" y="182903"/>
                    <a:pt x="179672" y="189000"/>
                    <a:pt x="165041" y="197535"/>
                  </a:cubicBezTo>
                  <a:lnTo>
                    <a:pt x="97793" y="158516"/>
                  </a:lnTo>
                  <a:cubicBezTo>
                    <a:pt x="100231" y="148761"/>
                    <a:pt x="100231" y="139006"/>
                    <a:pt x="96574" y="129251"/>
                  </a:cubicBezTo>
                  <a:lnTo>
                    <a:pt x="184613" y="79258"/>
                  </a:lnTo>
                  <a:close/>
                  <a:moveTo>
                    <a:pt x="257957" y="84135"/>
                  </a:moveTo>
                  <a:cubicBezTo>
                    <a:pt x="259176" y="82916"/>
                    <a:pt x="260395" y="81697"/>
                    <a:pt x="260395" y="80477"/>
                  </a:cubicBezTo>
                  <a:lnTo>
                    <a:pt x="347151" y="130470"/>
                  </a:lnTo>
                  <a:cubicBezTo>
                    <a:pt x="343494" y="140225"/>
                    <a:pt x="343494" y="149980"/>
                    <a:pt x="345932" y="158516"/>
                  </a:cubicBezTo>
                  <a:lnTo>
                    <a:pt x="281121" y="197535"/>
                  </a:lnTo>
                  <a:cubicBezTo>
                    <a:pt x="267710" y="189000"/>
                    <a:pt x="251797" y="182903"/>
                    <a:pt x="235947" y="181683"/>
                  </a:cubicBezTo>
                  <a:lnTo>
                    <a:pt x="235947" y="96329"/>
                  </a:lnTo>
                  <a:cubicBezTo>
                    <a:pt x="243263" y="95109"/>
                    <a:pt x="251797" y="90232"/>
                    <a:pt x="257957" y="84135"/>
                  </a:cubicBezTo>
                  <a:close/>
                  <a:moveTo>
                    <a:pt x="284844" y="258502"/>
                  </a:moveTo>
                  <a:cubicBezTo>
                    <a:pt x="250578" y="292645"/>
                    <a:pt x="196805" y="292645"/>
                    <a:pt x="162603" y="258502"/>
                  </a:cubicBezTo>
                  <a:cubicBezTo>
                    <a:pt x="157726" y="253625"/>
                    <a:pt x="154004" y="248748"/>
                    <a:pt x="150346" y="243870"/>
                  </a:cubicBezTo>
                  <a:cubicBezTo>
                    <a:pt x="154004" y="238993"/>
                    <a:pt x="157726" y="234115"/>
                    <a:pt x="162603" y="229238"/>
                  </a:cubicBezTo>
                  <a:cubicBezTo>
                    <a:pt x="196805" y="195096"/>
                    <a:pt x="250578" y="195096"/>
                    <a:pt x="284844" y="229238"/>
                  </a:cubicBezTo>
                  <a:cubicBezTo>
                    <a:pt x="289721" y="234115"/>
                    <a:pt x="293378" y="238993"/>
                    <a:pt x="297036" y="243870"/>
                  </a:cubicBezTo>
                  <a:cubicBezTo>
                    <a:pt x="292159" y="248748"/>
                    <a:pt x="288501" y="253625"/>
                    <a:pt x="284844" y="258502"/>
                  </a:cubicBezTo>
                  <a:close/>
                  <a:moveTo>
                    <a:pt x="360626" y="309716"/>
                  </a:moveTo>
                  <a:cubicBezTo>
                    <a:pt x="360626" y="309716"/>
                    <a:pt x="359343" y="309716"/>
                    <a:pt x="360626" y="309716"/>
                  </a:cubicBezTo>
                  <a:lnTo>
                    <a:pt x="299474" y="275574"/>
                  </a:lnTo>
                  <a:cubicBezTo>
                    <a:pt x="299474" y="275574"/>
                    <a:pt x="300693" y="275573"/>
                    <a:pt x="300693" y="274354"/>
                  </a:cubicBezTo>
                  <a:cubicBezTo>
                    <a:pt x="308008" y="267038"/>
                    <a:pt x="314168" y="258502"/>
                    <a:pt x="319045" y="248748"/>
                  </a:cubicBezTo>
                  <a:lnTo>
                    <a:pt x="321484" y="243870"/>
                  </a:lnTo>
                  <a:lnTo>
                    <a:pt x="319045" y="238993"/>
                  </a:lnTo>
                  <a:cubicBezTo>
                    <a:pt x="314168" y="229238"/>
                    <a:pt x="308008" y="220703"/>
                    <a:pt x="300693" y="213386"/>
                  </a:cubicBezTo>
                  <a:lnTo>
                    <a:pt x="359343" y="179245"/>
                  </a:lnTo>
                  <a:cubicBezTo>
                    <a:pt x="360626" y="180464"/>
                    <a:pt x="360626" y="180464"/>
                    <a:pt x="361846" y="181683"/>
                  </a:cubicBezTo>
                  <a:cubicBezTo>
                    <a:pt x="367942" y="187780"/>
                    <a:pt x="376476" y="192657"/>
                    <a:pt x="385011" y="195096"/>
                  </a:cubicBezTo>
                  <a:lnTo>
                    <a:pt x="385011" y="297522"/>
                  </a:lnTo>
                  <a:cubicBezTo>
                    <a:pt x="374038" y="298741"/>
                    <a:pt x="366723" y="303619"/>
                    <a:pt x="360626" y="309716"/>
                  </a:cubicBezTo>
                  <a:close/>
                  <a:moveTo>
                    <a:pt x="376476" y="128032"/>
                  </a:moveTo>
                  <a:cubicBezTo>
                    <a:pt x="387513" y="117058"/>
                    <a:pt x="403363" y="117058"/>
                    <a:pt x="414399" y="128032"/>
                  </a:cubicBezTo>
                  <a:cubicBezTo>
                    <a:pt x="419276" y="132910"/>
                    <a:pt x="421715" y="140225"/>
                    <a:pt x="421715" y="146322"/>
                  </a:cubicBezTo>
                  <a:cubicBezTo>
                    <a:pt x="421715" y="153638"/>
                    <a:pt x="419276" y="159735"/>
                    <a:pt x="414399" y="164613"/>
                  </a:cubicBezTo>
                  <a:cubicBezTo>
                    <a:pt x="409458" y="169490"/>
                    <a:pt x="402144" y="173148"/>
                    <a:pt x="394828" y="171928"/>
                  </a:cubicBezTo>
                  <a:cubicBezTo>
                    <a:pt x="387513" y="171928"/>
                    <a:pt x="381353" y="169490"/>
                    <a:pt x="376476" y="164613"/>
                  </a:cubicBezTo>
                  <a:cubicBezTo>
                    <a:pt x="367942" y="156077"/>
                    <a:pt x="365503" y="142664"/>
                    <a:pt x="372818" y="131690"/>
                  </a:cubicBezTo>
                  <a:cubicBezTo>
                    <a:pt x="374038" y="130470"/>
                    <a:pt x="375257" y="129251"/>
                    <a:pt x="376476" y="128032"/>
                  </a:cubicBezTo>
                  <a:close/>
                  <a:moveTo>
                    <a:pt x="204119" y="30484"/>
                  </a:moveTo>
                  <a:cubicBezTo>
                    <a:pt x="215157" y="19510"/>
                    <a:pt x="231006" y="19510"/>
                    <a:pt x="242043" y="30484"/>
                  </a:cubicBezTo>
                  <a:cubicBezTo>
                    <a:pt x="250578" y="39019"/>
                    <a:pt x="251797" y="51213"/>
                    <a:pt x="246920" y="60968"/>
                  </a:cubicBezTo>
                  <a:cubicBezTo>
                    <a:pt x="245701" y="63406"/>
                    <a:pt x="243263" y="65845"/>
                    <a:pt x="242043" y="68284"/>
                  </a:cubicBezTo>
                  <a:cubicBezTo>
                    <a:pt x="231006" y="79258"/>
                    <a:pt x="215157" y="79258"/>
                    <a:pt x="204119" y="68284"/>
                  </a:cubicBezTo>
                  <a:cubicBezTo>
                    <a:pt x="201681" y="65845"/>
                    <a:pt x="199243" y="63406"/>
                    <a:pt x="198024" y="59748"/>
                  </a:cubicBezTo>
                  <a:cubicBezTo>
                    <a:pt x="194366" y="49994"/>
                    <a:pt x="196805" y="37800"/>
                    <a:pt x="204119" y="30484"/>
                  </a:cubicBezTo>
                  <a:close/>
                  <a:moveTo>
                    <a:pt x="23229" y="146322"/>
                  </a:moveTo>
                  <a:cubicBezTo>
                    <a:pt x="23229" y="139006"/>
                    <a:pt x="25667" y="132910"/>
                    <a:pt x="30608" y="128032"/>
                  </a:cubicBezTo>
                  <a:cubicBezTo>
                    <a:pt x="41581" y="117058"/>
                    <a:pt x="57495" y="117058"/>
                    <a:pt x="68468" y="128032"/>
                  </a:cubicBezTo>
                  <a:cubicBezTo>
                    <a:pt x="69687" y="129251"/>
                    <a:pt x="70906" y="130470"/>
                    <a:pt x="72125" y="131690"/>
                  </a:cubicBezTo>
                  <a:cubicBezTo>
                    <a:pt x="79505" y="142664"/>
                    <a:pt x="78285" y="156077"/>
                    <a:pt x="68468" y="165832"/>
                  </a:cubicBezTo>
                  <a:cubicBezTo>
                    <a:pt x="63591" y="170709"/>
                    <a:pt x="56276" y="174367"/>
                    <a:pt x="48896" y="173148"/>
                  </a:cubicBezTo>
                  <a:cubicBezTo>
                    <a:pt x="41581" y="173148"/>
                    <a:pt x="35485" y="170709"/>
                    <a:pt x="30608" y="165832"/>
                  </a:cubicBezTo>
                  <a:cubicBezTo>
                    <a:pt x="25667" y="160954"/>
                    <a:pt x="23229" y="153638"/>
                    <a:pt x="23229" y="146322"/>
                  </a:cubicBezTo>
                  <a:close/>
                  <a:moveTo>
                    <a:pt x="30608" y="363367"/>
                  </a:moveTo>
                  <a:cubicBezTo>
                    <a:pt x="25667" y="358490"/>
                    <a:pt x="23229" y="351175"/>
                    <a:pt x="23229" y="345079"/>
                  </a:cubicBezTo>
                  <a:cubicBezTo>
                    <a:pt x="23229" y="337758"/>
                    <a:pt x="25667" y="331662"/>
                    <a:pt x="30608" y="326785"/>
                  </a:cubicBezTo>
                  <a:cubicBezTo>
                    <a:pt x="35485" y="321908"/>
                    <a:pt x="41581" y="319470"/>
                    <a:pt x="48896" y="319470"/>
                  </a:cubicBezTo>
                  <a:cubicBezTo>
                    <a:pt x="56276" y="319470"/>
                    <a:pt x="63591" y="321908"/>
                    <a:pt x="68468" y="326785"/>
                  </a:cubicBezTo>
                  <a:cubicBezTo>
                    <a:pt x="77002" y="335319"/>
                    <a:pt x="78285" y="348737"/>
                    <a:pt x="72125" y="358490"/>
                  </a:cubicBezTo>
                  <a:cubicBezTo>
                    <a:pt x="70906" y="360929"/>
                    <a:pt x="69687" y="362148"/>
                    <a:pt x="68468" y="364586"/>
                  </a:cubicBezTo>
                  <a:cubicBezTo>
                    <a:pt x="57495" y="374340"/>
                    <a:pt x="41581" y="374340"/>
                    <a:pt x="30608" y="363367"/>
                  </a:cubicBezTo>
                  <a:close/>
                  <a:moveTo>
                    <a:pt x="242043" y="457258"/>
                  </a:moveTo>
                  <a:cubicBezTo>
                    <a:pt x="231006" y="468231"/>
                    <a:pt x="215157" y="468231"/>
                    <a:pt x="204119" y="457258"/>
                  </a:cubicBezTo>
                  <a:cubicBezTo>
                    <a:pt x="196805" y="449943"/>
                    <a:pt x="194366" y="438964"/>
                    <a:pt x="198024" y="427991"/>
                  </a:cubicBezTo>
                  <a:cubicBezTo>
                    <a:pt x="199243" y="424334"/>
                    <a:pt x="201681" y="421895"/>
                    <a:pt x="204119" y="419457"/>
                  </a:cubicBezTo>
                  <a:cubicBezTo>
                    <a:pt x="215157" y="408484"/>
                    <a:pt x="231006" y="408484"/>
                    <a:pt x="242043" y="419457"/>
                  </a:cubicBezTo>
                  <a:cubicBezTo>
                    <a:pt x="244482" y="421895"/>
                    <a:pt x="245701" y="424334"/>
                    <a:pt x="246920" y="426772"/>
                  </a:cubicBezTo>
                  <a:cubicBezTo>
                    <a:pt x="251797" y="437745"/>
                    <a:pt x="250578" y="449943"/>
                    <a:pt x="242043" y="457258"/>
                  </a:cubicBezTo>
                  <a:close/>
                  <a:moveTo>
                    <a:pt x="414399" y="363367"/>
                  </a:moveTo>
                  <a:cubicBezTo>
                    <a:pt x="403363" y="374340"/>
                    <a:pt x="387513" y="374340"/>
                    <a:pt x="376476" y="363367"/>
                  </a:cubicBezTo>
                  <a:cubicBezTo>
                    <a:pt x="375257" y="360929"/>
                    <a:pt x="372818" y="359710"/>
                    <a:pt x="371600" y="357271"/>
                  </a:cubicBezTo>
                  <a:cubicBezTo>
                    <a:pt x="365503" y="347518"/>
                    <a:pt x="367942" y="334100"/>
                    <a:pt x="376476" y="325566"/>
                  </a:cubicBezTo>
                  <a:cubicBezTo>
                    <a:pt x="381353" y="320689"/>
                    <a:pt x="387513" y="318250"/>
                    <a:pt x="394828" y="318250"/>
                  </a:cubicBezTo>
                  <a:cubicBezTo>
                    <a:pt x="402144" y="318250"/>
                    <a:pt x="409458" y="320689"/>
                    <a:pt x="414399" y="325566"/>
                  </a:cubicBezTo>
                  <a:cubicBezTo>
                    <a:pt x="419276" y="330442"/>
                    <a:pt x="421715" y="337758"/>
                    <a:pt x="421715" y="343860"/>
                  </a:cubicBezTo>
                  <a:cubicBezTo>
                    <a:pt x="421715" y="352394"/>
                    <a:pt x="419276" y="358490"/>
                    <a:pt x="414399" y="363367"/>
                  </a:cubicBezTo>
                  <a:close/>
                  <a:moveTo>
                    <a:pt x="253016" y="243870"/>
                  </a:moveTo>
                  <a:cubicBezTo>
                    <a:pt x="253016" y="259722"/>
                    <a:pt x="240824" y="271916"/>
                    <a:pt x="224911" y="271916"/>
                  </a:cubicBezTo>
                  <a:cubicBezTo>
                    <a:pt x="209060" y="271916"/>
                    <a:pt x="196805" y="259722"/>
                    <a:pt x="196805" y="243870"/>
                  </a:cubicBezTo>
                  <a:cubicBezTo>
                    <a:pt x="196805" y="228019"/>
                    <a:pt x="209060" y="215825"/>
                    <a:pt x="224911" y="215825"/>
                  </a:cubicBezTo>
                  <a:cubicBezTo>
                    <a:pt x="239605" y="215825"/>
                    <a:pt x="253016" y="228019"/>
                    <a:pt x="253016" y="243870"/>
                  </a:cubicBezTo>
                  <a:close/>
                </a:path>
              </a:pathLst>
            </a:custGeom>
            <a:solidFill>
              <a:srgbClr val="2D5967"/>
            </a:solidFill>
            <a:ln w="6417" cap="flat">
              <a:noFill/>
              <a:prstDash val="solid"/>
              <a:miter/>
            </a:ln>
          </p:spPr>
          <p:txBody>
            <a:bodyPr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srgbClr val="7C8A98"/>
                </a:solidFill>
                <a:effectLst/>
                <a:uLnTx/>
                <a:uFillTx/>
                <a:latin typeface="Oracle Sans Tab"/>
                <a:ea typeface="+mn-ea"/>
                <a:cs typeface="+mn-cs"/>
              </a:endParaRPr>
            </a:p>
          </p:txBody>
        </p:sp>
      </p:grpSp>
      <p:sp>
        <p:nvSpPr>
          <p:cNvPr id="89" name="TextBox 88">
            <a:extLst>
              <a:ext uri="{FF2B5EF4-FFF2-40B4-BE49-F238E27FC236}">
                <a16:creationId xmlns:a16="http://schemas.microsoft.com/office/drawing/2014/main" id="{08DC6779-78A9-70AC-3B51-0C2D4B26775B}"/>
              </a:ext>
            </a:extLst>
          </p:cNvPr>
          <p:cNvSpPr txBox="1"/>
          <p:nvPr/>
        </p:nvSpPr>
        <p:spPr>
          <a:xfrm>
            <a:off x="4981075" y="5039619"/>
            <a:ext cx="1040021" cy="523220"/>
          </a:xfrm>
          <a:prstGeom prst="rect">
            <a:avLst/>
          </a:prstGeom>
          <a:solidFill>
            <a:schemeClr val="accent1"/>
          </a:solidFill>
        </p:spPr>
        <p:txBody>
          <a:bodyPr wrap="square" rtlCol="0">
            <a:spAutoFit/>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sz="1400" b="1" i="0" u="none" strike="noStrike" kern="1200" cap="none" spc="0" normalizeH="0" baseline="0" noProof="0" dirty="0">
                <a:ln>
                  <a:noFill/>
                </a:ln>
                <a:solidFill>
                  <a:srgbClr val="FFFFFF"/>
                </a:solidFill>
                <a:effectLst/>
                <a:uLnTx/>
                <a:uFillTx/>
                <a:latin typeface="Oracle Sans"/>
                <a:ea typeface="+mn-ea"/>
                <a:cs typeface="Oracle Sans"/>
                <a:rtl val="0"/>
              </a:rPr>
              <a:t>OCI SAM (MSET2)</a:t>
            </a:r>
          </a:p>
        </p:txBody>
      </p:sp>
      <p:sp>
        <p:nvSpPr>
          <p:cNvPr id="92" name="Rectangle: Rounded Corners 1039">
            <a:extLst>
              <a:ext uri="{FF2B5EF4-FFF2-40B4-BE49-F238E27FC236}">
                <a16:creationId xmlns:a16="http://schemas.microsoft.com/office/drawing/2014/main" id="{A1C0AFCA-4B27-9731-C2AA-679CB2533063}"/>
              </a:ext>
            </a:extLst>
          </p:cNvPr>
          <p:cNvSpPr/>
          <p:nvPr/>
        </p:nvSpPr>
        <p:spPr>
          <a:xfrm>
            <a:off x="2780351" y="4136229"/>
            <a:ext cx="1482724" cy="1512501"/>
          </a:xfrm>
          <a:prstGeom prst="roundRect">
            <a:avLst>
              <a:gd name="adj" fmla="val 5089"/>
            </a:avLst>
          </a:prstGeom>
          <a:noFill/>
          <a:ln w="19050">
            <a:solidFill>
              <a:srgbClr val="8B8580"/>
            </a:solidFill>
            <a:prstDash val="sysDot"/>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srgbClr val="F3F3F3"/>
              </a:solidFill>
              <a:effectLst/>
              <a:uLnTx/>
              <a:uFillTx/>
              <a:latin typeface="Oracle Sans Tab"/>
              <a:ea typeface="+mn-ea"/>
              <a:cs typeface="+mn-cs"/>
            </a:endParaRPr>
          </a:p>
        </p:txBody>
      </p:sp>
      <p:sp>
        <p:nvSpPr>
          <p:cNvPr id="97" name="Rectangle: Rounded Corners 11">
            <a:extLst>
              <a:ext uri="{FF2B5EF4-FFF2-40B4-BE49-F238E27FC236}">
                <a16:creationId xmlns:a16="http://schemas.microsoft.com/office/drawing/2014/main" id="{31526080-D2B0-9C5B-0232-40B2F9829B13}"/>
              </a:ext>
            </a:extLst>
          </p:cNvPr>
          <p:cNvSpPr/>
          <p:nvPr/>
        </p:nvSpPr>
        <p:spPr>
          <a:xfrm>
            <a:off x="4775615" y="1722582"/>
            <a:ext cx="1450941" cy="1525285"/>
          </a:xfrm>
          <a:prstGeom prst="roundRect">
            <a:avLst>
              <a:gd name="adj" fmla="val 5089"/>
            </a:avLst>
          </a:prstGeom>
          <a:noFill/>
          <a:ln w="19050">
            <a:solidFill>
              <a:srgbClr val="8B8580"/>
            </a:solidFill>
            <a:prstDash val="sysDot"/>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srgbClr val="F3F3F3"/>
              </a:solidFill>
              <a:effectLst/>
              <a:uLnTx/>
              <a:uFillTx/>
              <a:latin typeface="Oracle Sans Tab"/>
              <a:ea typeface="+mn-ea"/>
              <a:cs typeface="+mn-cs"/>
            </a:endParaRPr>
          </a:p>
        </p:txBody>
      </p:sp>
      <p:grpSp>
        <p:nvGrpSpPr>
          <p:cNvPr id="99" name="Graphic 3">
            <a:extLst>
              <a:ext uri="{FF2B5EF4-FFF2-40B4-BE49-F238E27FC236}">
                <a16:creationId xmlns:a16="http://schemas.microsoft.com/office/drawing/2014/main" id="{8FC2079F-13E3-58DB-1DA8-EF73800D6A6B}"/>
              </a:ext>
            </a:extLst>
          </p:cNvPr>
          <p:cNvGrpSpPr/>
          <p:nvPr/>
        </p:nvGrpSpPr>
        <p:grpSpPr>
          <a:xfrm>
            <a:off x="5172662" y="1997761"/>
            <a:ext cx="656846" cy="678976"/>
            <a:chOff x="9189623" y="2363804"/>
            <a:chExt cx="472985" cy="513347"/>
          </a:xfrm>
        </p:grpSpPr>
        <p:sp>
          <p:nvSpPr>
            <p:cNvPr id="101" name="Freeform: Shape 1166">
              <a:extLst>
                <a:ext uri="{FF2B5EF4-FFF2-40B4-BE49-F238E27FC236}">
                  <a16:creationId xmlns:a16="http://schemas.microsoft.com/office/drawing/2014/main" id="{8425C1EA-62FC-088D-73B0-535A8A2B5737}"/>
                </a:ext>
              </a:extLst>
            </p:cNvPr>
            <p:cNvSpPr/>
            <p:nvPr/>
          </p:nvSpPr>
          <p:spPr>
            <a:xfrm>
              <a:off x="9189623" y="2363804"/>
              <a:ext cx="472985" cy="513347"/>
            </a:xfrm>
            <a:custGeom>
              <a:avLst/>
              <a:gdLst>
                <a:gd name="connsiteX0" fmla="*/ 235883 w 472985"/>
                <a:gd name="connsiteY0" fmla="*/ 12193 h 513347"/>
                <a:gd name="connsiteX1" fmla="*/ 271369 w 472985"/>
                <a:gd name="connsiteY1" fmla="*/ 26826 h 513347"/>
                <a:gd name="connsiteX2" fmla="*/ 284779 w 472985"/>
                <a:gd name="connsiteY2" fmla="*/ 73161 h 513347"/>
                <a:gd name="connsiteX3" fmla="*/ 374038 w 472985"/>
                <a:gd name="connsiteY3" fmla="*/ 124374 h 513347"/>
                <a:gd name="connsiteX4" fmla="*/ 407021 w 472985"/>
                <a:gd name="connsiteY4" fmla="*/ 109741 h 513347"/>
                <a:gd name="connsiteX5" fmla="*/ 442442 w 472985"/>
                <a:gd name="connsiteY5" fmla="*/ 124374 h 513347"/>
                <a:gd name="connsiteX6" fmla="*/ 457136 w 472985"/>
                <a:gd name="connsiteY6" fmla="*/ 159735 h 513347"/>
                <a:gd name="connsiteX7" fmla="*/ 442442 w 472985"/>
                <a:gd name="connsiteY7" fmla="*/ 195096 h 513347"/>
                <a:gd name="connsiteX8" fmla="*/ 417993 w 472985"/>
                <a:gd name="connsiteY8" fmla="*/ 209729 h 513347"/>
                <a:gd name="connsiteX9" fmla="*/ 417993 w 472985"/>
                <a:gd name="connsiteY9" fmla="*/ 312154 h 513347"/>
                <a:gd name="connsiteX10" fmla="*/ 442442 w 472985"/>
                <a:gd name="connsiteY10" fmla="*/ 324346 h 513347"/>
                <a:gd name="connsiteX11" fmla="*/ 457136 w 472985"/>
                <a:gd name="connsiteY11" fmla="*/ 359709 h 513347"/>
                <a:gd name="connsiteX12" fmla="*/ 442442 w 472985"/>
                <a:gd name="connsiteY12" fmla="*/ 395072 h 513347"/>
                <a:gd name="connsiteX13" fmla="*/ 407021 w 472985"/>
                <a:gd name="connsiteY13" fmla="*/ 409703 h 513347"/>
                <a:gd name="connsiteX14" fmla="*/ 371535 w 472985"/>
                <a:gd name="connsiteY14" fmla="*/ 395072 h 513347"/>
                <a:gd name="connsiteX15" fmla="*/ 370316 w 472985"/>
                <a:gd name="connsiteY15" fmla="*/ 392634 h 513347"/>
                <a:gd name="connsiteX16" fmla="*/ 283561 w 472985"/>
                <a:gd name="connsiteY16" fmla="*/ 442627 h 513347"/>
                <a:gd name="connsiteX17" fmla="*/ 270085 w 472985"/>
                <a:gd name="connsiteY17" fmla="*/ 487744 h 513347"/>
                <a:gd name="connsiteX18" fmla="*/ 234664 w 472985"/>
                <a:gd name="connsiteY18" fmla="*/ 502375 h 513347"/>
                <a:gd name="connsiteX19" fmla="*/ 199243 w 472985"/>
                <a:gd name="connsiteY19" fmla="*/ 487744 h 513347"/>
                <a:gd name="connsiteX20" fmla="*/ 185768 w 472985"/>
                <a:gd name="connsiteY20" fmla="*/ 443847 h 513347"/>
                <a:gd name="connsiteX21" fmla="*/ 97793 w 472985"/>
                <a:gd name="connsiteY21" fmla="*/ 390195 h 513347"/>
                <a:gd name="connsiteX22" fmla="*/ 96574 w 472985"/>
                <a:gd name="connsiteY22" fmla="*/ 391415 h 513347"/>
                <a:gd name="connsiteX23" fmla="*/ 61088 w 472985"/>
                <a:gd name="connsiteY23" fmla="*/ 406045 h 513347"/>
                <a:gd name="connsiteX24" fmla="*/ 25667 w 472985"/>
                <a:gd name="connsiteY24" fmla="*/ 391415 h 513347"/>
                <a:gd name="connsiteX25" fmla="*/ 12192 w 472985"/>
                <a:gd name="connsiteY25" fmla="*/ 357271 h 513347"/>
                <a:gd name="connsiteX26" fmla="*/ 26887 w 472985"/>
                <a:gd name="connsiteY26" fmla="*/ 321907 h 513347"/>
                <a:gd name="connsiteX27" fmla="*/ 48896 w 472985"/>
                <a:gd name="connsiteY27" fmla="*/ 309715 h 513347"/>
                <a:gd name="connsiteX28" fmla="*/ 48896 w 472985"/>
                <a:gd name="connsiteY28" fmla="*/ 207290 h 513347"/>
                <a:gd name="connsiteX29" fmla="*/ 26887 w 472985"/>
                <a:gd name="connsiteY29" fmla="*/ 195096 h 513347"/>
                <a:gd name="connsiteX30" fmla="*/ 12192 w 472985"/>
                <a:gd name="connsiteY30" fmla="*/ 158516 h 513347"/>
                <a:gd name="connsiteX31" fmla="*/ 26887 w 472985"/>
                <a:gd name="connsiteY31" fmla="*/ 123155 h 513347"/>
                <a:gd name="connsiteX32" fmla="*/ 61088 w 472985"/>
                <a:gd name="connsiteY32" fmla="*/ 109741 h 513347"/>
                <a:gd name="connsiteX33" fmla="*/ 95354 w 472985"/>
                <a:gd name="connsiteY33" fmla="*/ 123155 h 513347"/>
                <a:gd name="connsiteX34" fmla="*/ 185768 w 472985"/>
                <a:gd name="connsiteY34" fmla="*/ 70723 h 513347"/>
                <a:gd name="connsiteX35" fmla="*/ 199243 w 472985"/>
                <a:gd name="connsiteY35" fmla="*/ 26826 h 513347"/>
                <a:gd name="connsiteX36" fmla="*/ 235883 w 472985"/>
                <a:gd name="connsiteY36" fmla="*/ 12193 h 513347"/>
                <a:gd name="connsiteX37" fmla="*/ 235883 w 472985"/>
                <a:gd name="connsiteY37" fmla="*/ 0 h 513347"/>
                <a:gd name="connsiteX38" fmla="*/ 191864 w 472985"/>
                <a:gd name="connsiteY38" fmla="*/ 18291 h 513347"/>
                <a:gd name="connsiteX39" fmla="*/ 173576 w 472985"/>
                <a:gd name="connsiteY39" fmla="*/ 64626 h 513347"/>
                <a:gd name="connsiteX40" fmla="*/ 96574 w 472985"/>
                <a:gd name="connsiteY40" fmla="*/ 108522 h 513347"/>
                <a:gd name="connsiteX41" fmla="*/ 61088 w 472985"/>
                <a:gd name="connsiteY41" fmla="*/ 97548 h 513347"/>
                <a:gd name="connsiteX42" fmla="*/ 18352 w 472985"/>
                <a:gd name="connsiteY42" fmla="*/ 115839 h 513347"/>
                <a:gd name="connsiteX43" fmla="*/ 0 w 472985"/>
                <a:gd name="connsiteY43" fmla="*/ 159735 h 513347"/>
                <a:gd name="connsiteX44" fmla="*/ 18352 w 472985"/>
                <a:gd name="connsiteY44" fmla="*/ 203632 h 513347"/>
                <a:gd name="connsiteX45" fmla="*/ 36640 w 472985"/>
                <a:gd name="connsiteY45" fmla="*/ 215825 h 513347"/>
                <a:gd name="connsiteX46" fmla="*/ 36640 w 472985"/>
                <a:gd name="connsiteY46" fmla="*/ 301180 h 513347"/>
                <a:gd name="connsiteX47" fmla="*/ 18352 w 472985"/>
                <a:gd name="connsiteY47" fmla="*/ 313374 h 513347"/>
                <a:gd name="connsiteX48" fmla="*/ 0 w 472985"/>
                <a:gd name="connsiteY48" fmla="*/ 357271 h 513347"/>
                <a:gd name="connsiteX49" fmla="*/ 18352 w 472985"/>
                <a:gd name="connsiteY49" fmla="*/ 401168 h 513347"/>
                <a:gd name="connsiteX50" fmla="*/ 62307 w 472985"/>
                <a:gd name="connsiteY50" fmla="*/ 419456 h 513347"/>
                <a:gd name="connsiteX51" fmla="*/ 100231 w 472985"/>
                <a:gd name="connsiteY51" fmla="*/ 407264 h 513347"/>
                <a:gd name="connsiteX52" fmla="*/ 174795 w 472985"/>
                <a:gd name="connsiteY52" fmla="*/ 449943 h 513347"/>
                <a:gd name="connsiteX53" fmla="*/ 193083 w 472985"/>
                <a:gd name="connsiteY53" fmla="*/ 495059 h 513347"/>
                <a:gd name="connsiteX54" fmla="*/ 237103 w 472985"/>
                <a:gd name="connsiteY54" fmla="*/ 513347 h 513347"/>
                <a:gd name="connsiteX55" fmla="*/ 281122 w 472985"/>
                <a:gd name="connsiteY55" fmla="*/ 495059 h 513347"/>
                <a:gd name="connsiteX56" fmla="*/ 299474 w 472985"/>
                <a:gd name="connsiteY56" fmla="*/ 447504 h 513347"/>
                <a:gd name="connsiteX57" fmla="*/ 371535 w 472985"/>
                <a:gd name="connsiteY57" fmla="*/ 406045 h 513347"/>
                <a:gd name="connsiteX58" fmla="*/ 410678 w 472985"/>
                <a:gd name="connsiteY58" fmla="*/ 419456 h 513347"/>
                <a:gd name="connsiteX59" fmla="*/ 454697 w 472985"/>
                <a:gd name="connsiteY59" fmla="*/ 401168 h 513347"/>
                <a:gd name="connsiteX60" fmla="*/ 472985 w 472985"/>
                <a:gd name="connsiteY60" fmla="*/ 357271 h 513347"/>
                <a:gd name="connsiteX61" fmla="*/ 454697 w 472985"/>
                <a:gd name="connsiteY61" fmla="*/ 313374 h 513347"/>
                <a:gd name="connsiteX62" fmla="*/ 433907 w 472985"/>
                <a:gd name="connsiteY62" fmla="*/ 299960 h 513347"/>
                <a:gd name="connsiteX63" fmla="*/ 433907 w 472985"/>
                <a:gd name="connsiteY63" fmla="*/ 215825 h 513347"/>
                <a:gd name="connsiteX64" fmla="*/ 454697 w 472985"/>
                <a:gd name="connsiteY64" fmla="*/ 201193 h 513347"/>
                <a:gd name="connsiteX65" fmla="*/ 472985 w 472985"/>
                <a:gd name="connsiteY65" fmla="*/ 157297 h 513347"/>
                <a:gd name="connsiteX66" fmla="*/ 454697 w 472985"/>
                <a:gd name="connsiteY66" fmla="*/ 113400 h 513347"/>
                <a:gd name="connsiteX67" fmla="*/ 410678 w 472985"/>
                <a:gd name="connsiteY67" fmla="*/ 95110 h 513347"/>
                <a:gd name="connsiteX68" fmla="*/ 374038 w 472985"/>
                <a:gd name="connsiteY68" fmla="*/ 107303 h 513347"/>
                <a:gd name="connsiteX69" fmla="*/ 299474 w 472985"/>
                <a:gd name="connsiteY69" fmla="*/ 64626 h 513347"/>
                <a:gd name="connsiteX70" fmla="*/ 281122 w 472985"/>
                <a:gd name="connsiteY70" fmla="*/ 15852 h 513347"/>
                <a:gd name="connsiteX71" fmla="*/ 235883 w 472985"/>
                <a:gd name="connsiteY71" fmla="*/ 0 h 513347"/>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 ang="0">
                  <a:pos x="connsiteX39" y="connsiteY39"/>
                </a:cxn>
                <a:cxn ang="0">
                  <a:pos x="connsiteX40" y="connsiteY40"/>
                </a:cxn>
                <a:cxn ang="0">
                  <a:pos x="connsiteX41" y="connsiteY41"/>
                </a:cxn>
                <a:cxn ang="0">
                  <a:pos x="connsiteX42" y="connsiteY42"/>
                </a:cxn>
                <a:cxn ang="0">
                  <a:pos x="connsiteX43" y="connsiteY43"/>
                </a:cxn>
                <a:cxn ang="0">
                  <a:pos x="connsiteX44" y="connsiteY44"/>
                </a:cxn>
                <a:cxn ang="0">
                  <a:pos x="connsiteX45" y="connsiteY45"/>
                </a:cxn>
                <a:cxn ang="0">
                  <a:pos x="connsiteX46" y="connsiteY46"/>
                </a:cxn>
                <a:cxn ang="0">
                  <a:pos x="connsiteX47" y="connsiteY47"/>
                </a:cxn>
                <a:cxn ang="0">
                  <a:pos x="connsiteX48" y="connsiteY48"/>
                </a:cxn>
                <a:cxn ang="0">
                  <a:pos x="connsiteX49" y="connsiteY49"/>
                </a:cxn>
                <a:cxn ang="0">
                  <a:pos x="connsiteX50" y="connsiteY50"/>
                </a:cxn>
                <a:cxn ang="0">
                  <a:pos x="connsiteX51" y="connsiteY51"/>
                </a:cxn>
                <a:cxn ang="0">
                  <a:pos x="connsiteX52" y="connsiteY52"/>
                </a:cxn>
                <a:cxn ang="0">
                  <a:pos x="connsiteX53" y="connsiteY53"/>
                </a:cxn>
                <a:cxn ang="0">
                  <a:pos x="connsiteX54" y="connsiteY54"/>
                </a:cxn>
                <a:cxn ang="0">
                  <a:pos x="connsiteX55" y="connsiteY55"/>
                </a:cxn>
                <a:cxn ang="0">
                  <a:pos x="connsiteX56" y="connsiteY56"/>
                </a:cxn>
                <a:cxn ang="0">
                  <a:pos x="connsiteX57" y="connsiteY57"/>
                </a:cxn>
                <a:cxn ang="0">
                  <a:pos x="connsiteX58" y="connsiteY58"/>
                </a:cxn>
                <a:cxn ang="0">
                  <a:pos x="connsiteX59" y="connsiteY59"/>
                </a:cxn>
                <a:cxn ang="0">
                  <a:pos x="connsiteX60" y="connsiteY60"/>
                </a:cxn>
                <a:cxn ang="0">
                  <a:pos x="connsiteX61" y="connsiteY61"/>
                </a:cxn>
                <a:cxn ang="0">
                  <a:pos x="connsiteX62" y="connsiteY62"/>
                </a:cxn>
                <a:cxn ang="0">
                  <a:pos x="connsiteX63" y="connsiteY63"/>
                </a:cxn>
                <a:cxn ang="0">
                  <a:pos x="connsiteX64" y="connsiteY64"/>
                </a:cxn>
                <a:cxn ang="0">
                  <a:pos x="connsiteX65" y="connsiteY65"/>
                </a:cxn>
                <a:cxn ang="0">
                  <a:pos x="connsiteX66" y="connsiteY66"/>
                </a:cxn>
                <a:cxn ang="0">
                  <a:pos x="connsiteX67" y="connsiteY67"/>
                </a:cxn>
                <a:cxn ang="0">
                  <a:pos x="connsiteX68" y="connsiteY68"/>
                </a:cxn>
                <a:cxn ang="0">
                  <a:pos x="connsiteX69" y="connsiteY69"/>
                </a:cxn>
                <a:cxn ang="0">
                  <a:pos x="connsiteX70" y="connsiteY70"/>
                </a:cxn>
                <a:cxn ang="0">
                  <a:pos x="connsiteX71" y="connsiteY71"/>
                </a:cxn>
              </a:cxnLst>
              <a:rect l="l" t="t" r="r" b="b"/>
              <a:pathLst>
                <a:path w="472985" h="513347">
                  <a:moveTo>
                    <a:pt x="235883" y="12193"/>
                  </a:moveTo>
                  <a:cubicBezTo>
                    <a:pt x="248140" y="12193"/>
                    <a:pt x="261551" y="17071"/>
                    <a:pt x="271369" y="26826"/>
                  </a:cubicBezTo>
                  <a:cubicBezTo>
                    <a:pt x="283561" y="39020"/>
                    <a:pt x="288438" y="56090"/>
                    <a:pt x="284779" y="73161"/>
                  </a:cubicBezTo>
                  <a:lnTo>
                    <a:pt x="374038" y="124374"/>
                  </a:lnTo>
                  <a:cubicBezTo>
                    <a:pt x="382572" y="114619"/>
                    <a:pt x="394764" y="109741"/>
                    <a:pt x="407021" y="109741"/>
                  </a:cubicBezTo>
                  <a:cubicBezTo>
                    <a:pt x="419212" y="109741"/>
                    <a:pt x="432688" y="114619"/>
                    <a:pt x="442442" y="124374"/>
                  </a:cubicBezTo>
                  <a:cubicBezTo>
                    <a:pt x="452259" y="134129"/>
                    <a:pt x="457136" y="146323"/>
                    <a:pt x="457136" y="159735"/>
                  </a:cubicBezTo>
                  <a:cubicBezTo>
                    <a:pt x="457136" y="173148"/>
                    <a:pt x="452259" y="185342"/>
                    <a:pt x="442442" y="195096"/>
                  </a:cubicBezTo>
                  <a:cubicBezTo>
                    <a:pt x="435126" y="202412"/>
                    <a:pt x="426592" y="207290"/>
                    <a:pt x="417993" y="209729"/>
                  </a:cubicBezTo>
                  <a:lnTo>
                    <a:pt x="417993" y="312154"/>
                  </a:lnTo>
                  <a:cubicBezTo>
                    <a:pt x="427811" y="314593"/>
                    <a:pt x="435126" y="317032"/>
                    <a:pt x="442442" y="324346"/>
                  </a:cubicBezTo>
                  <a:cubicBezTo>
                    <a:pt x="452259" y="334106"/>
                    <a:pt x="457136" y="346298"/>
                    <a:pt x="457136" y="359709"/>
                  </a:cubicBezTo>
                  <a:cubicBezTo>
                    <a:pt x="457136" y="373120"/>
                    <a:pt x="452259" y="385319"/>
                    <a:pt x="442442" y="395072"/>
                  </a:cubicBezTo>
                  <a:cubicBezTo>
                    <a:pt x="432688" y="404826"/>
                    <a:pt x="420432" y="409703"/>
                    <a:pt x="407021" y="409703"/>
                  </a:cubicBezTo>
                  <a:cubicBezTo>
                    <a:pt x="394764" y="409703"/>
                    <a:pt x="381353" y="404826"/>
                    <a:pt x="371535" y="395072"/>
                  </a:cubicBezTo>
                  <a:cubicBezTo>
                    <a:pt x="370316" y="393853"/>
                    <a:pt x="370316" y="393853"/>
                    <a:pt x="370316" y="392634"/>
                  </a:cubicBezTo>
                  <a:lnTo>
                    <a:pt x="283561" y="442627"/>
                  </a:lnTo>
                  <a:cubicBezTo>
                    <a:pt x="287218" y="458477"/>
                    <a:pt x="282341" y="476765"/>
                    <a:pt x="270085" y="487744"/>
                  </a:cubicBezTo>
                  <a:cubicBezTo>
                    <a:pt x="260332" y="497498"/>
                    <a:pt x="248140" y="502375"/>
                    <a:pt x="234664" y="502375"/>
                  </a:cubicBezTo>
                  <a:cubicBezTo>
                    <a:pt x="221253" y="502375"/>
                    <a:pt x="208997" y="497498"/>
                    <a:pt x="199243" y="487744"/>
                  </a:cubicBezTo>
                  <a:cubicBezTo>
                    <a:pt x="188206" y="476765"/>
                    <a:pt x="182110" y="459696"/>
                    <a:pt x="185768" y="443847"/>
                  </a:cubicBezTo>
                  <a:lnTo>
                    <a:pt x="97793" y="390195"/>
                  </a:lnTo>
                  <a:lnTo>
                    <a:pt x="96574" y="391415"/>
                  </a:lnTo>
                  <a:cubicBezTo>
                    <a:pt x="86756" y="401168"/>
                    <a:pt x="74564" y="406045"/>
                    <a:pt x="61088" y="406045"/>
                  </a:cubicBezTo>
                  <a:cubicBezTo>
                    <a:pt x="48896" y="406045"/>
                    <a:pt x="35421" y="401168"/>
                    <a:pt x="25667" y="391415"/>
                  </a:cubicBezTo>
                  <a:cubicBezTo>
                    <a:pt x="17133" y="382874"/>
                    <a:pt x="12192" y="369463"/>
                    <a:pt x="12192" y="357271"/>
                  </a:cubicBezTo>
                  <a:cubicBezTo>
                    <a:pt x="12192" y="343859"/>
                    <a:pt x="17133" y="331661"/>
                    <a:pt x="26887" y="321907"/>
                  </a:cubicBezTo>
                  <a:cubicBezTo>
                    <a:pt x="32983" y="315813"/>
                    <a:pt x="40362" y="310935"/>
                    <a:pt x="48896" y="309715"/>
                  </a:cubicBezTo>
                  <a:lnTo>
                    <a:pt x="48896" y="207290"/>
                  </a:lnTo>
                  <a:cubicBezTo>
                    <a:pt x="40362" y="204851"/>
                    <a:pt x="32983" y="201193"/>
                    <a:pt x="26887" y="195096"/>
                  </a:cubicBezTo>
                  <a:cubicBezTo>
                    <a:pt x="17133" y="184122"/>
                    <a:pt x="12192" y="171929"/>
                    <a:pt x="12192" y="158516"/>
                  </a:cubicBezTo>
                  <a:cubicBezTo>
                    <a:pt x="12192" y="145103"/>
                    <a:pt x="17133" y="132910"/>
                    <a:pt x="26887" y="123155"/>
                  </a:cubicBezTo>
                  <a:cubicBezTo>
                    <a:pt x="36640" y="114619"/>
                    <a:pt x="48896" y="109741"/>
                    <a:pt x="61088" y="109741"/>
                  </a:cubicBezTo>
                  <a:cubicBezTo>
                    <a:pt x="73345" y="109741"/>
                    <a:pt x="85536" y="114619"/>
                    <a:pt x="95354" y="123155"/>
                  </a:cubicBezTo>
                  <a:lnTo>
                    <a:pt x="185768" y="70723"/>
                  </a:lnTo>
                  <a:cubicBezTo>
                    <a:pt x="182110" y="54871"/>
                    <a:pt x="186987" y="37800"/>
                    <a:pt x="199243" y="26826"/>
                  </a:cubicBezTo>
                  <a:cubicBezTo>
                    <a:pt x="210216" y="17071"/>
                    <a:pt x="222472" y="12193"/>
                    <a:pt x="235883" y="12193"/>
                  </a:cubicBezTo>
                  <a:close/>
                  <a:moveTo>
                    <a:pt x="235883" y="0"/>
                  </a:moveTo>
                  <a:cubicBezTo>
                    <a:pt x="220034" y="0"/>
                    <a:pt x="204120" y="6097"/>
                    <a:pt x="191864" y="18291"/>
                  </a:cubicBezTo>
                  <a:cubicBezTo>
                    <a:pt x="179672" y="30484"/>
                    <a:pt x="173576" y="47555"/>
                    <a:pt x="173576" y="64626"/>
                  </a:cubicBezTo>
                  <a:lnTo>
                    <a:pt x="96574" y="108522"/>
                  </a:lnTo>
                  <a:cubicBezTo>
                    <a:pt x="86756" y="101206"/>
                    <a:pt x="74564" y="97548"/>
                    <a:pt x="61088" y="97548"/>
                  </a:cubicBezTo>
                  <a:cubicBezTo>
                    <a:pt x="45239" y="97548"/>
                    <a:pt x="29325" y="103645"/>
                    <a:pt x="18352" y="115839"/>
                  </a:cubicBezTo>
                  <a:cubicBezTo>
                    <a:pt x="6096" y="128032"/>
                    <a:pt x="0" y="142664"/>
                    <a:pt x="0" y="159735"/>
                  </a:cubicBezTo>
                  <a:cubicBezTo>
                    <a:pt x="0" y="175587"/>
                    <a:pt x="6096" y="191438"/>
                    <a:pt x="18352" y="203632"/>
                  </a:cubicBezTo>
                  <a:cubicBezTo>
                    <a:pt x="23229" y="208510"/>
                    <a:pt x="30544" y="213387"/>
                    <a:pt x="36640" y="215825"/>
                  </a:cubicBezTo>
                  <a:lnTo>
                    <a:pt x="36640" y="301180"/>
                  </a:lnTo>
                  <a:cubicBezTo>
                    <a:pt x="29325" y="304838"/>
                    <a:pt x="23229" y="308496"/>
                    <a:pt x="18352" y="313374"/>
                  </a:cubicBezTo>
                  <a:cubicBezTo>
                    <a:pt x="6096" y="325565"/>
                    <a:pt x="0" y="340202"/>
                    <a:pt x="0" y="357271"/>
                  </a:cubicBezTo>
                  <a:cubicBezTo>
                    <a:pt x="0" y="373120"/>
                    <a:pt x="6096" y="388976"/>
                    <a:pt x="18352" y="401168"/>
                  </a:cubicBezTo>
                  <a:cubicBezTo>
                    <a:pt x="30544" y="413360"/>
                    <a:pt x="45239" y="419456"/>
                    <a:pt x="62307" y="419456"/>
                  </a:cubicBezTo>
                  <a:cubicBezTo>
                    <a:pt x="75783" y="419456"/>
                    <a:pt x="89194" y="414579"/>
                    <a:pt x="100231" y="407264"/>
                  </a:cubicBezTo>
                  <a:lnTo>
                    <a:pt x="174795" y="449943"/>
                  </a:lnTo>
                  <a:cubicBezTo>
                    <a:pt x="174795" y="467011"/>
                    <a:pt x="180891" y="482861"/>
                    <a:pt x="193083" y="495059"/>
                  </a:cubicBezTo>
                  <a:cubicBezTo>
                    <a:pt x="205339" y="507251"/>
                    <a:pt x="220034" y="513347"/>
                    <a:pt x="237103" y="513347"/>
                  </a:cubicBezTo>
                  <a:cubicBezTo>
                    <a:pt x="253016" y="513347"/>
                    <a:pt x="268866" y="507251"/>
                    <a:pt x="281122" y="495059"/>
                  </a:cubicBezTo>
                  <a:cubicBezTo>
                    <a:pt x="293314" y="482861"/>
                    <a:pt x="300693" y="464573"/>
                    <a:pt x="299474" y="447504"/>
                  </a:cubicBezTo>
                  <a:lnTo>
                    <a:pt x="371535" y="406045"/>
                  </a:lnTo>
                  <a:cubicBezTo>
                    <a:pt x="382572" y="414579"/>
                    <a:pt x="395983" y="419456"/>
                    <a:pt x="410678" y="419456"/>
                  </a:cubicBezTo>
                  <a:cubicBezTo>
                    <a:pt x="426592" y="419456"/>
                    <a:pt x="442442" y="413360"/>
                    <a:pt x="454697" y="401168"/>
                  </a:cubicBezTo>
                  <a:cubicBezTo>
                    <a:pt x="466890" y="388976"/>
                    <a:pt x="472985" y="374339"/>
                    <a:pt x="472985" y="357271"/>
                  </a:cubicBezTo>
                  <a:cubicBezTo>
                    <a:pt x="472985" y="341421"/>
                    <a:pt x="466890" y="325565"/>
                    <a:pt x="454697" y="313374"/>
                  </a:cubicBezTo>
                  <a:cubicBezTo>
                    <a:pt x="448537" y="307277"/>
                    <a:pt x="442442" y="303619"/>
                    <a:pt x="433907" y="299960"/>
                  </a:cubicBezTo>
                  <a:lnTo>
                    <a:pt x="433907" y="215825"/>
                  </a:lnTo>
                  <a:cubicBezTo>
                    <a:pt x="441222" y="212167"/>
                    <a:pt x="448537" y="207290"/>
                    <a:pt x="454697" y="201193"/>
                  </a:cubicBezTo>
                  <a:cubicBezTo>
                    <a:pt x="466890" y="189000"/>
                    <a:pt x="472985" y="174367"/>
                    <a:pt x="472985" y="157297"/>
                  </a:cubicBezTo>
                  <a:cubicBezTo>
                    <a:pt x="472985" y="141445"/>
                    <a:pt x="466890" y="125593"/>
                    <a:pt x="454697" y="113400"/>
                  </a:cubicBezTo>
                  <a:cubicBezTo>
                    <a:pt x="442442" y="101206"/>
                    <a:pt x="427811" y="95110"/>
                    <a:pt x="410678" y="95110"/>
                  </a:cubicBezTo>
                  <a:cubicBezTo>
                    <a:pt x="397203" y="95110"/>
                    <a:pt x="385011" y="98767"/>
                    <a:pt x="374038" y="107303"/>
                  </a:cubicBezTo>
                  <a:lnTo>
                    <a:pt x="299474" y="64626"/>
                  </a:lnTo>
                  <a:cubicBezTo>
                    <a:pt x="300693" y="46335"/>
                    <a:pt x="294533" y="29265"/>
                    <a:pt x="281122" y="15852"/>
                  </a:cubicBezTo>
                  <a:cubicBezTo>
                    <a:pt x="267646" y="6097"/>
                    <a:pt x="251797" y="0"/>
                    <a:pt x="235883" y="0"/>
                  </a:cubicBezTo>
                  <a:close/>
                </a:path>
              </a:pathLst>
            </a:custGeom>
            <a:solidFill>
              <a:srgbClr val="FFFFFF"/>
            </a:solidFill>
            <a:ln w="6417" cap="flat">
              <a:noFill/>
              <a:prstDash val="solid"/>
              <a:miter/>
            </a:ln>
          </p:spPr>
          <p:txBody>
            <a:bodyPr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srgbClr val="7C8A98"/>
                </a:solidFill>
                <a:effectLst/>
                <a:uLnTx/>
                <a:uFillTx/>
                <a:latin typeface="Oracle Sans Tab"/>
                <a:ea typeface="+mn-ea"/>
                <a:cs typeface="+mn-cs"/>
              </a:endParaRPr>
            </a:p>
          </p:txBody>
        </p:sp>
        <p:sp>
          <p:nvSpPr>
            <p:cNvPr id="102" name="Freeform: Shape 1167">
              <a:extLst>
                <a:ext uri="{FF2B5EF4-FFF2-40B4-BE49-F238E27FC236}">
                  <a16:creationId xmlns:a16="http://schemas.microsoft.com/office/drawing/2014/main" id="{34807841-8E46-C5B6-606A-21205060C1C0}"/>
                </a:ext>
              </a:extLst>
            </p:cNvPr>
            <p:cNvSpPr/>
            <p:nvPr/>
          </p:nvSpPr>
          <p:spPr>
            <a:xfrm>
              <a:off x="9201815" y="2376001"/>
              <a:ext cx="446163" cy="487738"/>
            </a:xfrm>
            <a:custGeom>
              <a:avLst/>
              <a:gdLst>
                <a:gd name="connsiteX0" fmla="*/ 405801 w 446163"/>
                <a:gd name="connsiteY0" fmla="*/ 297522 h 487738"/>
                <a:gd name="connsiteX1" fmla="*/ 405801 w 446163"/>
                <a:gd name="connsiteY1" fmla="*/ 195096 h 487738"/>
                <a:gd name="connsiteX2" fmla="*/ 430250 w 446163"/>
                <a:gd name="connsiteY2" fmla="*/ 180464 h 487738"/>
                <a:gd name="connsiteX3" fmla="*/ 444944 w 446163"/>
                <a:gd name="connsiteY3" fmla="*/ 145103 h 487738"/>
                <a:gd name="connsiteX4" fmla="*/ 430250 w 446163"/>
                <a:gd name="connsiteY4" fmla="*/ 109741 h 487738"/>
                <a:gd name="connsiteX5" fmla="*/ 360626 w 446163"/>
                <a:gd name="connsiteY5" fmla="*/ 109741 h 487738"/>
                <a:gd name="connsiteX6" fmla="*/ 271369 w 446163"/>
                <a:gd name="connsiteY6" fmla="*/ 60968 h 487738"/>
                <a:gd name="connsiteX7" fmla="*/ 257957 w 446163"/>
                <a:gd name="connsiteY7" fmla="*/ 14632 h 487738"/>
                <a:gd name="connsiteX8" fmla="*/ 188270 w 446163"/>
                <a:gd name="connsiteY8" fmla="*/ 14632 h 487738"/>
                <a:gd name="connsiteX9" fmla="*/ 174795 w 446163"/>
                <a:gd name="connsiteY9" fmla="*/ 58529 h 487738"/>
                <a:gd name="connsiteX10" fmla="*/ 84382 w 446163"/>
                <a:gd name="connsiteY10" fmla="*/ 110961 h 487738"/>
                <a:gd name="connsiteX11" fmla="*/ 14695 w 446163"/>
                <a:gd name="connsiteY11" fmla="*/ 112181 h 487738"/>
                <a:gd name="connsiteX12" fmla="*/ 0 w 446163"/>
                <a:gd name="connsiteY12" fmla="*/ 146322 h 487738"/>
                <a:gd name="connsiteX13" fmla="*/ 14695 w 446163"/>
                <a:gd name="connsiteY13" fmla="*/ 181683 h 487738"/>
                <a:gd name="connsiteX14" fmla="*/ 36704 w 446163"/>
                <a:gd name="connsiteY14" fmla="*/ 193877 h 487738"/>
                <a:gd name="connsiteX15" fmla="*/ 36704 w 446163"/>
                <a:gd name="connsiteY15" fmla="*/ 296303 h 487738"/>
                <a:gd name="connsiteX16" fmla="*/ 14695 w 446163"/>
                <a:gd name="connsiteY16" fmla="*/ 308496 h 487738"/>
                <a:gd name="connsiteX17" fmla="*/ 0 w 446163"/>
                <a:gd name="connsiteY17" fmla="*/ 345079 h 487738"/>
                <a:gd name="connsiteX18" fmla="*/ 14695 w 446163"/>
                <a:gd name="connsiteY18" fmla="*/ 380436 h 487738"/>
                <a:gd name="connsiteX19" fmla="*/ 48896 w 446163"/>
                <a:gd name="connsiteY19" fmla="*/ 393854 h 487738"/>
                <a:gd name="connsiteX20" fmla="*/ 84382 w 446163"/>
                <a:gd name="connsiteY20" fmla="*/ 379217 h 487738"/>
                <a:gd name="connsiteX21" fmla="*/ 85600 w 446163"/>
                <a:gd name="connsiteY21" fmla="*/ 377998 h 487738"/>
                <a:gd name="connsiteX22" fmla="*/ 174795 w 446163"/>
                <a:gd name="connsiteY22" fmla="*/ 429210 h 487738"/>
                <a:gd name="connsiteX23" fmla="*/ 188270 w 446163"/>
                <a:gd name="connsiteY23" fmla="*/ 473108 h 487738"/>
                <a:gd name="connsiteX24" fmla="*/ 223691 w 446163"/>
                <a:gd name="connsiteY24" fmla="*/ 487738 h 487738"/>
                <a:gd name="connsiteX25" fmla="*/ 259176 w 446163"/>
                <a:gd name="connsiteY25" fmla="*/ 473108 h 487738"/>
                <a:gd name="connsiteX26" fmla="*/ 272587 w 446163"/>
                <a:gd name="connsiteY26" fmla="*/ 427991 h 487738"/>
                <a:gd name="connsiteX27" fmla="*/ 359343 w 446163"/>
                <a:gd name="connsiteY27" fmla="*/ 377998 h 487738"/>
                <a:gd name="connsiteX28" fmla="*/ 360626 w 446163"/>
                <a:gd name="connsiteY28" fmla="*/ 380436 h 487738"/>
                <a:gd name="connsiteX29" fmla="*/ 396047 w 446163"/>
                <a:gd name="connsiteY29" fmla="*/ 395073 h 487738"/>
                <a:gd name="connsiteX30" fmla="*/ 431468 w 446163"/>
                <a:gd name="connsiteY30" fmla="*/ 380436 h 487738"/>
                <a:gd name="connsiteX31" fmla="*/ 446163 w 446163"/>
                <a:gd name="connsiteY31" fmla="*/ 345079 h 487738"/>
                <a:gd name="connsiteX32" fmla="*/ 431468 w 446163"/>
                <a:gd name="connsiteY32" fmla="*/ 309716 h 487738"/>
                <a:gd name="connsiteX33" fmla="*/ 405801 w 446163"/>
                <a:gd name="connsiteY33" fmla="*/ 297522 h 487738"/>
                <a:gd name="connsiteX34" fmla="*/ 261615 w 446163"/>
                <a:gd name="connsiteY34" fmla="*/ 407265 h 487738"/>
                <a:gd name="connsiteX35" fmla="*/ 257957 w 446163"/>
                <a:gd name="connsiteY35" fmla="*/ 403607 h 487738"/>
                <a:gd name="connsiteX36" fmla="*/ 234728 w 446163"/>
                <a:gd name="connsiteY36" fmla="*/ 391415 h 487738"/>
                <a:gd name="connsiteX37" fmla="*/ 234728 w 446163"/>
                <a:gd name="connsiteY37" fmla="*/ 306057 h 487738"/>
                <a:gd name="connsiteX38" fmla="*/ 278683 w 446163"/>
                <a:gd name="connsiteY38" fmla="*/ 290206 h 487738"/>
                <a:gd name="connsiteX39" fmla="*/ 347151 w 446163"/>
                <a:gd name="connsiteY39" fmla="*/ 329223 h 487738"/>
                <a:gd name="connsiteX40" fmla="*/ 347151 w 446163"/>
                <a:gd name="connsiteY40" fmla="*/ 357271 h 487738"/>
                <a:gd name="connsiteX41" fmla="*/ 261615 w 446163"/>
                <a:gd name="connsiteY41" fmla="*/ 407265 h 487738"/>
                <a:gd name="connsiteX42" fmla="*/ 188270 w 446163"/>
                <a:gd name="connsiteY42" fmla="*/ 403607 h 487738"/>
                <a:gd name="connsiteX43" fmla="*/ 183393 w 446163"/>
                <a:gd name="connsiteY43" fmla="*/ 408484 h 487738"/>
                <a:gd name="connsiteX44" fmla="*/ 96574 w 446163"/>
                <a:gd name="connsiteY44" fmla="*/ 358490 h 487738"/>
                <a:gd name="connsiteX45" fmla="*/ 96574 w 446163"/>
                <a:gd name="connsiteY45" fmla="*/ 329223 h 487738"/>
                <a:gd name="connsiteX46" fmla="*/ 165041 w 446163"/>
                <a:gd name="connsiteY46" fmla="*/ 288986 h 487738"/>
                <a:gd name="connsiteX47" fmla="*/ 212718 w 446163"/>
                <a:gd name="connsiteY47" fmla="*/ 304838 h 487738"/>
                <a:gd name="connsiteX48" fmla="*/ 212718 w 446163"/>
                <a:gd name="connsiteY48" fmla="*/ 390190 h 487738"/>
                <a:gd name="connsiteX49" fmla="*/ 188270 w 446163"/>
                <a:gd name="connsiteY49" fmla="*/ 403607 h 487738"/>
                <a:gd name="connsiteX50" fmla="*/ 59933 w 446163"/>
                <a:gd name="connsiteY50" fmla="*/ 195096 h 487738"/>
                <a:gd name="connsiteX51" fmla="*/ 84382 w 446163"/>
                <a:gd name="connsiteY51" fmla="*/ 181683 h 487738"/>
                <a:gd name="connsiteX52" fmla="*/ 86820 w 446163"/>
                <a:gd name="connsiteY52" fmla="*/ 179245 h 487738"/>
                <a:gd name="connsiteX53" fmla="*/ 146689 w 446163"/>
                <a:gd name="connsiteY53" fmla="*/ 213386 h 487738"/>
                <a:gd name="connsiteX54" fmla="*/ 128337 w 446163"/>
                <a:gd name="connsiteY54" fmla="*/ 238993 h 487738"/>
                <a:gd name="connsiteX55" fmla="*/ 124679 w 446163"/>
                <a:gd name="connsiteY55" fmla="*/ 243870 h 487738"/>
                <a:gd name="connsiteX56" fmla="*/ 127117 w 446163"/>
                <a:gd name="connsiteY56" fmla="*/ 248748 h 487738"/>
                <a:gd name="connsiteX57" fmla="*/ 145470 w 446163"/>
                <a:gd name="connsiteY57" fmla="*/ 274354 h 487738"/>
                <a:gd name="connsiteX58" fmla="*/ 84382 w 446163"/>
                <a:gd name="connsiteY58" fmla="*/ 309716 h 487738"/>
                <a:gd name="connsiteX59" fmla="*/ 59933 w 446163"/>
                <a:gd name="connsiteY59" fmla="*/ 296303 h 487738"/>
                <a:gd name="connsiteX60" fmla="*/ 59933 w 446163"/>
                <a:gd name="connsiteY60" fmla="*/ 195096 h 487738"/>
                <a:gd name="connsiteX61" fmla="*/ 184613 w 446163"/>
                <a:gd name="connsiteY61" fmla="*/ 79258 h 487738"/>
                <a:gd name="connsiteX62" fmla="*/ 188270 w 446163"/>
                <a:gd name="connsiteY62" fmla="*/ 84135 h 487738"/>
                <a:gd name="connsiteX63" fmla="*/ 212718 w 446163"/>
                <a:gd name="connsiteY63" fmla="*/ 97548 h 487738"/>
                <a:gd name="connsiteX64" fmla="*/ 212718 w 446163"/>
                <a:gd name="connsiteY64" fmla="*/ 181683 h 487738"/>
                <a:gd name="connsiteX65" fmla="*/ 165041 w 446163"/>
                <a:gd name="connsiteY65" fmla="*/ 197535 h 487738"/>
                <a:gd name="connsiteX66" fmla="*/ 97793 w 446163"/>
                <a:gd name="connsiteY66" fmla="*/ 158516 h 487738"/>
                <a:gd name="connsiteX67" fmla="*/ 96574 w 446163"/>
                <a:gd name="connsiteY67" fmla="*/ 129251 h 487738"/>
                <a:gd name="connsiteX68" fmla="*/ 184613 w 446163"/>
                <a:gd name="connsiteY68" fmla="*/ 79258 h 487738"/>
                <a:gd name="connsiteX69" fmla="*/ 257957 w 446163"/>
                <a:gd name="connsiteY69" fmla="*/ 84135 h 487738"/>
                <a:gd name="connsiteX70" fmla="*/ 260395 w 446163"/>
                <a:gd name="connsiteY70" fmla="*/ 80477 h 487738"/>
                <a:gd name="connsiteX71" fmla="*/ 347151 w 446163"/>
                <a:gd name="connsiteY71" fmla="*/ 130470 h 487738"/>
                <a:gd name="connsiteX72" fmla="*/ 345932 w 446163"/>
                <a:gd name="connsiteY72" fmla="*/ 158516 h 487738"/>
                <a:gd name="connsiteX73" fmla="*/ 281121 w 446163"/>
                <a:gd name="connsiteY73" fmla="*/ 197535 h 487738"/>
                <a:gd name="connsiteX74" fmla="*/ 235947 w 446163"/>
                <a:gd name="connsiteY74" fmla="*/ 181683 h 487738"/>
                <a:gd name="connsiteX75" fmla="*/ 235947 w 446163"/>
                <a:gd name="connsiteY75" fmla="*/ 96329 h 487738"/>
                <a:gd name="connsiteX76" fmla="*/ 257957 w 446163"/>
                <a:gd name="connsiteY76" fmla="*/ 84135 h 487738"/>
                <a:gd name="connsiteX77" fmla="*/ 284844 w 446163"/>
                <a:gd name="connsiteY77" fmla="*/ 258502 h 487738"/>
                <a:gd name="connsiteX78" fmla="*/ 162603 w 446163"/>
                <a:gd name="connsiteY78" fmla="*/ 258502 h 487738"/>
                <a:gd name="connsiteX79" fmla="*/ 150346 w 446163"/>
                <a:gd name="connsiteY79" fmla="*/ 243870 h 487738"/>
                <a:gd name="connsiteX80" fmla="*/ 162603 w 446163"/>
                <a:gd name="connsiteY80" fmla="*/ 229238 h 487738"/>
                <a:gd name="connsiteX81" fmla="*/ 284844 w 446163"/>
                <a:gd name="connsiteY81" fmla="*/ 229238 h 487738"/>
                <a:gd name="connsiteX82" fmla="*/ 297036 w 446163"/>
                <a:gd name="connsiteY82" fmla="*/ 243870 h 487738"/>
                <a:gd name="connsiteX83" fmla="*/ 284844 w 446163"/>
                <a:gd name="connsiteY83" fmla="*/ 258502 h 487738"/>
                <a:gd name="connsiteX84" fmla="*/ 360626 w 446163"/>
                <a:gd name="connsiteY84" fmla="*/ 309716 h 487738"/>
                <a:gd name="connsiteX85" fmla="*/ 360626 w 446163"/>
                <a:gd name="connsiteY85" fmla="*/ 309716 h 487738"/>
                <a:gd name="connsiteX86" fmla="*/ 299474 w 446163"/>
                <a:gd name="connsiteY86" fmla="*/ 275574 h 487738"/>
                <a:gd name="connsiteX87" fmla="*/ 300693 w 446163"/>
                <a:gd name="connsiteY87" fmla="*/ 274354 h 487738"/>
                <a:gd name="connsiteX88" fmla="*/ 319045 w 446163"/>
                <a:gd name="connsiteY88" fmla="*/ 248748 h 487738"/>
                <a:gd name="connsiteX89" fmla="*/ 321484 w 446163"/>
                <a:gd name="connsiteY89" fmla="*/ 243870 h 487738"/>
                <a:gd name="connsiteX90" fmla="*/ 319045 w 446163"/>
                <a:gd name="connsiteY90" fmla="*/ 238993 h 487738"/>
                <a:gd name="connsiteX91" fmla="*/ 300693 w 446163"/>
                <a:gd name="connsiteY91" fmla="*/ 213386 h 487738"/>
                <a:gd name="connsiteX92" fmla="*/ 359343 w 446163"/>
                <a:gd name="connsiteY92" fmla="*/ 179245 h 487738"/>
                <a:gd name="connsiteX93" fmla="*/ 361846 w 446163"/>
                <a:gd name="connsiteY93" fmla="*/ 181683 h 487738"/>
                <a:gd name="connsiteX94" fmla="*/ 385011 w 446163"/>
                <a:gd name="connsiteY94" fmla="*/ 195096 h 487738"/>
                <a:gd name="connsiteX95" fmla="*/ 385011 w 446163"/>
                <a:gd name="connsiteY95" fmla="*/ 297522 h 487738"/>
                <a:gd name="connsiteX96" fmla="*/ 360626 w 446163"/>
                <a:gd name="connsiteY96" fmla="*/ 309716 h 487738"/>
                <a:gd name="connsiteX97" fmla="*/ 376476 w 446163"/>
                <a:gd name="connsiteY97" fmla="*/ 128032 h 487738"/>
                <a:gd name="connsiteX98" fmla="*/ 414399 w 446163"/>
                <a:gd name="connsiteY98" fmla="*/ 128032 h 487738"/>
                <a:gd name="connsiteX99" fmla="*/ 421715 w 446163"/>
                <a:gd name="connsiteY99" fmla="*/ 146322 h 487738"/>
                <a:gd name="connsiteX100" fmla="*/ 414399 w 446163"/>
                <a:gd name="connsiteY100" fmla="*/ 164613 h 487738"/>
                <a:gd name="connsiteX101" fmla="*/ 394828 w 446163"/>
                <a:gd name="connsiteY101" fmla="*/ 171928 h 487738"/>
                <a:gd name="connsiteX102" fmla="*/ 376476 w 446163"/>
                <a:gd name="connsiteY102" fmla="*/ 164613 h 487738"/>
                <a:gd name="connsiteX103" fmla="*/ 372818 w 446163"/>
                <a:gd name="connsiteY103" fmla="*/ 131690 h 487738"/>
                <a:gd name="connsiteX104" fmla="*/ 376476 w 446163"/>
                <a:gd name="connsiteY104" fmla="*/ 128032 h 487738"/>
                <a:gd name="connsiteX105" fmla="*/ 204119 w 446163"/>
                <a:gd name="connsiteY105" fmla="*/ 30484 h 487738"/>
                <a:gd name="connsiteX106" fmla="*/ 242043 w 446163"/>
                <a:gd name="connsiteY106" fmla="*/ 30484 h 487738"/>
                <a:gd name="connsiteX107" fmla="*/ 246920 w 446163"/>
                <a:gd name="connsiteY107" fmla="*/ 60968 h 487738"/>
                <a:gd name="connsiteX108" fmla="*/ 242043 w 446163"/>
                <a:gd name="connsiteY108" fmla="*/ 68284 h 487738"/>
                <a:gd name="connsiteX109" fmla="*/ 204119 w 446163"/>
                <a:gd name="connsiteY109" fmla="*/ 68284 h 487738"/>
                <a:gd name="connsiteX110" fmla="*/ 198024 w 446163"/>
                <a:gd name="connsiteY110" fmla="*/ 59748 h 487738"/>
                <a:gd name="connsiteX111" fmla="*/ 204119 w 446163"/>
                <a:gd name="connsiteY111" fmla="*/ 30484 h 487738"/>
                <a:gd name="connsiteX112" fmla="*/ 23229 w 446163"/>
                <a:gd name="connsiteY112" fmla="*/ 146322 h 487738"/>
                <a:gd name="connsiteX113" fmla="*/ 30608 w 446163"/>
                <a:gd name="connsiteY113" fmla="*/ 128032 h 487738"/>
                <a:gd name="connsiteX114" fmla="*/ 68468 w 446163"/>
                <a:gd name="connsiteY114" fmla="*/ 128032 h 487738"/>
                <a:gd name="connsiteX115" fmla="*/ 72125 w 446163"/>
                <a:gd name="connsiteY115" fmla="*/ 131690 h 487738"/>
                <a:gd name="connsiteX116" fmla="*/ 68468 w 446163"/>
                <a:gd name="connsiteY116" fmla="*/ 165832 h 487738"/>
                <a:gd name="connsiteX117" fmla="*/ 48896 w 446163"/>
                <a:gd name="connsiteY117" fmla="*/ 173148 h 487738"/>
                <a:gd name="connsiteX118" fmla="*/ 30608 w 446163"/>
                <a:gd name="connsiteY118" fmla="*/ 165832 h 487738"/>
                <a:gd name="connsiteX119" fmla="*/ 23229 w 446163"/>
                <a:gd name="connsiteY119" fmla="*/ 146322 h 487738"/>
                <a:gd name="connsiteX120" fmla="*/ 30608 w 446163"/>
                <a:gd name="connsiteY120" fmla="*/ 363367 h 487738"/>
                <a:gd name="connsiteX121" fmla="*/ 23229 w 446163"/>
                <a:gd name="connsiteY121" fmla="*/ 345079 h 487738"/>
                <a:gd name="connsiteX122" fmla="*/ 30608 w 446163"/>
                <a:gd name="connsiteY122" fmla="*/ 326785 h 487738"/>
                <a:gd name="connsiteX123" fmla="*/ 48896 w 446163"/>
                <a:gd name="connsiteY123" fmla="*/ 319470 h 487738"/>
                <a:gd name="connsiteX124" fmla="*/ 68468 w 446163"/>
                <a:gd name="connsiteY124" fmla="*/ 326785 h 487738"/>
                <a:gd name="connsiteX125" fmla="*/ 72125 w 446163"/>
                <a:gd name="connsiteY125" fmla="*/ 358490 h 487738"/>
                <a:gd name="connsiteX126" fmla="*/ 68468 w 446163"/>
                <a:gd name="connsiteY126" fmla="*/ 364586 h 487738"/>
                <a:gd name="connsiteX127" fmla="*/ 30608 w 446163"/>
                <a:gd name="connsiteY127" fmla="*/ 363367 h 487738"/>
                <a:gd name="connsiteX128" fmla="*/ 242043 w 446163"/>
                <a:gd name="connsiteY128" fmla="*/ 457258 h 487738"/>
                <a:gd name="connsiteX129" fmla="*/ 204119 w 446163"/>
                <a:gd name="connsiteY129" fmla="*/ 457258 h 487738"/>
                <a:gd name="connsiteX130" fmla="*/ 198024 w 446163"/>
                <a:gd name="connsiteY130" fmla="*/ 427991 h 487738"/>
                <a:gd name="connsiteX131" fmla="*/ 204119 w 446163"/>
                <a:gd name="connsiteY131" fmla="*/ 419457 h 487738"/>
                <a:gd name="connsiteX132" fmla="*/ 242043 w 446163"/>
                <a:gd name="connsiteY132" fmla="*/ 419457 h 487738"/>
                <a:gd name="connsiteX133" fmla="*/ 246920 w 446163"/>
                <a:gd name="connsiteY133" fmla="*/ 426772 h 487738"/>
                <a:gd name="connsiteX134" fmla="*/ 242043 w 446163"/>
                <a:gd name="connsiteY134" fmla="*/ 457258 h 487738"/>
                <a:gd name="connsiteX135" fmla="*/ 414399 w 446163"/>
                <a:gd name="connsiteY135" fmla="*/ 363367 h 487738"/>
                <a:gd name="connsiteX136" fmla="*/ 376476 w 446163"/>
                <a:gd name="connsiteY136" fmla="*/ 363367 h 487738"/>
                <a:gd name="connsiteX137" fmla="*/ 371600 w 446163"/>
                <a:gd name="connsiteY137" fmla="*/ 357271 h 487738"/>
                <a:gd name="connsiteX138" fmla="*/ 376476 w 446163"/>
                <a:gd name="connsiteY138" fmla="*/ 325566 h 487738"/>
                <a:gd name="connsiteX139" fmla="*/ 394828 w 446163"/>
                <a:gd name="connsiteY139" fmla="*/ 318250 h 487738"/>
                <a:gd name="connsiteX140" fmla="*/ 414399 w 446163"/>
                <a:gd name="connsiteY140" fmla="*/ 325566 h 487738"/>
                <a:gd name="connsiteX141" fmla="*/ 421715 w 446163"/>
                <a:gd name="connsiteY141" fmla="*/ 343860 h 487738"/>
                <a:gd name="connsiteX142" fmla="*/ 414399 w 446163"/>
                <a:gd name="connsiteY142" fmla="*/ 363367 h 487738"/>
                <a:gd name="connsiteX143" fmla="*/ 253016 w 446163"/>
                <a:gd name="connsiteY143" fmla="*/ 243870 h 487738"/>
                <a:gd name="connsiteX144" fmla="*/ 224911 w 446163"/>
                <a:gd name="connsiteY144" fmla="*/ 271916 h 487738"/>
                <a:gd name="connsiteX145" fmla="*/ 196805 w 446163"/>
                <a:gd name="connsiteY145" fmla="*/ 243870 h 487738"/>
                <a:gd name="connsiteX146" fmla="*/ 224911 w 446163"/>
                <a:gd name="connsiteY146" fmla="*/ 215825 h 487738"/>
                <a:gd name="connsiteX147" fmla="*/ 253016 w 446163"/>
                <a:gd name="connsiteY147" fmla="*/ 243870 h 487738"/>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 ang="0">
                  <a:pos x="connsiteX39" y="connsiteY39"/>
                </a:cxn>
                <a:cxn ang="0">
                  <a:pos x="connsiteX40" y="connsiteY40"/>
                </a:cxn>
                <a:cxn ang="0">
                  <a:pos x="connsiteX41" y="connsiteY41"/>
                </a:cxn>
                <a:cxn ang="0">
                  <a:pos x="connsiteX42" y="connsiteY42"/>
                </a:cxn>
                <a:cxn ang="0">
                  <a:pos x="connsiteX43" y="connsiteY43"/>
                </a:cxn>
                <a:cxn ang="0">
                  <a:pos x="connsiteX44" y="connsiteY44"/>
                </a:cxn>
                <a:cxn ang="0">
                  <a:pos x="connsiteX45" y="connsiteY45"/>
                </a:cxn>
                <a:cxn ang="0">
                  <a:pos x="connsiteX46" y="connsiteY46"/>
                </a:cxn>
                <a:cxn ang="0">
                  <a:pos x="connsiteX47" y="connsiteY47"/>
                </a:cxn>
                <a:cxn ang="0">
                  <a:pos x="connsiteX48" y="connsiteY48"/>
                </a:cxn>
                <a:cxn ang="0">
                  <a:pos x="connsiteX49" y="connsiteY49"/>
                </a:cxn>
                <a:cxn ang="0">
                  <a:pos x="connsiteX50" y="connsiteY50"/>
                </a:cxn>
                <a:cxn ang="0">
                  <a:pos x="connsiteX51" y="connsiteY51"/>
                </a:cxn>
                <a:cxn ang="0">
                  <a:pos x="connsiteX52" y="connsiteY52"/>
                </a:cxn>
                <a:cxn ang="0">
                  <a:pos x="connsiteX53" y="connsiteY53"/>
                </a:cxn>
                <a:cxn ang="0">
                  <a:pos x="connsiteX54" y="connsiteY54"/>
                </a:cxn>
                <a:cxn ang="0">
                  <a:pos x="connsiteX55" y="connsiteY55"/>
                </a:cxn>
                <a:cxn ang="0">
                  <a:pos x="connsiteX56" y="connsiteY56"/>
                </a:cxn>
                <a:cxn ang="0">
                  <a:pos x="connsiteX57" y="connsiteY57"/>
                </a:cxn>
                <a:cxn ang="0">
                  <a:pos x="connsiteX58" y="connsiteY58"/>
                </a:cxn>
                <a:cxn ang="0">
                  <a:pos x="connsiteX59" y="connsiteY59"/>
                </a:cxn>
                <a:cxn ang="0">
                  <a:pos x="connsiteX60" y="connsiteY60"/>
                </a:cxn>
                <a:cxn ang="0">
                  <a:pos x="connsiteX61" y="connsiteY61"/>
                </a:cxn>
                <a:cxn ang="0">
                  <a:pos x="connsiteX62" y="connsiteY62"/>
                </a:cxn>
                <a:cxn ang="0">
                  <a:pos x="connsiteX63" y="connsiteY63"/>
                </a:cxn>
                <a:cxn ang="0">
                  <a:pos x="connsiteX64" y="connsiteY64"/>
                </a:cxn>
                <a:cxn ang="0">
                  <a:pos x="connsiteX65" y="connsiteY65"/>
                </a:cxn>
                <a:cxn ang="0">
                  <a:pos x="connsiteX66" y="connsiteY66"/>
                </a:cxn>
                <a:cxn ang="0">
                  <a:pos x="connsiteX67" y="connsiteY67"/>
                </a:cxn>
                <a:cxn ang="0">
                  <a:pos x="connsiteX68" y="connsiteY68"/>
                </a:cxn>
                <a:cxn ang="0">
                  <a:pos x="connsiteX69" y="connsiteY69"/>
                </a:cxn>
                <a:cxn ang="0">
                  <a:pos x="connsiteX70" y="connsiteY70"/>
                </a:cxn>
                <a:cxn ang="0">
                  <a:pos x="connsiteX71" y="connsiteY71"/>
                </a:cxn>
                <a:cxn ang="0">
                  <a:pos x="connsiteX72" y="connsiteY72"/>
                </a:cxn>
                <a:cxn ang="0">
                  <a:pos x="connsiteX73" y="connsiteY73"/>
                </a:cxn>
                <a:cxn ang="0">
                  <a:pos x="connsiteX74" y="connsiteY74"/>
                </a:cxn>
                <a:cxn ang="0">
                  <a:pos x="connsiteX75" y="connsiteY75"/>
                </a:cxn>
                <a:cxn ang="0">
                  <a:pos x="connsiteX76" y="connsiteY76"/>
                </a:cxn>
                <a:cxn ang="0">
                  <a:pos x="connsiteX77" y="connsiteY77"/>
                </a:cxn>
                <a:cxn ang="0">
                  <a:pos x="connsiteX78" y="connsiteY78"/>
                </a:cxn>
                <a:cxn ang="0">
                  <a:pos x="connsiteX79" y="connsiteY79"/>
                </a:cxn>
                <a:cxn ang="0">
                  <a:pos x="connsiteX80" y="connsiteY80"/>
                </a:cxn>
                <a:cxn ang="0">
                  <a:pos x="connsiteX81" y="connsiteY81"/>
                </a:cxn>
                <a:cxn ang="0">
                  <a:pos x="connsiteX82" y="connsiteY82"/>
                </a:cxn>
                <a:cxn ang="0">
                  <a:pos x="connsiteX83" y="connsiteY83"/>
                </a:cxn>
                <a:cxn ang="0">
                  <a:pos x="connsiteX84" y="connsiteY84"/>
                </a:cxn>
                <a:cxn ang="0">
                  <a:pos x="connsiteX85" y="connsiteY85"/>
                </a:cxn>
                <a:cxn ang="0">
                  <a:pos x="connsiteX86" y="connsiteY86"/>
                </a:cxn>
                <a:cxn ang="0">
                  <a:pos x="connsiteX87" y="connsiteY87"/>
                </a:cxn>
                <a:cxn ang="0">
                  <a:pos x="connsiteX88" y="connsiteY88"/>
                </a:cxn>
                <a:cxn ang="0">
                  <a:pos x="connsiteX89" y="connsiteY89"/>
                </a:cxn>
                <a:cxn ang="0">
                  <a:pos x="connsiteX90" y="connsiteY90"/>
                </a:cxn>
                <a:cxn ang="0">
                  <a:pos x="connsiteX91" y="connsiteY91"/>
                </a:cxn>
                <a:cxn ang="0">
                  <a:pos x="connsiteX92" y="connsiteY92"/>
                </a:cxn>
                <a:cxn ang="0">
                  <a:pos x="connsiteX93" y="connsiteY93"/>
                </a:cxn>
                <a:cxn ang="0">
                  <a:pos x="connsiteX94" y="connsiteY94"/>
                </a:cxn>
                <a:cxn ang="0">
                  <a:pos x="connsiteX95" y="connsiteY95"/>
                </a:cxn>
                <a:cxn ang="0">
                  <a:pos x="connsiteX96" y="connsiteY96"/>
                </a:cxn>
                <a:cxn ang="0">
                  <a:pos x="connsiteX97" y="connsiteY97"/>
                </a:cxn>
                <a:cxn ang="0">
                  <a:pos x="connsiteX98" y="connsiteY98"/>
                </a:cxn>
                <a:cxn ang="0">
                  <a:pos x="connsiteX99" y="connsiteY99"/>
                </a:cxn>
                <a:cxn ang="0">
                  <a:pos x="connsiteX100" y="connsiteY100"/>
                </a:cxn>
                <a:cxn ang="0">
                  <a:pos x="connsiteX101" y="connsiteY101"/>
                </a:cxn>
                <a:cxn ang="0">
                  <a:pos x="connsiteX102" y="connsiteY102"/>
                </a:cxn>
                <a:cxn ang="0">
                  <a:pos x="connsiteX103" y="connsiteY103"/>
                </a:cxn>
                <a:cxn ang="0">
                  <a:pos x="connsiteX104" y="connsiteY104"/>
                </a:cxn>
                <a:cxn ang="0">
                  <a:pos x="connsiteX105" y="connsiteY105"/>
                </a:cxn>
                <a:cxn ang="0">
                  <a:pos x="connsiteX106" y="connsiteY106"/>
                </a:cxn>
                <a:cxn ang="0">
                  <a:pos x="connsiteX107" y="connsiteY107"/>
                </a:cxn>
                <a:cxn ang="0">
                  <a:pos x="connsiteX108" y="connsiteY108"/>
                </a:cxn>
                <a:cxn ang="0">
                  <a:pos x="connsiteX109" y="connsiteY109"/>
                </a:cxn>
                <a:cxn ang="0">
                  <a:pos x="connsiteX110" y="connsiteY110"/>
                </a:cxn>
                <a:cxn ang="0">
                  <a:pos x="connsiteX111" y="connsiteY111"/>
                </a:cxn>
                <a:cxn ang="0">
                  <a:pos x="connsiteX112" y="connsiteY112"/>
                </a:cxn>
                <a:cxn ang="0">
                  <a:pos x="connsiteX113" y="connsiteY113"/>
                </a:cxn>
                <a:cxn ang="0">
                  <a:pos x="connsiteX114" y="connsiteY114"/>
                </a:cxn>
                <a:cxn ang="0">
                  <a:pos x="connsiteX115" y="connsiteY115"/>
                </a:cxn>
                <a:cxn ang="0">
                  <a:pos x="connsiteX116" y="connsiteY116"/>
                </a:cxn>
                <a:cxn ang="0">
                  <a:pos x="connsiteX117" y="connsiteY117"/>
                </a:cxn>
                <a:cxn ang="0">
                  <a:pos x="connsiteX118" y="connsiteY118"/>
                </a:cxn>
                <a:cxn ang="0">
                  <a:pos x="connsiteX119" y="connsiteY119"/>
                </a:cxn>
                <a:cxn ang="0">
                  <a:pos x="connsiteX120" y="connsiteY120"/>
                </a:cxn>
                <a:cxn ang="0">
                  <a:pos x="connsiteX121" y="connsiteY121"/>
                </a:cxn>
                <a:cxn ang="0">
                  <a:pos x="connsiteX122" y="connsiteY122"/>
                </a:cxn>
                <a:cxn ang="0">
                  <a:pos x="connsiteX123" y="connsiteY123"/>
                </a:cxn>
                <a:cxn ang="0">
                  <a:pos x="connsiteX124" y="connsiteY124"/>
                </a:cxn>
                <a:cxn ang="0">
                  <a:pos x="connsiteX125" y="connsiteY125"/>
                </a:cxn>
                <a:cxn ang="0">
                  <a:pos x="connsiteX126" y="connsiteY126"/>
                </a:cxn>
                <a:cxn ang="0">
                  <a:pos x="connsiteX127" y="connsiteY127"/>
                </a:cxn>
                <a:cxn ang="0">
                  <a:pos x="connsiteX128" y="connsiteY128"/>
                </a:cxn>
                <a:cxn ang="0">
                  <a:pos x="connsiteX129" y="connsiteY129"/>
                </a:cxn>
                <a:cxn ang="0">
                  <a:pos x="connsiteX130" y="connsiteY130"/>
                </a:cxn>
                <a:cxn ang="0">
                  <a:pos x="connsiteX131" y="connsiteY131"/>
                </a:cxn>
                <a:cxn ang="0">
                  <a:pos x="connsiteX132" y="connsiteY132"/>
                </a:cxn>
                <a:cxn ang="0">
                  <a:pos x="connsiteX133" y="connsiteY133"/>
                </a:cxn>
                <a:cxn ang="0">
                  <a:pos x="connsiteX134" y="connsiteY134"/>
                </a:cxn>
                <a:cxn ang="0">
                  <a:pos x="connsiteX135" y="connsiteY135"/>
                </a:cxn>
                <a:cxn ang="0">
                  <a:pos x="connsiteX136" y="connsiteY136"/>
                </a:cxn>
                <a:cxn ang="0">
                  <a:pos x="connsiteX137" y="connsiteY137"/>
                </a:cxn>
                <a:cxn ang="0">
                  <a:pos x="connsiteX138" y="connsiteY138"/>
                </a:cxn>
                <a:cxn ang="0">
                  <a:pos x="connsiteX139" y="connsiteY139"/>
                </a:cxn>
                <a:cxn ang="0">
                  <a:pos x="connsiteX140" y="connsiteY140"/>
                </a:cxn>
                <a:cxn ang="0">
                  <a:pos x="connsiteX141" y="connsiteY141"/>
                </a:cxn>
                <a:cxn ang="0">
                  <a:pos x="connsiteX142" y="connsiteY142"/>
                </a:cxn>
                <a:cxn ang="0">
                  <a:pos x="connsiteX143" y="connsiteY143"/>
                </a:cxn>
                <a:cxn ang="0">
                  <a:pos x="connsiteX144" y="connsiteY144"/>
                </a:cxn>
                <a:cxn ang="0">
                  <a:pos x="connsiteX145" y="connsiteY145"/>
                </a:cxn>
                <a:cxn ang="0">
                  <a:pos x="connsiteX146" y="connsiteY146"/>
                </a:cxn>
                <a:cxn ang="0">
                  <a:pos x="connsiteX147" y="connsiteY147"/>
                </a:cxn>
              </a:cxnLst>
              <a:rect l="l" t="t" r="r" b="b"/>
              <a:pathLst>
                <a:path w="446163" h="487738">
                  <a:moveTo>
                    <a:pt x="405801" y="297522"/>
                  </a:moveTo>
                  <a:lnTo>
                    <a:pt x="405801" y="195096"/>
                  </a:lnTo>
                  <a:cubicBezTo>
                    <a:pt x="415619" y="192657"/>
                    <a:pt x="424153" y="187780"/>
                    <a:pt x="430250" y="180464"/>
                  </a:cubicBezTo>
                  <a:cubicBezTo>
                    <a:pt x="440067" y="170709"/>
                    <a:pt x="444944" y="158516"/>
                    <a:pt x="444944" y="145103"/>
                  </a:cubicBezTo>
                  <a:cubicBezTo>
                    <a:pt x="444944" y="131690"/>
                    <a:pt x="440067" y="119496"/>
                    <a:pt x="430250" y="109741"/>
                  </a:cubicBezTo>
                  <a:cubicBezTo>
                    <a:pt x="410678" y="90232"/>
                    <a:pt x="380134" y="90232"/>
                    <a:pt x="360626" y="109741"/>
                  </a:cubicBezTo>
                  <a:lnTo>
                    <a:pt x="271369" y="60968"/>
                  </a:lnTo>
                  <a:cubicBezTo>
                    <a:pt x="275026" y="45116"/>
                    <a:pt x="270149" y="26826"/>
                    <a:pt x="257957" y="14632"/>
                  </a:cubicBezTo>
                  <a:cubicBezTo>
                    <a:pt x="238386" y="-4877"/>
                    <a:pt x="207842" y="-4877"/>
                    <a:pt x="188270" y="14632"/>
                  </a:cubicBezTo>
                  <a:cubicBezTo>
                    <a:pt x="176014" y="26826"/>
                    <a:pt x="171137" y="42677"/>
                    <a:pt x="174795" y="58529"/>
                  </a:cubicBezTo>
                  <a:lnTo>
                    <a:pt x="84382" y="110961"/>
                  </a:lnTo>
                  <a:cubicBezTo>
                    <a:pt x="64810" y="92671"/>
                    <a:pt x="34266" y="92671"/>
                    <a:pt x="14695" y="112181"/>
                  </a:cubicBezTo>
                  <a:cubicBezTo>
                    <a:pt x="4941" y="120716"/>
                    <a:pt x="0" y="132910"/>
                    <a:pt x="0" y="146322"/>
                  </a:cubicBezTo>
                  <a:cubicBezTo>
                    <a:pt x="0" y="159735"/>
                    <a:pt x="4941" y="171928"/>
                    <a:pt x="14695" y="181683"/>
                  </a:cubicBezTo>
                  <a:cubicBezTo>
                    <a:pt x="20791" y="187780"/>
                    <a:pt x="28170" y="192657"/>
                    <a:pt x="36704" y="193877"/>
                  </a:cubicBezTo>
                  <a:lnTo>
                    <a:pt x="36704" y="296303"/>
                  </a:lnTo>
                  <a:cubicBezTo>
                    <a:pt x="28170" y="298741"/>
                    <a:pt x="20791" y="302400"/>
                    <a:pt x="14695" y="308496"/>
                  </a:cubicBezTo>
                  <a:cubicBezTo>
                    <a:pt x="4941" y="319470"/>
                    <a:pt x="0" y="331662"/>
                    <a:pt x="0" y="345079"/>
                  </a:cubicBezTo>
                  <a:cubicBezTo>
                    <a:pt x="0" y="358490"/>
                    <a:pt x="4941" y="370682"/>
                    <a:pt x="14695" y="380436"/>
                  </a:cubicBezTo>
                  <a:cubicBezTo>
                    <a:pt x="24448" y="388970"/>
                    <a:pt x="36704" y="393854"/>
                    <a:pt x="48896" y="393854"/>
                  </a:cubicBezTo>
                  <a:cubicBezTo>
                    <a:pt x="61153" y="393854"/>
                    <a:pt x="74564" y="388970"/>
                    <a:pt x="84382" y="379217"/>
                  </a:cubicBezTo>
                  <a:lnTo>
                    <a:pt x="85600" y="377998"/>
                  </a:lnTo>
                  <a:lnTo>
                    <a:pt x="174795" y="429210"/>
                  </a:lnTo>
                  <a:cubicBezTo>
                    <a:pt x="172356" y="445066"/>
                    <a:pt x="177233" y="460916"/>
                    <a:pt x="188270" y="473108"/>
                  </a:cubicBezTo>
                  <a:cubicBezTo>
                    <a:pt x="198024" y="482862"/>
                    <a:pt x="210280" y="487738"/>
                    <a:pt x="223691" y="487738"/>
                  </a:cubicBezTo>
                  <a:cubicBezTo>
                    <a:pt x="235947" y="487738"/>
                    <a:pt x="249358" y="482862"/>
                    <a:pt x="259176" y="473108"/>
                  </a:cubicBezTo>
                  <a:cubicBezTo>
                    <a:pt x="271369" y="460916"/>
                    <a:pt x="276245" y="443847"/>
                    <a:pt x="272587" y="427991"/>
                  </a:cubicBezTo>
                  <a:lnTo>
                    <a:pt x="359343" y="377998"/>
                  </a:lnTo>
                  <a:cubicBezTo>
                    <a:pt x="359343" y="379217"/>
                    <a:pt x="360626" y="379217"/>
                    <a:pt x="360626" y="380436"/>
                  </a:cubicBezTo>
                  <a:cubicBezTo>
                    <a:pt x="370380" y="390190"/>
                    <a:pt x="382572" y="395073"/>
                    <a:pt x="396047" y="395073"/>
                  </a:cubicBezTo>
                  <a:cubicBezTo>
                    <a:pt x="408239" y="395073"/>
                    <a:pt x="421715" y="390190"/>
                    <a:pt x="431468" y="380436"/>
                  </a:cubicBezTo>
                  <a:cubicBezTo>
                    <a:pt x="441286" y="370682"/>
                    <a:pt x="446163" y="358490"/>
                    <a:pt x="446163" y="345079"/>
                  </a:cubicBezTo>
                  <a:cubicBezTo>
                    <a:pt x="446163" y="331662"/>
                    <a:pt x="441286" y="319470"/>
                    <a:pt x="431468" y="309716"/>
                  </a:cubicBezTo>
                  <a:cubicBezTo>
                    <a:pt x="422934" y="302400"/>
                    <a:pt x="414399" y="299960"/>
                    <a:pt x="405801" y="297522"/>
                  </a:cubicBezTo>
                  <a:close/>
                  <a:moveTo>
                    <a:pt x="261615" y="407265"/>
                  </a:moveTo>
                  <a:cubicBezTo>
                    <a:pt x="260395" y="406046"/>
                    <a:pt x="259176" y="404826"/>
                    <a:pt x="257957" y="403607"/>
                  </a:cubicBezTo>
                  <a:cubicBezTo>
                    <a:pt x="251797" y="397511"/>
                    <a:pt x="243263" y="392634"/>
                    <a:pt x="234728" y="391415"/>
                  </a:cubicBezTo>
                  <a:lnTo>
                    <a:pt x="234728" y="306057"/>
                  </a:lnTo>
                  <a:cubicBezTo>
                    <a:pt x="250578" y="304838"/>
                    <a:pt x="265272" y="298741"/>
                    <a:pt x="278683" y="290206"/>
                  </a:cubicBezTo>
                  <a:lnTo>
                    <a:pt x="347151" y="329223"/>
                  </a:lnTo>
                  <a:cubicBezTo>
                    <a:pt x="344713" y="337758"/>
                    <a:pt x="343494" y="347518"/>
                    <a:pt x="347151" y="357271"/>
                  </a:cubicBezTo>
                  <a:lnTo>
                    <a:pt x="261615" y="407265"/>
                  </a:lnTo>
                  <a:close/>
                  <a:moveTo>
                    <a:pt x="188270" y="403607"/>
                  </a:moveTo>
                  <a:cubicBezTo>
                    <a:pt x="187051" y="404826"/>
                    <a:pt x="184613" y="407265"/>
                    <a:pt x="183393" y="408484"/>
                  </a:cubicBezTo>
                  <a:lnTo>
                    <a:pt x="96574" y="358490"/>
                  </a:lnTo>
                  <a:cubicBezTo>
                    <a:pt x="99011" y="348737"/>
                    <a:pt x="99011" y="338977"/>
                    <a:pt x="96574" y="329223"/>
                  </a:cubicBezTo>
                  <a:lnTo>
                    <a:pt x="165041" y="288986"/>
                  </a:lnTo>
                  <a:cubicBezTo>
                    <a:pt x="179672" y="297522"/>
                    <a:pt x="195585" y="303619"/>
                    <a:pt x="212718" y="304838"/>
                  </a:cubicBezTo>
                  <a:lnTo>
                    <a:pt x="212718" y="390190"/>
                  </a:lnTo>
                  <a:cubicBezTo>
                    <a:pt x="204119" y="392634"/>
                    <a:pt x="195585" y="396292"/>
                    <a:pt x="188270" y="403607"/>
                  </a:cubicBezTo>
                  <a:close/>
                  <a:moveTo>
                    <a:pt x="59933" y="195096"/>
                  </a:moveTo>
                  <a:cubicBezTo>
                    <a:pt x="69687" y="192657"/>
                    <a:pt x="78285" y="189000"/>
                    <a:pt x="84382" y="181683"/>
                  </a:cubicBezTo>
                  <a:cubicBezTo>
                    <a:pt x="85600" y="180464"/>
                    <a:pt x="85600" y="180464"/>
                    <a:pt x="86820" y="179245"/>
                  </a:cubicBezTo>
                  <a:lnTo>
                    <a:pt x="146689" y="213386"/>
                  </a:lnTo>
                  <a:cubicBezTo>
                    <a:pt x="139374" y="220703"/>
                    <a:pt x="133278" y="229238"/>
                    <a:pt x="128337" y="238993"/>
                  </a:cubicBezTo>
                  <a:lnTo>
                    <a:pt x="124679" y="243870"/>
                  </a:lnTo>
                  <a:lnTo>
                    <a:pt x="127117" y="248748"/>
                  </a:lnTo>
                  <a:cubicBezTo>
                    <a:pt x="132058" y="258502"/>
                    <a:pt x="138155" y="267038"/>
                    <a:pt x="145470" y="274354"/>
                  </a:cubicBezTo>
                  <a:lnTo>
                    <a:pt x="84382" y="309716"/>
                  </a:lnTo>
                  <a:cubicBezTo>
                    <a:pt x="77002" y="302400"/>
                    <a:pt x="68468" y="298741"/>
                    <a:pt x="59933" y="296303"/>
                  </a:cubicBezTo>
                  <a:lnTo>
                    <a:pt x="59933" y="195096"/>
                  </a:lnTo>
                  <a:close/>
                  <a:moveTo>
                    <a:pt x="184613" y="79258"/>
                  </a:moveTo>
                  <a:cubicBezTo>
                    <a:pt x="185832" y="80477"/>
                    <a:pt x="187051" y="82916"/>
                    <a:pt x="188270" y="84135"/>
                  </a:cubicBezTo>
                  <a:cubicBezTo>
                    <a:pt x="195585" y="91452"/>
                    <a:pt x="204119" y="95109"/>
                    <a:pt x="212718" y="97548"/>
                  </a:cubicBezTo>
                  <a:lnTo>
                    <a:pt x="212718" y="181683"/>
                  </a:lnTo>
                  <a:cubicBezTo>
                    <a:pt x="195585" y="182903"/>
                    <a:pt x="179672" y="189000"/>
                    <a:pt x="165041" y="197535"/>
                  </a:cubicBezTo>
                  <a:lnTo>
                    <a:pt x="97793" y="158516"/>
                  </a:lnTo>
                  <a:cubicBezTo>
                    <a:pt x="100231" y="148761"/>
                    <a:pt x="100231" y="139006"/>
                    <a:pt x="96574" y="129251"/>
                  </a:cubicBezTo>
                  <a:lnTo>
                    <a:pt x="184613" y="79258"/>
                  </a:lnTo>
                  <a:close/>
                  <a:moveTo>
                    <a:pt x="257957" y="84135"/>
                  </a:moveTo>
                  <a:cubicBezTo>
                    <a:pt x="259176" y="82916"/>
                    <a:pt x="260395" y="81697"/>
                    <a:pt x="260395" y="80477"/>
                  </a:cubicBezTo>
                  <a:lnTo>
                    <a:pt x="347151" y="130470"/>
                  </a:lnTo>
                  <a:cubicBezTo>
                    <a:pt x="343494" y="140225"/>
                    <a:pt x="343494" y="149980"/>
                    <a:pt x="345932" y="158516"/>
                  </a:cubicBezTo>
                  <a:lnTo>
                    <a:pt x="281121" y="197535"/>
                  </a:lnTo>
                  <a:cubicBezTo>
                    <a:pt x="267710" y="189000"/>
                    <a:pt x="251797" y="182903"/>
                    <a:pt x="235947" y="181683"/>
                  </a:cubicBezTo>
                  <a:lnTo>
                    <a:pt x="235947" y="96329"/>
                  </a:lnTo>
                  <a:cubicBezTo>
                    <a:pt x="243263" y="95109"/>
                    <a:pt x="251797" y="90232"/>
                    <a:pt x="257957" y="84135"/>
                  </a:cubicBezTo>
                  <a:close/>
                  <a:moveTo>
                    <a:pt x="284844" y="258502"/>
                  </a:moveTo>
                  <a:cubicBezTo>
                    <a:pt x="250578" y="292645"/>
                    <a:pt x="196805" y="292645"/>
                    <a:pt x="162603" y="258502"/>
                  </a:cubicBezTo>
                  <a:cubicBezTo>
                    <a:pt x="157726" y="253625"/>
                    <a:pt x="154004" y="248748"/>
                    <a:pt x="150346" y="243870"/>
                  </a:cubicBezTo>
                  <a:cubicBezTo>
                    <a:pt x="154004" y="238993"/>
                    <a:pt x="157726" y="234115"/>
                    <a:pt x="162603" y="229238"/>
                  </a:cubicBezTo>
                  <a:cubicBezTo>
                    <a:pt x="196805" y="195096"/>
                    <a:pt x="250578" y="195096"/>
                    <a:pt x="284844" y="229238"/>
                  </a:cubicBezTo>
                  <a:cubicBezTo>
                    <a:pt x="289721" y="234115"/>
                    <a:pt x="293378" y="238993"/>
                    <a:pt x="297036" y="243870"/>
                  </a:cubicBezTo>
                  <a:cubicBezTo>
                    <a:pt x="292159" y="248748"/>
                    <a:pt x="288501" y="253625"/>
                    <a:pt x="284844" y="258502"/>
                  </a:cubicBezTo>
                  <a:close/>
                  <a:moveTo>
                    <a:pt x="360626" y="309716"/>
                  </a:moveTo>
                  <a:cubicBezTo>
                    <a:pt x="360626" y="309716"/>
                    <a:pt x="359343" y="309716"/>
                    <a:pt x="360626" y="309716"/>
                  </a:cubicBezTo>
                  <a:lnTo>
                    <a:pt x="299474" y="275574"/>
                  </a:lnTo>
                  <a:cubicBezTo>
                    <a:pt x="299474" y="275574"/>
                    <a:pt x="300693" y="275573"/>
                    <a:pt x="300693" y="274354"/>
                  </a:cubicBezTo>
                  <a:cubicBezTo>
                    <a:pt x="308008" y="267038"/>
                    <a:pt x="314168" y="258502"/>
                    <a:pt x="319045" y="248748"/>
                  </a:cubicBezTo>
                  <a:lnTo>
                    <a:pt x="321484" y="243870"/>
                  </a:lnTo>
                  <a:lnTo>
                    <a:pt x="319045" y="238993"/>
                  </a:lnTo>
                  <a:cubicBezTo>
                    <a:pt x="314168" y="229238"/>
                    <a:pt x="308008" y="220703"/>
                    <a:pt x="300693" y="213386"/>
                  </a:cubicBezTo>
                  <a:lnTo>
                    <a:pt x="359343" y="179245"/>
                  </a:lnTo>
                  <a:cubicBezTo>
                    <a:pt x="360626" y="180464"/>
                    <a:pt x="360626" y="180464"/>
                    <a:pt x="361846" y="181683"/>
                  </a:cubicBezTo>
                  <a:cubicBezTo>
                    <a:pt x="367942" y="187780"/>
                    <a:pt x="376476" y="192657"/>
                    <a:pt x="385011" y="195096"/>
                  </a:cubicBezTo>
                  <a:lnTo>
                    <a:pt x="385011" y="297522"/>
                  </a:lnTo>
                  <a:cubicBezTo>
                    <a:pt x="374038" y="298741"/>
                    <a:pt x="366723" y="303619"/>
                    <a:pt x="360626" y="309716"/>
                  </a:cubicBezTo>
                  <a:close/>
                  <a:moveTo>
                    <a:pt x="376476" y="128032"/>
                  </a:moveTo>
                  <a:cubicBezTo>
                    <a:pt x="387513" y="117058"/>
                    <a:pt x="403363" y="117058"/>
                    <a:pt x="414399" y="128032"/>
                  </a:cubicBezTo>
                  <a:cubicBezTo>
                    <a:pt x="419276" y="132910"/>
                    <a:pt x="421715" y="140225"/>
                    <a:pt x="421715" y="146322"/>
                  </a:cubicBezTo>
                  <a:cubicBezTo>
                    <a:pt x="421715" y="153638"/>
                    <a:pt x="419276" y="159735"/>
                    <a:pt x="414399" y="164613"/>
                  </a:cubicBezTo>
                  <a:cubicBezTo>
                    <a:pt x="409458" y="169490"/>
                    <a:pt x="402144" y="173148"/>
                    <a:pt x="394828" y="171928"/>
                  </a:cubicBezTo>
                  <a:cubicBezTo>
                    <a:pt x="387513" y="171928"/>
                    <a:pt x="381353" y="169490"/>
                    <a:pt x="376476" y="164613"/>
                  </a:cubicBezTo>
                  <a:cubicBezTo>
                    <a:pt x="367942" y="156077"/>
                    <a:pt x="365503" y="142664"/>
                    <a:pt x="372818" y="131690"/>
                  </a:cubicBezTo>
                  <a:cubicBezTo>
                    <a:pt x="374038" y="130470"/>
                    <a:pt x="375257" y="129251"/>
                    <a:pt x="376476" y="128032"/>
                  </a:cubicBezTo>
                  <a:close/>
                  <a:moveTo>
                    <a:pt x="204119" y="30484"/>
                  </a:moveTo>
                  <a:cubicBezTo>
                    <a:pt x="215157" y="19510"/>
                    <a:pt x="231006" y="19510"/>
                    <a:pt x="242043" y="30484"/>
                  </a:cubicBezTo>
                  <a:cubicBezTo>
                    <a:pt x="250578" y="39019"/>
                    <a:pt x="251797" y="51213"/>
                    <a:pt x="246920" y="60968"/>
                  </a:cubicBezTo>
                  <a:cubicBezTo>
                    <a:pt x="245701" y="63406"/>
                    <a:pt x="243263" y="65845"/>
                    <a:pt x="242043" y="68284"/>
                  </a:cubicBezTo>
                  <a:cubicBezTo>
                    <a:pt x="231006" y="79258"/>
                    <a:pt x="215157" y="79258"/>
                    <a:pt x="204119" y="68284"/>
                  </a:cubicBezTo>
                  <a:cubicBezTo>
                    <a:pt x="201681" y="65845"/>
                    <a:pt x="199243" y="63406"/>
                    <a:pt x="198024" y="59748"/>
                  </a:cubicBezTo>
                  <a:cubicBezTo>
                    <a:pt x="194366" y="49994"/>
                    <a:pt x="196805" y="37800"/>
                    <a:pt x="204119" y="30484"/>
                  </a:cubicBezTo>
                  <a:close/>
                  <a:moveTo>
                    <a:pt x="23229" y="146322"/>
                  </a:moveTo>
                  <a:cubicBezTo>
                    <a:pt x="23229" y="139006"/>
                    <a:pt x="25667" y="132910"/>
                    <a:pt x="30608" y="128032"/>
                  </a:cubicBezTo>
                  <a:cubicBezTo>
                    <a:pt x="41581" y="117058"/>
                    <a:pt x="57495" y="117058"/>
                    <a:pt x="68468" y="128032"/>
                  </a:cubicBezTo>
                  <a:cubicBezTo>
                    <a:pt x="69687" y="129251"/>
                    <a:pt x="70906" y="130470"/>
                    <a:pt x="72125" y="131690"/>
                  </a:cubicBezTo>
                  <a:cubicBezTo>
                    <a:pt x="79505" y="142664"/>
                    <a:pt x="78285" y="156077"/>
                    <a:pt x="68468" y="165832"/>
                  </a:cubicBezTo>
                  <a:cubicBezTo>
                    <a:pt x="63591" y="170709"/>
                    <a:pt x="56276" y="174367"/>
                    <a:pt x="48896" y="173148"/>
                  </a:cubicBezTo>
                  <a:cubicBezTo>
                    <a:pt x="41581" y="173148"/>
                    <a:pt x="35485" y="170709"/>
                    <a:pt x="30608" y="165832"/>
                  </a:cubicBezTo>
                  <a:cubicBezTo>
                    <a:pt x="25667" y="160954"/>
                    <a:pt x="23229" y="153638"/>
                    <a:pt x="23229" y="146322"/>
                  </a:cubicBezTo>
                  <a:close/>
                  <a:moveTo>
                    <a:pt x="30608" y="363367"/>
                  </a:moveTo>
                  <a:cubicBezTo>
                    <a:pt x="25667" y="358490"/>
                    <a:pt x="23229" y="351175"/>
                    <a:pt x="23229" y="345079"/>
                  </a:cubicBezTo>
                  <a:cubicBezTo>
                    <a:pt x="23229" y="337758"/>
                    <a:pt x="25667" y="331662"/>
                    <a:pt x="30608" y="326785"/>
                  </a:cubicBezTo>
                  <a:cubicBezTo>
                    <a:pt x="35485" y="321908"/>
                    <a:pt x="41581" y="319470"/>
                    <a:pt x="48896" y="319470"/>
                  </a:cubicBezTo>
                  <a:cubicBezTo>
                    <a:pt x="56276" y="319470"/>
                    <a:pt x="63591" y="321908"/>
                    <a:pt x="68468" y="326785"/>
                  </a:cubicBezTo>
                  <a:cubicBezTo>
                    <a:pt x="77002" y="335319"/>
                    <a:pt x="78285" y="348737"/>
                    <a:pt x="72125" y="358490"/>
                  </a:cubicBezTo>
                  <a:cubicBezTo>
                    <a:pt x="70906" y="360929"/>
                    <a:pt x="69687" y="362148"/>
                    <a:pt x="68468" y="364586"/>
                  </a:cubicBezTo>
                  <a:cubicBezTo>
                    <a:pt x="57495" y="374340"/>
                    <a:pt x="41581" y="374340"/>
                    <a:pt x="30608" y="363367"/>
                  </a:cubicBezTo>
                  <a:close/>
                  <a:moveTo>
                    <a:pt x="242043" y="457258"/>
                  </a:moveTo>
                  <a:cubicBezTo>
                    <a:pt x="231006" y="468231"/>
                    <a:pt x="215157" y="468231"/>
                    <a:pt x="204119" y="457258"/>
                  </a:cubicBezTo>
                  <a:cubicBezTo>
                    <a:pt x="196805" y="449943"/>
                    <a:pt x="194366" y="438964"/>
                    <a:pt x="198024" y="427991"/>
                  </a:cubicBezTo>
                  <a:cubicBezTo>
                    <a:pt x="199243" y="424334"/>
                    <a:pt x="201681" y="421895"/>
                    <a:pt x="204119" y="419457"/>
                  </a:cubicBezTo>
                  <a:cubicBezTo>
                    <a:pt x="215157" y="408484"/>
                    <a:pt x="231006" y="408484"/>
                    <a:pt x="242043" y="419457"/>
                  </a:cubicBezTo>
                  <a:cubicBezTo>
                    <a:pt x="244482" y="421895"/>
                    <a:pt x="245701" y="424334"/>
                    <a:pt x="246920" y="426772"/>
                  </a:cubicBezTo>
                  <a:cubicBezTo>
                    <a:pt x="251797" y="437745"/>
                    <a:pt x="250578" y="449943"/>
                    <a:pt x="242043" y="457258"/>
                  </a:cubicBezTo>
                  <a:close/>
                  <a:moveTo>
                    <a:pt x="414399" y="363367"/>
                  </a:moveTo>
                  <a:cubicBezTo>
                    <a:pt x="403363" y="374340"/>
                    <a:pt x="387513" y="374340"/>
                    <a:pt x="376476" y="363367"/>
                  </a:cubicBezTo>
                  <a:cubicBezTo>
                    <a:pt x="375257" y="360929"/>
                    <a:pt x="372818" y="359710"/>
                    <a:pt x="371600" y="357271"/>
                  </a:cubicBezTo>
                  <a:cubicBezTo>
                    <a:pt x="365503" y="347518"/>
                    <a:pt x="367942" y="334100"/>
                    <a:pt x="376476" y="325566"/>
                  </a:cubicBezTo>
                  <a:cubicBezTo>
                    <a:pt x="381353" y="320689"/>
                    <a:pt x="387513" y="318250"/>
                    <a:pt x="394828" y="318250"/>
                  </a:cubicBezTo>
                  <a:cubicBezTo>
                    <a:pt x="402144" y="318250"/>
                    <a:pt x="409458" y="320689"/>
                    <a:pt x="414399" y="325566"/>
                  </a:cubicBezTo>
                  <a:cubicBezTo>
                    <a:pt x="419276" y="330442"/>
                    <a:pt x="421715" y="337758"/>
                    <a:pt x="421715" y="343860"/>
                  </a:cubicBezTo>
                  <a:cubicBezTo>
                    <a:pt x="421715" y="352394"/>
                    <a:pt x="419276" y="358490"/>
                    <a:pt x="414399" y="363367"/>
                  </a:cubicBezTo>
                  <a:close/>
                  <a:moveTo>
                    <a:pt x="253016" y="243870"/>
                  </a:moveTo>
                  <a:cubicBezTo>
                    <a:pt x="253016" y="259722"/>
                    <a:pt x="240824" y="271916"/>
                    <a:pt x="224911" y="271916"/>
                  </a:cubicBezTo>
                  <a:cubicBezTo>
                    <a:pt x="209060" y="271916"/>
                    <a:pt x="196805" y="259722"/>
                    <a:pt x="196805" y="243870"/>
                  </a:cubicBezTo>
                  <a:cubicBezTo>
                    <a:pt x="196805" y="228019"/>
                    <a:pt x="209060" y="215825"/>
                    <a:pt x="224911" y="215825"/>
                  </a:cubicBezTo>
                  <a:cubicBezTo>
                    <a:pt x="239605" y="215825"/>
                    <a:pt x="253016" y="228019"/>
                    <a:pt x="253016" y="243870"/>
                  </a:cubicBezTo>
                  <a:close/>
                </a:path>
              </a:pathLst>
            </a:custGeom>
            <a:solidFill>
              <a:srgbClr val="2D5967"/>
            </a:solidFill>
            <a:ln w="6417" cap="flat">
              <a:noFill/>
              <a:prstDash val="solid"/>
              <a:miter/>
            </a:ln>
          </p:spPr>
          <p:txBody>
            <a:bodyPr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srgbClr val="7C8A98"/>
                </a:solidFill>
                <a:effectLst/>
                <a:uLnTx/>
                <a:uFillTx/>
                <a:latin typeface="Oracle Sans Tab"/>
                <a:ea typeface="+mn-ea"/>
                <a:cs typeface="+mn-cs"/>
              </a:endParaRPr>
            </a:p>
          </p:txBody>
        </p:sp>
      </p:grpSp>
      <p:sp>
        <p:nvSpPr>
          <p:cNvPr id="100" name="TextBox 99">
            <a:extLst>
              <a:ext uri="{FF2B5EF4-FFF2-40B4-BE49-F238E27FC236}">
                <a16:creationId xmlns:a16="http://schemas.microsoft.com/office/drawing/2014/main" id="{282CF863-A9C9-3F80-A1DA-3E4BAF6FB743}"/>
              </a:ext>
            </a:extLst>
          </p:cNvPr>
          <p:cNvSpPr txBox="1"/>
          <p:nvPr/>
        </p:nvSpPr>
        <p:spPr>
          <a:xfrm>
            <a:off x="4833865" y="2786701"/>
            <a:ext cx="1334440" cy="307777"/>
          </a:xfrm>
          <a:prstGeom prst="rect">
            <a:avLst/>
          </a:prstGeom>
          <a:solidFill>
            <a:schemeClr val="accent1"/>
          </a:solidFill>
        </p:spPr>
        <p:txBody>
          <a:bodyPr wrap="square" rtlCol="0">
            <a:spAutoFit/>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sz="1400" b="1" i="0" u="none" strike="noStrike" kern="1200" cap="none" spc="0" normalizeH="0" baseline="0" noProof="0" dirty="0">
                <a:ln>
                  <a:noFill/>
                </a:ln>
                <a:solidFill>
                  <a:srgbClr val="FFFFFF"/>
                </a:solidFill>
                <a:effectLst/>
                <a:uLnTx/>
                <a:uFillTx/>
                <a:latin typeface="Oracle Sans"/>
                <a:ea typeface="+mn-ea"/>
                <a:cs typeface="Oracle Sans"/>
                <a:rtl val="0"/>
              </a:rPr>
              <a:t>Gen AI - LLM</a:t>
            </a:r>
          </a:p>
        </p:txBody>
      </p:sp>
      <p:sp>
        <p:nvSpPr>
          <p:cNvPr id="103" name="TextBox 102">
            <a:extLst>
              <a:ext uri="{FF2B5EF4-FFF2-40B4-BE49-F238E27FC236}">
                <a16:creationId xmlns:a16="http://schemas.microsoft.com/office/drawing/2014/main" id="{D6794125-01AF-259A-68DA-F944F2174856}"/>
              </a:ext>
            </a:extLst>
          </p:cNvPr>
          <p:cNvSpPr txBox="1"/>
          <p:nvPr/>
        </p:nvSpPr>
        <p:spPr>
          <a:xfrm>
            <a:off x="9133968" y="1217521"/>
            <a:ext cx="2277040" cy="338554"/>
          </a:xfrm>
          <a:prstGeom prst="rect">
            <a:avLst/>
          </a:prstGeom>
          <a:solidFill>
            <a:srgbClr val="00688C"/>
          </a:solidFill>
        </p:spPr>
        <p:txBody>
          <a:bodyPr wrap="square" rtlCol="0">
            <a:spAutoFit/>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sz="1600" b="1" i="0" u="none" strike="noStrike" kern="1200" cap="none" spc="0" normalizeH="0" baseline="0" noProof="0" dirty="0">
                <a:ln>
                  <a:noFill/>
                </a:ln>
                <a:solidFill>
                  <a:srgbClr val="FFFFFF"/>
                </a:solidFill>
                <a:effectLst/>
                <a:uLnTx/>
                <a:uFillTx/>
                <a:latin typeface="Oracle Sans"/>
                <a:ea typeface="+mn-ea"/>
                <a:cs typeface="Oracle Sans"/>
                <a:rtl val="0"/>
              </a:rPr>
              <a:t>Asset Management</a:t>
            </a:r>
          </a:p>
        </p:txBody>
      </p:sp>
      <p:pic>
        <p:nvPicPr>
          <p:cNvPr id="23" name="Picture 2" descr="OpenShift - Wikipedia">
            <a:extLst>
              <a:ext uri="{FF2B5EF4-FFF2-40B4-BE49-F238E27FC236}">
                <a16:creationId xmlns:a16="http://schemas.microsoft.com/office/drawing/2014/main" id="{E23C6478-C3FD-E3DA-93D9-90D91038E5F5}"/>
              </a:ext>
            </a:extLst>
          </p:cNvPr>
          <p:cNvPicPr>
            <a:picLocks noChangeAspect="1" noChangeArrowheads="1"/>
          </p:cNvPicPr>
          <p:nvPr/>
        </p:nvPicPr>
        <p:blipFill rotWithShape="1">
          <a:blip r:embed="rId5">
            <a:alphaModFix amt="70000"/>
            <a:extLst>
              <a:ext uri="{28A0092B-C50C-407E-A947-70E740481C1C}">
                <a14:useLocalDpi xmlns:a14="http://schemas.microsoft.com/office/drawing/2010/main" val="0"/>
              </a:ext>
            </a:extLst>
          </a:blip>
          <a:srcRect b="21959"/>
          <a:stretch/>
        </p:blipFill>
        <p:spPr bwMode="auto">
          <a:xfrm>
            <a:off x="11388960" y="3724336"/>
            <a:ext cx="332005" cy="276785"/>
          </a:xfrm>
          <a:prstGeom prst="rect">
            <a:avLst/>
          </a:prstGeom>
          <a:noFill/>
          <a:extLst>
            <a:ext uri="{909E8E84-426E-40DD-AFC4-6F175D3DCCD1}">
              <a14:hiddenFill xmlns:a14="http://schemas.microsoft.com/office/drawing/2010/main">
                <a:solidFill>
                  <a:srgbClr val="FFFFFF"/>
                </a:solidFill>
              </a14:hiddenFill>
            </a:ext>
          </a:extLst>
        </p:spPr>
      </p:pic>
      <p:pic>
        <p:nvPicPr>
          <p:cNvPr id="95" name="Picture 2" descr="OpenShift - Wikipedia">
            <a:extLst>
              <a:ext uri="{FF2B5EF4-FFF2-40B4-BE49-F238E27FC236}">
                <a16:creationId xmlns:a16="http://schemas.microsoft.com/office/drawing/2014/main" id="{9CD2BE13-FE07-47FF-4599-0067CD7A8171}"/>
              </a:ext>
            </a:extLst>
          </p:cNvPr>
          <p:cNvPicPr>
            <a:picLocks noChangeAspect="1" noChangeArrowheads="1"/>
          </p:cNvPicPr>
          <p:nvPr/>
        </p:nvPicPr>
        <p:blipFill rotWithShape="1">
          <a:blip r:embed="rId5">
            <a:alphaModFix amt="70000"/>
            <a:extLst>
              <a:ext uri="{28A0092B-C50C-407E-A947-70E740481C1C}">
                <a14:useLocalDpi xmlns:a14="http://schemas.microsoft.com/office/drawing/2010/main" val="0"/>
              </a:ext>
            </a:extLst>
          </a:blip>
          <a:srcRect b="21959"/>
          <a:stretch/>
        </p:blipFill>
        <p:spPr bwMode="auto">
          <a:xfrm>
            <a:off x="4072976" y="4058593"/>
            <a:ext cx="332005" cy="276785"/>
          </a:xfrm>
          <a:prstGeom prst="rect">
            <a:avLst/>
          </a:prstGeom>
          <a:noFill/>
          <a:extLst>
            <a:ext uri="{909E8E84-426E-40DD-AFC4-6F175D3DCCD1}">
              <a14:hiddenFill xmlns:a14="http://schemas.microsoft.com/office/drawing/2010/main">
                <a:solidFill>
                  <a:srgbClr val="FFFFFF"/>
                </a:solidFill>
              </a14:hiddenFill>
            </a:ext>
          </a:extLst>
        </p:spPr>
      </p:pic>
      <p:pic>
        <p:nvPicPr>
          <p:cNvPr id="96" name="Picture 2" descr="OpenShift - Wikipedia">
            <a:extLst>
              <a:ext uri="{FF2B5EF4-FFF2-40B4-BE49-F238E27FC236}">
                <a16:creationId xmlns:a16="http://schemas.microsoft.com/office/drawing/2014/main" id="{CF93A7B7-EF2C-3E44-9686-D7D47AC72447}"/>
              </a:ext>
            </a:extLst>
          </p:cNvPr>
          <p:cNvPicPr>
            <a:picLocks noChangeAspect="1" noChangeArrowheads="1"/>
          </p:cNvPicPr>
          <p:nvPr/>
        </p:nvPicPr>
        <p:blipFill rotWithShape="1">
          <a:blip r:embed="rId5">
            <a:alphaModFix amt="70000"/>
            <a:extLst>
              <a:ext uri="{28A0092B-C50C-407E-A947-70E740481C1C}">
                <a14:useLocalDpi xmlns:a14="http://schemas.microsoft.com/office/drawing/2010/main" val="0"/>
              </a:ext>
            </a:extLst>
          </a:blip>
          <a:srcRect b="21959"/>
          <a:stretch/>
        </p:blipFill>
        <p:spPr bwMode="auto">
          <a:xfrm>
            <a:off x="6038942" y="1612647"/>
            <a:ext cx="332005" cy="276785"/>
          </a:xfrm>
          <a:prstGeom prst="rect">
            <a:avLst/>
          </a:prstGeom>
          <a:noFill/>
          <a:extLst>
            <a:ext uri="{909E8E84-426E-40DD-AFC4-6F175D3DCCD1}">
              <a14:hiddenFill xmlns:a14="http://schemas.microsoft.com/office/drawing/2010/main">
                <a:solidFill>
                  <a:srgbClr val="FFFFFF"/>
                </a:solidFill>
              </a14:hiddenFill>
            </a:ext>
          </a:extLst>
        </p:spPr>
      </p:pic>
      <p:sp>
        <p:nvSpPr>
          <p:cNvPr id="110" name="Triangle 109">
            <a:extLst>
              <a:ext uri="{FF2B5EF4-FFF2-40B4-BE49-F238E27FC236}">
                <a16:creationId xmlns:a16="http://schemas.microsoft.com/office/drawing/2014/main" id="{FA9B882E-317D-BCA1-0761-FF45034C9BAD}"/>
              </a:ext>
            </a:extLst>
          </p:cNvPr>
          <p:cNvSpPr/>
          <p:nvPr/>
        </p:nvSpPr>
        <p:spPr>
          <a:xfrm rot="5400000">
            <a:off x="6556241" y="3321493"/>
            <a:ext cx="4222208" cy="491146"/>
          </a:xfrm>
          <a:prstGeom prst="triangle">
            <a:avLst/>
          </a:prstGeom>
          <a:solidFill>
            <a:schemeClr val="bg2">
              <a:lumMod val="25000"/>
              <a:lumOff val="7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srgbClr val="FFFFFF"/>
              </a:solidFill>
              <a:effectLst/>
              <a:uLnTx/>
              <a:uFillTx/>
              <a:latin typeface="Oracle Sans Tab"/>
              <a:ea typeface="+mn-ea"/>
              <a:cs typeface="+mn-cs"/>
            </a:endParaRPr>
          </a:p>
        </p:txBody>
      </p:sp>
      <p:sp>
        <p:nvSpPr>
          <p:cNvPr id="111" name="Triangle 110">
            <a:extLst>
              <a:ext uri="{FF2B5EF4-FFF2-40B4-BE49-F238E27FC236}">
                <a16:creationId xmlns:a16="http://schemas.microsoft.com/office/drawing/2014/main" id="{7DAF83D9-1DE8-B540-3749-41E364238D18}"/>
              </a:ext>
            </a:extLst>
          </p:cNvPr>
          <p:cNvSpPr/>
          <p:nvPr/>
        </p:nvSpPr>
        <p:spPr>
          <a:xfrm rot="5400000">
            <a:off x="183513" y="3321493"/>
            <a:ext cx="4222208" cy="491146"/>
          </a:xfrm>
          <a:prstGeom prst="triangle">
            <a:avLst/>
          </a:prstGeom>
          <a:solidFill>
            <a:schemeClr val="bg2">
              <a:lumMod val="25000"/>
              <a:lumOff val="7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srgbClr val="FFFFFF"/>
              </a:solidFill>
              <a:effectLst/>
              <a:uLnTx/>
              <a:uFillTx/>
              <a:latin typeface="Oracle Sans Tab"/>
              <a:ea typeface="+mn-ea"/>
              <a:cs typeface="+mn-cs"/>
            </a:endParaRPr>
          </a:p>
        </p:txBody>
      </p:sp>
      <p:pic>
        <p:nvPicPr>
          <p:cNvPr id="113" name="Picture 6" descr="Dashboard - Free electronics icons">
            <a:extLst>
              <a:ext uri="{FF2B5EF4-FFF2-40B4-BE49-F238E27FC236}">
                <a16:creationId xmlns:a16="http://schemas.microsoft.com/office/drawing/2014/main" id="{B0DE6F65-8F31-91E9-EEDE-1ED1B4E3B24B}"/>
              </a:ext>
            </a:extLst>
          </p:cNvPr>
          <p:cNvPicPr>
            <a:picLocks noChangeAspect="1" noChangeArrowheads="1"/>
          </p:cNvPicPr>
          <p:nvPr/>
        </p:nvPicPr>
        <p:blipFill>
          <a:blip r:embed="rId6">
            <a:duotone>
              <a:srgbClr val="227E9D">
                <a:shade val="45000"/>
                <a:satMod val="135000"/>
              </a:srgbClr>
              <a:prstClr val="white"/>
            </a:duotone>
            <a:alphaModFix amt="70000"/>
            <a:extLst>
              <a:ext uri="{28A0092B-C50C-407E-A947-70E740481C1C}">
                <a14:useLocalDpi xmlns:a14="http://schemas.microsoft.com/office/drawing/2010/main" val="0"/>
              </a:ext>
            </a:extLst>
          </a:blip>
          <a:srcRect/>
          <a:stretch>
            <a:fillRect/>
          </a:stretch>
        </p:blipFill>
        <p:spPr bwMode="auto">
          <a:xfrm>
            <a:off x="9819249" y="4883828"/>
            <a:ext cx="894224" cy="684340"/>
          </a:xfrm>
          <a:prstGeom prst="rect">
            <a:avLst/>
          </a:prstGeom>
          <a:noFill/>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2806520186"/>
      </p:ext>
    </p:extLst>
  </p:cSld>
  <p:clrMapOvr>
    <a:masterClrMapping/>
  </p:clrMapOvr>
  <p:transition>
    <p:fade/>
  </p:transition>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46711A91-1209-9BFE-F547-E1675E7E9660}"/>
            </a:ext>
          </a:extLst>
        </p:cNvPr>
        <p:cNvGrpSpPr/>
        <p:nvPr/>
      </p:nvGrpSpPr>
      <p:grpSpPr>
        <a:xfrm>
          <a:off x="0" y="0"/>
          <a:ext cx="0" cy="0"/>
          <a:chOff x="0" y="0"/>
          <a:chExt cx="0" cy="0"/>
        </a:xfrm>
      </p:grpSpPr>
      <p:sp>
        <p:nvSpPr>
          <p:cNvPr id="2" name="Slide Number Placeholder 1">
            <a:extLst>
              <a:ext uri="{FF2B5EF4-FFF2-40B4-BE49-F238E27FC236}">
                <a16:creationId xmlns:a16="http://schemas.microsoft.com/office/drawing/2014/main" id="{24F3FC95-E30B-08C7-8017-157996DAC69D}"/>
              </a:ext>
            </a:extLst>
          </p:cNvPr>
          <p:cNvSpPr>
            <a:spLocks noGrp="1"/>
          </p:cNvSpPr>
          <p:nvPr>
            <p:ph type="sldNum" sz="quarter" idx="40"/>
          </p:nvPr>
        </p:nvSpPr>
        <p:spPr>
          <a:xfrm>
            <a:off x="762000" y="6423660"/>
            <a:ext cx="365760" cy="365760"/>
          </a:xfrm>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fld id="{345D60D9-5372-5F40-9443-0F9AE5BDC3C8}" type="slidenum">
              <a:rPr kumimoji="0" lang="en-US" sz="900" b="0" i="0" u="none" strike="noStrike" kern="1200" cap="none" spc="0" normalizeH="0" baseline="0" noProof="0" smtClean="0">
                <a:ln>
                  <a:noFill/>
                </a:ln>
                <a:solidFill>
                  <a:srgbClr val="8B8580"/>
                </a:solidFill>
                <a:effectLst/>
                <a:uLnTx/>
                <a:uFillTx/>
                <a:latin typeface="Oracle Sans Tab"/>
                <a:ea typeface="+mn-ea"/>
                <a:cs typeface="+mn-cs"/>
              </a:rPr>
              <a:pPr marL="0" marR="0" lvl="0" indent="0" algn="l" defTabSz="914400" rtl="0" eaLnBrk="1" fontAlgn="auto" latinLnBrk="0" hangingPunct="1">
                <a:lnSpc>
                  <a:spcPct val="100000"/>
                </a:lnSpc>
                <a:spcBef>
                  <a:spcPts val="0"/>
                </a:spcBef>
                <a:spcAft>
                  <a:spcPts val="0"/>
                </a:spcAft>
                <a:buClrTx/>
                <a:buSzTx/>
                <a:buFontTx/>
                <a:buNone/>
                <a:tabLst/>
                <a:defRPr/>
              </a:pPr>
              <a:t>2</a:t>
            </a:fld>
            <a:endParaRPr kumimoji="0" lang="en-US" sz="900" b="0" i="0" u="none" strike="noStrike" kern="1200" cap="none" spc="0" normalizeH="0" baseline="0" noProof="0" dirty="0">
              <a:ln>
                <a:noFill/>
              </a:ln>
              <a:solidFill>
                <a:srgbClr val="8B8580"/>
              </a:solidFill>
              <a:effectLst/>
              <a:uLnTx/>
              <a:uFillTx/>
              <a:latin typeface="Oracle Sans Tab"/>
              <a:ea typeface="+mn-ea"/>
              <a:cs typeface="+mn-cs"/>
            </a:endParaRPr>
          </a:p>
        </p:txBody>
      </p:sp>
      <p:grpSp>
        <p:nvGrpSpPr>
          <p:cNvPr id="3" name="Group 2">
            <a:extLst>
              <a:ext uri="{FF2B5EF4-FFF2-40B4-BE49-F238E27FC236}">
                <a16:creationId xmlns:a16="http://schemas.microsoft.com/office/drawing/2014/main" id="{406A09EE-E386-6B95-0235-21F63A8DDE4E}"/>
              </a:ext>
            </a:extLst>
          </p:cNvPr>
          <p:cNvGrpSpPr/>
          <p:nvPr/>
        </p:nvGrpSpPr>
        <p:grpSpPr>
          <a:xfrm>
            <a:off x="9006093" y="1929121"/>
            <a:ext cx="2985462" cy="3289417"/>
            <a:chOff x="2351853" y="-1492858"/>
            <a:chExt cx="7846506" cy="8999685"/>
          </a:xfrm>
        </p:grpSpPr>
        <p:pic>
          <p:nvPicPr>
            <p:cNvPr id="4" name="Picture 3">
              <a:extLst>
                <a:ext uri="{FF2B5EF4-FFF2-40B4-BE49-F238E27FC236}">
                  <a16:creationId xmlns:a16="http://schemas.microsoft.com/office/drawing/2014/main" id="{E3655DA5-F5C1-1D01-198D-5C487A82C295}"/>
                </a:ext>
              </a:extLst>
            </p:cNvPr>
            <p:cNvPicPr>
              <a:picLocks noChangeAspect="1"/>
            </p:cNvPicPr>
            <p:nvPr/>
          </p:nvPicPr>
          <p:blipFill>
            <a:blip r:embed="rId2"/>
            <a:stretch>
              <a:fillRect/>
            </a:stretch>
          </p:blipFill>
          <p:spPr>
            <a:xfrm>
              <a:off x="2351853" y="-1492858"/>
              <a:ext cx="7657551" cy="6858000"/>
            </a:xfrm>
            <a:prstGeom prst="rect">
              <a:avLst/>
            </a:prstGeom>
          </p:spPr>
        </p:pic>
        <p:pic>
          <p:nvPicPr>
            <p:cNvPr id="5" name="Picture 4">
              <a:extLst>
                <a:ext uri="{FF2B5EF4-FFF2-40B4-BE49-F238E27FC236}">
                  <a16:creationId xmlns:a16="http://schemas.microsoft.com/office/drawing/2014/main" id="{23CCDA77-4184-D5A9-162D-E4C866000CFA}"/>
                </a:ext>
              </a:extLst>
            </p:cNvPr>
            <p:cNvPicPr>
              <a:picLocks noChangeAspect="1"/>
            </p:cNvPicPr>
            <p:nvPr/>
          </p:nvPicPr>
          <p:blipFill>
            <a:blip r:embed="rId3"/>
            <a:stretch>
              <a:fillRect/>
            </a:stretch>
          </p:blipFill>
          <p:spPr>
            <a:xfrm>
              <a:off x="2351853" y="5330385"/>
              <a:ext cx="7846506" cy="2176442"/>
            </a:xfrm>
            <a:prstGeom prst="rect">
              <a:avLst/>
            </a:prstGeom>
          </p:spPr>
        </p:pic>
      </p:grpSp>
      <p:pic>
        <p:nvPicPr>
          <p:cNvPr id="7" name="Picture 6">
            <a:extLst>
              <a:ext uri="{FF2B5EF4-FFF2-40B4-BE49-F238E27FC236}">
                <a16:creationId xmlns:a16="http://schemas.microsoft.com/office/drawing/2014/main" id="{B4EE9EBF-F65D-2A5B-7CBF-730269143E10}"/>
              </a:ext>
            </a:extLst>
          </p:cNvPr>
          <p:cNvPicPr>
            <a:picLocks noChangeAspect="1"/>
          </p:cNvPicPr>
          <p:nvPr/>
        </p:nvPicPr>
        <p:blipFill>
          <a:blip r:embed="rId4"/>
          <a:stretch>
            <a:fillRect/>
          </a:stretch>
        </p:blipFill>
        <p:spPr>
          <a:xfrm>
            <a:off x="507063" y="2582342"/>
            <a:ext cx="1632397" cy="1911425"/>
          </a:xfrm>
          <a:prstGeom prst="rect">
            <a:avLst/>
          </a:prstGeom>
        </p:spPr>
      </p:pic>
      <p:sp>
        <p:nvSpPr>
          <p:cNvPr id="8" name="TextBox 7">
            <a:extLst>
              <a:ext uri="{FF2B5EF4-FFF2-40B4-BE49-F238E27FC236}">
                <a16:creationId xmlns:a16="http://schemas.microsoft.com/office/drawing/2014/main" id="{BD6B21FE-677F-06E4-F2AE-217B19B1E074}"/>
              </a:ext>
            </a:extLst>
          </p:cNvPr>
          <p:cNvSpPr txBox="1"/>
          <p:nvPr/>
        </p:nvSpPr>
        <p:spPr>
          <a:xfrm>
            <a:off x="-57817" y="4496740"/>
            <a:ext cx="3255156" cy="1031051"/>
          </a:xfrm>
          <a:prstGeom prst="rect">
            <a:avLst/>
          </a:prstGeom>
          <a:noFill/>
        </p:spPr>
        <p:txBody>
          <a:bodyPr wrap="square" rtlCol="0">
            <a:spAutoFit/>
          </a:bodyPr>
          <a:lstStyle/>
          <a:p>
            <a:pPr marL="0" marR="0" lvl="0" indent="0" algn="ctr" defTabSz="914400" rtl="0" eaLnBrk="1" fontAlgn="auto" latinLnBrk="0" hangingPunct="1">
              <a:lnSpc>
                <a:spcPct val="100000"/>
              </a:lnSpc>
              <a:spcBef>
                <a:spcPts val="0"/>
              </a:spcBef>
              <a:spcAft>
                <a:spcPts val="600"/>
              </a:spcAft>
              <a:buClrTx/>
              <a:buSzTx/>
              <a:buFontTx/>
              <a:buNone/>
              <a:tabLst/>
              <a:defRPr/>
            </a:pPr>
            <a:r>
              <a:rPr kumimoji="0" lang="en-US" sz="1600" b="1" i="0" u="none" strike="noStrike" kern="1200" cap="none" spc="0" normalizeH="0" baseline="0" noProof="0" dirty="0">
                <a:ln>
                  <a:noFill/>
                </a:ln>
                <a:solidFill>
                  <a:srgbClr val="2B2E32"/>
                </a:solidFill>
                <a:effectLst/>
                <a:uLnTx/>
                <a:uFillTx/>
                <a:latin typeface="Oracle Sans Tab"/>
                <a:ea typeface="+mn-ea"/>
                <a:cs typeface="+mn-cs"/>
              </a:rPr>
              <a:t>Text-Based Event Reports</a:t>
            </a:r>
          </a:p>
          <a:p>
            <a:pPr marL="171450" marR="0" lvl="0" indent="-171450" algn="l" defTabSz="914400" rtl="0" eaLnBrk="1" fontAlgn="auto" latinLnBrk="0" hangingPunct="1">
              <a:lnSpc>
                <a:spcPct val="100000"/>
              </a:lnSpc>
              <a:spcBef>
                <a:spcPts val="0"/>
              </a:spcBef>
              <a:spcAft>
                <a:spcPts val="600"/>
              </a:spcAft>
              <a:buClrTx/>
              <a:buSzTx/>
              <a:buFont typeface="Arial" panose="020B0604020202020204" pitchFamily="34" charset="0"/>
              <a:buChar char="•"/>
              <a:tabLst/>
              <a:defRPr/>
            </a:pPr>
            <a:r>
              <a:rPr kumimoji="0" lang="en-US" sz="1000" b="0" i="0" u="none" strike="noStrike" kern="1200" cap="none" spc="0" normalizeH="0" baseline="0" noProof="0" dirty="0">
                <a:ln>
                  <a:noFill/>
                </a:ln>
                <a:solidFill>
                  <a:srgbClr val="2B2E32"/>
                </a:solidFill>
                <a:effectLst/>
                <a:uLnTx/>
                <a:uFillTx/>
                <a:latin typeface="Oracle Sans Tab"/>
                <a:ea typeface="+mn-ea"/>
                <a:cs typeface="+mn-cs"/>
              </a:rPr>
              <a:t>4,000+ Incident Reports from passenger airline</a:t>
            </a:r>
          </a:p>
          <a:p>
            <a:pPr marL="171450" marR="0" lvl="0" indent="-171450" algn="l" defTabSz="914400" rtl="0" eaLnBrk="1" fontAlgn="auto" latinLnBrk="0" hangingPunct="1">
              <a:lnSpc>
                <a:spcPct val="100000"/>
              </a:lnSpc>
              <a:spcBef>
                <a:spcPts val="0"/>
              </a:spcBef>
              <a:spcAft>
                <a:spcPts val="600"/>
              </a:spcAft>
              <a:buClrTx/>
              <a:buSzTx/>
              <a:buFont typeface="Arial" panose="020B0604020202020204" pitchFamily="34" charset="0"/>
              <a:buChar char="•"/>
              <a:tabLst/>
              <a:defRPr/>
            </a:pPr>
            <a:r>
              <a:rPr kumimoji="0" lang="en-US" sz="1000" b="0" i="0" u="none" strike="noStrike" kern="1200" cap="none" spc="0" normalizeH="0" baseline="0" noProof="0" dirty="0">
                <a:ln>
                  <a:noFill/>
                </a:ln>
                <a:solidFill>
                  <a:srgbClr val="2B2E32"/>
                </a:solidFill>
                <a:effectLst/>
                <a:uLnTx/>
                <a:uFillTx/>
                <a:latin typeface="Oracle Sans Tab"/>
                <a:ea typeface="+mn-ea"/>
                <a:cs typeface="+mn-cs"/>
              </a:rPr>
              <a:t>User-submitted text narratives describing event</a:t>
            </a:r>
          </a:p>
          <a:p>
            <a:pPr marL="171450" marR="0" lvl="0" indent="-171450" algn="l" defTabSz="914400" rtl="0" eaLnBrk="1" fontAlgn="auto" latinLnBrk="0" hangingPunct="1">
              <a:lnSpc>
                <a:spcPct val="100000"/>
              </a:lnSpc>
              <a:spcBef>
                <a:spcPts val="0"/>
              </a:spcBef>
              <a:spcAft>
                <a:spcPts val="600"/>
              </a:spcAft>
              <a:buClrTx/>
              <a:buSzTx/>
              <a:buFont typeface="Arial" panose="020B0604020202020204" pitchFamily="34" charset="0"/>
              <a:buChar char="•"/>
              <a:tabLst/>
              <a:defRPr/>
            </a:pPr>
            <a:r>
              <a:rPr kumimoji="0" lang="en-US" sz="1000" b="0" i="0" u="none" strike="noStrike" kern="1200" cap="none" spc="0" normalizeH="0" baseline="0" noProof="0" dirty="0">
                <a:ln>
                  <a:noFill/>
                </a:ln>
                <a:solidFill>
                  <a:srgbClr val="2B2E32"/>
                </a:solidFill>
                <a:effectLst/>
                <a:uLnTx/>
                <a:uFillTx/>
                <a:latin typeface="Oracle Sans Tab"/>
                <a:ea typeface="+mn-ea"/>
                <a:cs typeface="+mn-cs"/>
              </a:rPr>
              <a:t>Uploaded to OCI Object Storage </a:t>
            </a:r>
            <a:endParaRPr kumimoji="0" lang="en-US" sz="1200" b="0" i="0" u="none" strike="noStrike" kern="1200" cap="none" spc="0" normalizeH="0" baseline="0" noProof="0" dirty="0">
              <a:ln>
                <a:noFill/>
              </a:ln>
              <a:solidFill>
                <a:srgbClr val="2B2E32"/>
              </a:solidFill>
              <a:effectLst/>
              <a:uLnTx/>
              <a:uFillTx/>
              <a:latin typeface="Oracle Sans Tab"/>
              <a:ea typeface="+mn-ea"/>
              <a:cs typeface="+mn-cs"/>
            </a:endParaRPr>
          </a:p>
        </p:txBody>
      </p:sp>
      <p:sp>
        <p:nvSpPr>
          <p:cNvPr id="9" name="Rectangle: Rounded Corners 1288">
            <a:extLst>
              <a:ext uri="{FF2B5EF4-FFF2-40B4-BE49-F238E27FC236}">
                <a16:creationId xmlns:a16="http://schemas.microsoft.com/office/drawing/2014/main" id="{FC9A420D-3F51-F2BE-C91C-608691891D8E}"/>
              </a:ext>
            </a:extLst>
          </p:cNvPr>
          <p:cNvSpPr/>
          <p:nvPr/>
        </p:nvSpPr>
        <p:spPr>
          <a:xfrm>
            <a:off x="8928293" y="1841859"/>
            <a:ext cx="3063262" cy="3541057"/>
          </a:xfrm>
          <a:prstGeom prst="roundRect">
            <a:avLst>
              <a:gd name="adj" fmla="val 5089"/>
            </a:avLst>
          </a:prstGeom>
          <a:noFill/>
          <a:ln w="19050">
            <a:solidFill>
              <a:srgbClr val="AE562C"/>
            </a:solidFill>
            <a:prstDash val="sysDot"/>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srgbClr val="F3F3F3"/>
              </a:solidFill>
              <a:effectLst/>
              <a:uLnTx/>
              <a:uFillTx/>
              <a:latin typeface="Oracle Sans Tab"/>
              <a:ea typeface="+mn-ea"/>
              <a:cs typeface="+mn-cs"/>
            </a:endParaRPr>
          </a:p>
        </p:txBody>
      </p:sp>
      <p:grpSp>
        <p:nvGrpSpPr>
          <p:cNvPr id="12" name="Graphic 3">
            <a:extLst>
              <a:ext uri="{FF2B5EF4-FFF2-40B4-BE49-F238E27FC236}">
                <a16:creationId xmlns:a16="http://schemas.microsoft.com/office/drawing/2014/main" id="{12B184D5-C9FE-908B-A84B-5BED14B8BB4E}"/>
              </a:ext>
            </a:extLst>
          </p:cNvPr>
          <p:cNvGrpSpPr/>
          <p:nvPr/>
        </p:nvGrpSpPr>
        <p:grpSpPr>
          <a:xfrm>
            <a:off x="6048143" y="3176649"/>
            <a:ext cx="663553" cy="642079"/>
            <a:chOff x="5547360" y="2363804"/>
            <a:chExt cx="513347" cy="513347"/>
          </a:xfrm>
        </p:grpSpPr>
        <p:sp>
          <p:nvSpPr>
            <p:cNvPr id="14" name="Freeform: Shape 1038">
              <a:extLst>
                <a:ext uri="{FF2B5EF4-FFF2-40B4-BE49-F238E27FC236}">
                  <a16:creationId xmlns:a16="http://schemas.microsoft.com/office/drawing/2014/main" id="{11C85432-EF82-0430-52B1-B6D3295BE9A7}"/>
                </a:ext>
              </a:extLst>
            </p:cNvPr>
            <p:cNvSpPr/>
            <p:nvPr/>
          </p:nvSpPr>
          <p:spPr>
            <a:xfrm>
              <a:off x="5547360" y="2363804"/>
              <a:ext cx="513347" cy="513347"/>
            </a:xfrm>
            <a:custGeom>
              <a:avLst/>
              <a:gdLst>
                <a:gd name="connsiteX0" fmla="*/ 479203 w 513347"/>
                <a:gd name="connsiteY0" fmla="*/ 12223 h 513347"/>
                <a:gd name="connsiteX1" fmla="*/ 499936 w 513347"/>
                <a:gd name="connsiteY1" fmla="*/ 33001 h 513347"/>
                <a:gd name="connsiteX2" fmla="*/ 499936 w 513347"/>
                <a:gd name="connsiteY2" fmla="*/ 481571 h 513347"/>
                <a:gd name="connsiteX3" fmla="*/ 479203 w 513347"/>
                <a:gd name="connsiteY3" fmla="*/ 502349 h 513347"/>
                <a:gd name="connsiteX4" fmla="*/ 32925 w 513347"/>
                <a:gd name="connsiteY4" fmla="*/ 502349 h 513347"/>
                <a:gd name="connsiteX5" fmla="*/ 12192 w 513347"/>
                <a:gd name="connsiteY5" fmla="*/ 480346 h 513347"/>
                <a:gd name="connsiteX6" fmla="*/ 12192 w 513347"/>
                <a:gd name="connsiteY6" fmla="*/ 33001 h 513347"/>
                <a:gd name="connsiteX7" fmla="*/ 32925 w 513347"/>
                <a:gd name="connsiteY7" fmla="*/ 12223 h 513347"/>
                <a:gd name="connsiteX8" fmla="*/ 479203 w 513347"/>
                <a:gd name="connsiteY8" fmla="*/ 12223 h 513347"/>
                <a:gd name="connsiteX9" fmla="*/ 479203 w 513347"/>
                <a:gd name="connsiteY9" fmla="*/ 0 h 513347"/>
                <a:gd name="connsiteX10" fmla="*/ 32925 w 513347"/>
                <a:gd name="connsiteY10" fmla="*/ 0 h 513347"/>
                <a:gd name="connsiteX11" fmla="*/ 0 w 513347"/>
                <a:gd name="connsiteY11" fmla="*/ 33001 h 513347"/>
                <a:gd name="connsiteX12" fmla="*/ 0 w 513347"/>
                <a:gd name="connsiteY12" fmla="*/ 481571 h 513347"/>
                <a:gd name="connsiteX13" fmla="*/ 32925 w 513347"/>
                <a:gd name="connsiteY13" fmla="*/ 513347 h 513347"/>
                <a:gd name="connsiteX14" fmla="*/ 480423 w 513347"/>
                <a:gd name="connsiteY14" fmla="*/ 513347 h 513347"/>
                <a:gd name="connsiteX15" fmla="*/ 513347 w 513347"/>
                <a:gd name="connsiteY15" fmla="*/ 480346 h 513347"/>
                <a:gd name="connsiteX16" fmla="*/ 513347 w 513347"/>
                <a:gd name="connsiteY16" fmla="*/ 33001 h 513347"/>
                <a:gd name="connsiteX17" fmla="*/ 479203 w 513347"/>
                <a:gd name="connsiteY17" fmla="*/ 0 h 513347"/>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Lst>
              <a:rect l="l" t="t" r="r" b="b"/>
              <a:pathLst>
                <a:path w="513347" h="513347">
                  <a:moveTo>
                    <a:pt x="479203" y="12223"/>
                  </a:moveTo>
                  <a:cubicBezTo>
                    <a:pt x="490183" y="12223"/>
                    <a:pt x="499936" y="22001"/>
                    <a:pt x="499936" y="33001"/>
                  </a:cubicBezTo>
                  <a:lnTo>
                    <a:pt x="499936" y="481571"/>
                  </a:lnTo>
                  <a:cubicBezTo>
                    <a:pt x="499936" y="492570"/>
                    <a:pt x="490183" y="502349"/>
                    <a:pt x="479203" y="502349"/>
                  </a:cubicBezTo>
                  <a:lnTo>
                    <a:pt x="32925" y="502349"/>
                  </a:lnTo>
                  <a:cubicBezTo>
                    <a:pt x="21945" y="501123"/>
                    <a:pt x="12192" y="491344"/>
                    <a:pt x="12192" y="480346"/>
                  </a:cubicBezTo>
                  <a:lnTo>
                    <a:pt x="12192" y="33001"/>
                  </a:lnTo>
                  <a:cubicBezTo>
                    <a:pt x="12192" y="22001"/>
                    <a:pt x="21945" y="12223"/>
                    <a:pt x="32925" y="12223"/>
                  </a:cubicBezTo>
                  <a:lnTo>
                    <a:pt x="479203" y="12223"/>
                  </a:lnTo>
                  <a:close/>
                  <a:moveTo>
                    <a:pt x="479203" y="0"/>
                  </a:moveTo>
                  <a:lnTo>
                    <a:pt x="32925" y="0"/>
                  </a:lnTo>
                  <a:cubicBezTo>
                    <a:pt x="14631" y="0"/>
                    <a:pt x="0" y="14667"/>
                    <a:pt x="0" y="33001"/>
                  </a:cubicBezTo>
                  <a:lnTo>
                    <a:pt x="0" y="481571"/>
                  </a:lnTo>
                  <a:cubicBezTo>
                    <a:pt x="0" y="498679"/>
                    <a:pt x="14631" y="513347"/>
                    <a:pt x="32925" y="513347"/>
                  </a:cubicBezTo>
                  <a:lnTo>
                    <a:pt x="480423" y="513347"/>
                  </a:lnTo>
                  <a:cubicBezTo>
                    <a:pt x="498717" y="513347"/>
                    <a:pt x="513347" y="498679"/>
                    <a:pt x="513347" y="480346"/>
                  </a:cubicBezTo>
                  <a:lnTo>
                    <a:pt x="513347" y="33001"/>
                  </a:lnTo>
                  <a:cubicBezTo>
                    <a:pt x="512128" y="14667"/>
                    <a:pt x="497498" y="0"/>
                    <a:pt x="479203" y="0"/>
                  </a:cubicBezTo>
                  <a:close/>
                </a:path>
              </a:pathLst>
            </a:custGeom>
            <a:solidFill>
              <a:srgbClr val="FFFFFF"/>
            </a:solidFill>
            <a:ln w="6417" cap="flat">
              <a:noFill/>
              <a:prstDash val="solid"/>
              <a:miter/>
            </a:ln>
          </p:spPr>
          <p:txBody>
            <a:bodyPr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srgbClr val="7C8A98"/>
                </a:solidFill>
                <a:effectLst/>
                <a:uLnTx/>
                <a:uFillTx/>
                <a:latin typeface="Oracle Sans Tab"/>
                <a:ea typeface="+mn-ea"/>
                <a:cs typeface="+mn-cs"/>
              </a:endParaRPr>
            </a:p>
          </p:txBody>
        </p:sp>
        <p:grpSp>
          <p:nvGrpSpPr>
            <p:cNvPr id="15" name="Graphic 3">
              <a:extLst>
                <a:ext uri="{FF2B5EF4-FFF2-40B4-BE49-F238E27FC236}">
                  <a16:creationId xmlns:a16="http://schemas.microsoft.com/office/drawing/2014/main" id="{37A1C63D-4765-06A2-6FB6-AFF3E8167ED8}"/>
                </a:ext>
              </a:extLst>
            </p:cNvPr>
            <p:cNvGrpSpPr/>
            <p:nvPr/>
          </p:nvGrpSpPr>
          <p:grpSpPr>
            <a:xfrm>
              <a:off x="5559558" y="2376030"/>
              <a:ext cx="488956" cy="488903"/>
              <a:chOff x="5559558" y="2376030"/>
              <a:chExt cx="488956" cy="488903"/>
            </a:xfrm>
            <a:solidFill>
              <a:srgbClr val="2D5967"/>
            </a:solidFill>
          </p:grpSpPr>
          <p:sp>
            <p:nvSpPr>
              <p:cNvPr id="16" name="Freeform: Shape 1260">
                <a:extLst>
                  <a:ext uri="{FF2B5EF4-FFF2-40B4-BE49-F238E27FC236}">
                    <a16:creationId xmlns:a16="http://schemas.microsoft.com/office/drawing/2014/main" id="{317A16FB-25FB-CE16-BE19-D530E4343048}"/>
                  </a:ext>
                </a:extLst>
              </p:cNvPr>
              <p:cNvSpPr/>
              <p:nvPr/>
            </p:nvSpPr>
            <p:spPr>
              <a:xfrm>
                <a:off x="5755868" y="2455474"/>
                <a:ext cx="81699" cy="18333"/>
              </a:xfrm>
              <a:custGeom>
                <a:avLst/>
                <a:gdLst>
                  <a:gd name="connsiteX0" fmla="*/ 81699 w 81699"/>
                  <a:gd name="connsiteY0" fmla="*/ 0 h 18333"/>
                  <a:gd name="connsiteX1" fmla="*/ 0 w 81699"/>
                  <a:gd name="connsiteY1" fmla="*/ 0 h 18333"/>
                  <a:gd name="connsiteX2" fmla="*/ 0 w 81699"/>
                  <a:gd name="connsiteY2" fmla="*/ 18334 h 18333"/>
                  <a:gd name="connsiteX3" fmla="*/ 81699 w 81699"/>
                  <a:gd name="connsiteY3" fmla="*/ 18334 h 18333"/>
                  <a:gd name="connsiteX4" fmla="*/ 81699 w 81699"/>
                  <a:gd name="connsiteY4" fmla="*/ 0 h 18333"/>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81699" h="18333">
                    <a:moveTo>
                      <a:pt x="81699" y="0"/>
                    </a:moveTo>
                    <a:lnTo>
                      <a:pt x="0" y="0"/>
                    </a:lnTo>
                    <a:lnTo>
                      <a:pt x="0" y="18334"/>
                    </a:lnTo>
                    <a:lnTo>
                      <a:pt x="81699" y="18334"/>
                    </a:lnTo>
                    <a:lnTo>
                      <a:pt x="81699" y="0"/>
                    </a:lnTo>
                    <a:close/>
                  </a:path>
                </a:pathLst>
              </a:custGeom>
              <a:solidFill>
                <a:srgbClr val="2D5967"/>
              </a:solidFill>
              <a:ln w="6417" cap="flat">
                <a:noFill/>
                <a:prstDash val="solid"/>
                <a:miter/>
              </a:ln>
            </p:spPr>
            <p:txBody>
              <a:bodyPr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srgbClr val="7C8A98"/>
                  </a:solidFill>
                  <a:effectLst/>
                  <a:uLnTx/>
                  <a:uFillTx/>
                  <a:latin typeface="Oracle Sans Tab"/>
                  <a:ea typeface="+mn-ea"/>
                  <a:cs typeface="+mn-cs"/>
                </a:endParaRPr>
              </a:p>
            </p:txBody>
          </p:sp>
          <p:sp>
            <p:nvSpPr>
              <p:cNvPr id="17" name="Freeform: Shape 1263">
                <a:extLst>
                  <a:ext uri="{FF2B5EF4-FFF2-40B4-BE49-F238E27FC236}">
                    <a16:creationId xmlns:a16="http://schemas.microsoft.com/office/drawing/2014/main" id="{3939FDEB-0A73-BB59-7B87-7B7590C0DD58}"/>
                  </a:ext>
                </a:extLst>
              </p:cNvPr>
              <p:cNvSpPr/>
              <p:nvPr/>
            </p:nvSpPr>
            <p:spPr>
              <a:xfrm>
                <a:off x="5692463" y="2613152"/>
                <a:ext cx="81699" cy="18333"/>
              </a:xfrm>
              <a:custGeom>
                <a:avLst/>
                <a:gdLst>
                  <a:gd name="connsiteX0" fmla="*/ 81699 w 81699"/>
                  <a:gd name="connsiteY0" fmla="*/ 0 h 18333"/>
                  <a:gd name="connsiteX1" fmla="*/ 0 w 81699"/>
                  <a:gd name="connsiteY1" fmla="*/ 0 h 18333"/>
                  <a:gd name="connsiteX2" fmla="*/ 0 w 81699"/>
                  <a:gd name="connsiteY2" fmla="*/ 18334 h 18333"/>
                  <a:gd name="connsiteX3" fmla="*/ 81699 w 81699"/>
                  <a:gd name="connsiteY3" fmla="*/ 18334 h 18333"/>
                  <a:gd name="connsiteX4" fmla="*/ 81699 w 81699"/>
                  <a:gd name="connsiteY4" fmla="*/ 0 h 18333"/>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81699" h="18333">
                    <a:moveTo>
                      <a:pt x="81699" y="0"/>
                    </a:moveTo>
                    <a:lnTo>
                      <a:pt x="0" y="0"/>
                    </a:lnTo>
                    <a:lnTo>
                      <a:pt x="0" y="18334"/>
                    </a:lnTo>
                    <a:lnTo>
                      <a:pt x="81699" y="18334"/>
                    </a:lnTo>
                    <a:lnTo>
                      <a:pt x="81699" y="0"/>
                    </a:lnTo>
                    <a:close/>
                  </a:path>
                </a:pathLst>
              </a:custGeom>
              <a:solidFill>
                <a:srgbClr val="2D5967"/>
              </a:solidFill>
              <a:ln w="6417" cap="flat">
                <a:noFill/>
                <a:prstDash val="solid"/>
                <a:miter/>
              </a:ln>
            </p:spPr>
            <p:txBody>
              <a:bodyPr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srgbClr val="7C8A98"/>
                  </a:solidFill>
                  <a:effectLst/>
                  <a:uLnTx/>
                  <a:uFillTx/>
                  <a:latin typeface="Oracle Sans Tab"/>
                  <a:ea typeface="+mn-ea"/>
                  <a:cs typeface="+mn-cs"/>
                </a:endParaRPr>
              </a:p>
            </p:txBody>
          </p:sp>
          <p:sp>
            <p:nvSpPr>
              <p:cNvPr id="18" name="Freeform: Shape 1265">
                <a:extLst>
                  <a:ext uri="{FF2B5EF4-FFF2-40B4-BE49-F238E27FC236}">
                    <a16:creationId xmlns:a16="http://schemas.microsoft.com/office/drawing/2014/main" id="{6BF02890-1424-D9C7-277F-16591D606ACE}"/>
                  </a:ext>
                </a:extLst>
              </p:cNvPr>
              <p:cNvSpPr/>
              <p:nvPr/>
            </p:nvSpPr>
            <p:spPr>
              <a:xfrm>
                <a:off x="5598579" y="2613152"/>
                <a:ext cx="18287" cy="18333"/>
              </a:xfrm>
              <a:custGeom>
                <a:avLst/>
                <a:gdLst>
                  <a:gd name="connsiteX0" fmla="*/ 18288 w 18287"/>
                  <a:gd name="connsiteY0" fmla="*/ 0 h 18333"/>
                  <a:gd name="connsiteX1" fmla="*/ 0 w 18287"/>
                  <a:gd name="connsiteY1" fmla="*/ 0 h 18333"/>
                  <a:gd name="connsiteX2" fmla="*/ 0 w 18287"/>
                  <a:gd name="connsiteY2" fmla="*/ 18334 h 18333"/>
                  <a:gd name="connsiteX3" fmla="*/ 18288 w 18287"/>
                  <a:gd name="connsiteY3" fmla="*/ 18334 h 18333"/>
                  <a:gd name="connsiteX4" fmla="*/ 18288 w 18287"/>
                  <a:gd name="connsiteY4" fmla="*/ 0 h 18333"/>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8287" h="18333">
                    <a:moveTo>
                      <a:pt x="18288" y="0"/>
                    </a:moveTo>
                    <a:lnTo>
                      <a:pt x="0" y="0"/>
                    </a:lnTo>
                    <a:lnTo>
                      <a:pt x="0" y="18334"/>
                    </a:lnTo>
                    <a:lnTo>
                      <a:pt x="18288" y="18334"/>
                    </a:lnTo>
                    <a:lnTo>
                      <a:pt x="18288" y="0"/>
                    </a:lnTo>
                    <a:close/>
                  </a:path>
                </a:pathLst>
              </a:custGeom>
              <a:solidFill>
                <a:srgbClr val="2D5967"/>
              </a:solidFill>
              <a:ln w="6417" cap="flat">
                <a:noFill/>
                <a:prstDash val="solid"/>
                <a:miter/>
              </a:ln>
            </p:spPr>
            <p:txBody>
              <a:bodyPr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srgbClr val="7C8A98"/>
                  </a:solidFill>
                  <a:effectLst/>
                  <a:uLnTx/>
                  <a:uFillTx/>
                  <a:latin typeface="Oracle Sans Tab"/>
                  <a:ea typeface="+mn-ea"/>
                  <a:cs typeface="+mn-cs"/>
                </a:endParaRPr>
              </a:p>
            </p:txBody>
          </p:sp>
          <p:sp>
            <p:nvSpPr>
              <p:cNvPr id="19" name="Freeform: Shape 1266">
                <a:extLst>
                  <a:ext uri="{FF2B5EF4-FFF2-40B4-BE49-F238E27FC236}">
                    <a16:creationId xmlns:a16="http://schemas.microsoft.com/office/drawing/2014/main" id="{559125DD-1570-EA64-0ABC-B36D98E329A1}"/>
                  </a:ext>
                </a:extLst>
              </p:cNvPr>
              <p:cNvSpPr/>
              <p:nvPr/>
            </p:nvSpPr>
            <p:spPr>
              <a:xfrm>
                <a:off x="5598579" y="2455474"/>
                <a:ext cx="49993" cy="18333"/>
              </a:xfrm>
              <a:custGeom>
                <a:avLst/>
                <a:gdLst>
                  <a:gd name="connsiteX0" fmla="*/ 49994 w 49993"/>
                  <a:gd name="connsiteY0" fmla="*/ 0 h 18333"/>
                  <a:gd name="connsiteX1" fmla="*/ 0 w 49993"/>
                  <a:gd name="connsiteY1" fmla="*/ 0 h 18333"/>
                  <a:gd name="connsiteX2" fmla="*/ 0 w 49993"/>
                  <a:gd name="connsiteY2" fmla="*/ 18334 h 18333"/>
                  <a:gd name="connsiteX3" fmla="*/ 49994 w 49993"/>
                  <a:gd name="connsiteY3" fmla="*/ 18334 h 18333"/>
                  <a:gd name="connsiteX4" fmla="*/ 49994 w 49993"/>
                  <a:gd name="connsiteY4" fmla="*/ 0 h 18333"/>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49993" h="18333">
                    <a:moveTo>
                      <a:pt x="49994" y="0"/>
                    </a:moveTo>
                    <a:lnTo>
                      <a:pt x="0" y="0"/>
                    </a:lnTo>
                    <a:lnTo>
                      <a:pt x="0" y="18334"/>
                    </a:lnTo>
                    <a:lnTo>
                      <a:pt x="49994" y="18334"/>
                    </a:lnTo>
                    <a:lnTo>
                      <a:pt x="49994" y="0"/>
                    </a:lnTo>
                    <a:close/>
                  </a:path>
                </a:pathLst>
              </a:custGeom>
              <a:solidFill>
                <a:srgbClr val="2D5967"/>
              </a:solidFill>
              <a:ln w="6417" cap="flat">
                <a:noFill/>
                <a:prstDash val="solid"/>
                <a:miter/>
              </a:ln>
            </p:spPr>
            <p:txBody>
              <a:bodyPr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srgbClr val="7C8A98"/>
                  </a:solidFill>
                  <a:effectLst/>
                  <a:uLnTx/>
                  <a:uFillTx/>
                  <a:latin typeface="Oracle Sans Tab"/>
                  <a:ea typeface="+mn-ea"/>
                  <a:cs typeface="+mn-cs"/>
                </a:endParaRPr>
              </a:p>
            </p:txBody>
          </p:sp>
          <p:sp>
            <p:nvSpPr>
              <p:cNvPr id="20" name="Freeform: Shape 1267">
                <a:extLst>
                  <a:ext uri="{FF2B5EF4-FFF2-40B4-BE49-F238E27FC236}">
                    <a16:creationId xmlns:a16="http://schemas.microsoft.com/office/drawing/2014/main" id="{FE3B40A9-2FCD-30D7-731C-3F1FCAC370CF}"/>
                  </a:ext>
                </a:extLst>
              </p:cNvPr>
              <p:cNvSpPr/>
              <p:nvPr/>
            </p:nvSpPr>
            <p:spPr>
              <a:xfrm>
                <a:off x="5850979" y="2455474"/>
                <a:ext cx="18288" cy="18333"/>
              </a:xfrm>
              <a:custGeom>
                <a:avLst/>
                <a:gdLst>
                  <a:gd name="connsiteX0" fmla="*/ 18288 w 18288"/>
                  <a:gd name="connsiteY0" fmla="*/ 0 h 18333"/>
                  <a:gd name="connsiteX1" fmla="*/ 0 w 18288"/>
                  <a:gd name="connsiteY1" fmla="*/ 0 h 18333"/>
                  <a:gd name="connsiteX2" fmla="*/ 0 w 18288"/>
                  <a:gd name="connsiteY2" fmla="*/ 18334 h 18333"/>
                  <a:gd name="connsiteX3" fmla="*/ 18288 w 18288"/>
                  <a:gd name="connsiteY3" fmla="*/ 18334 h 18333"/>
                  <a:gd name="connsiteX4" fmla="*/ 18288 w 18288"/>
                  <a:gd name="connsiteY4" fmla="*/ 0 h 18333"/>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8288" h="18333">
                    <a:moveTo>
                      <a:pt x="18288" y="0"/>
                    </a:moveTo>
                    <a:lnTo>
                      <a:pt x="0" y="0"/>
                    </a:lnTo>
                    <a:lnTo>
                      <a:pt x="0" y="18334"/>
                    </a:lnTo>
                    <a:lnTo>
                      <a:pt x="18288" y="18334"/>
                    </a:lnTo>
                    <a:lnTo>
                      <a:pt x="18288" y="0"/>
                    </a:lnTo>
                    <a:close/>
                  </a:path>
                </a:pathLst>
              </a:custGeom>
              <a:solidFill>
                <a:srgbClr val="2D5967"/>
              </a:solidFill>
              <a:ln w="6417" cap="flat">
                <a:noFill/>
                <a:prstDash val="solid"/>
                <a:miter/>
              </a:ln>
            </p:spPr>
            <p:txBody>
              <a:bodyPr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srgbClr val="7C8A98"/>
                  </a:solidFill>
                  <a:effectLst/>
                  <a:uLnTx/>
                  <a:uFillTx/>
                  <a:latin typeface="Oracle Sans Tab"/>
                  <a:ea typeface="+mn-ea"/>
                  <a:cs typeface="+mn-cs"/>
                </a:endParaRPr>
              </a:p>
            </p:txBody>
          </p:sp>
          <p:sp>
            <p:nvSpPr>
              <p:cNvPr id="21" name="Freeform: Shape 1270">
                <a:extLst>
                  <a:ext uri="{FF2B5EF4-FFF2-40B4-BE49-F238E27FC236}">
                    <a16:creationId xmlns:a16="http://schemas.microsoft.com/office/drawing/2014/main" id="{396921DF-B49F-8A5D-6ABF-5D06366CB1D1}"/>
                  </a:ext>
                </a:extLst>
              </p:cNvPr>
              <p:cNvSpPr/>
              <p:nvPr/>
            </p:nvSpPr>
            <p:spPr>
              <a:xfrm>
                <a:off x="5692463" y="2455474"/>
                <a:ext cx="18288" cy="18333"/>
              </a:xfrm>
              <a:custGeom>
                <a:avLst/>
                <a:gdLst>
                  <a:gd name="connsiteX0" fmla="*/ 18288 w 18288"/>
                  <a:gd name="connsiteY0" fmla="*/ 0 h 18333"/>
                  <a:gd name="connsiteX1" fmla="*/ 0 w 18288"/>
                  <a:gd name="connsiteY1" fmla="*/ 0 h 18333"/>
                  <a:gd name="connsiteX2" fmla="*/ 0 w 18288"/>
                  <a:gd name="connsiteY2" fmla="*/ 18334 h 18333"/>
                  <a:gd name="connsiteX3" fmla="*/ 18288 w 18288"/>
                  <a:gd name="connsiteY3" fmla="*/ 18334 h 18333"/>
                  <a:gd name="connsiteX4" fmla="*/ 18288 w 18288"/>
                  <a:gd name="connsiteY4" fmla="*/ 0 h 18333"/>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8288" h="18333">
                    <a:moveTo>
                      <a:pt x="18288" y="0"/>
                    </a:moveTo>
                    <a:lnTo>
                      <a:pt x="0" y="0"/>
                    </a:lnTo>
                    <a:lnTo>
                      <a:pt x="0" y="18334"/>
                    </a:lnTo>
                    <a:lnTo>
                      <a:pt x="18288" y="18334"/>
                    </a:lnTo>
                    <a:lnTo>
                      <a:pt x="18288" y="0"/>
                    </a:lnTo>
                    <a:close/>
                  </a:path>
                </a:pathLst>
              </a:custGeom>
              <a:solidFill>
                <a:srgbClr val="2D5967"/>
              </a:solidFill>
              <a:ln w="6417" cap="flat">
                <a:noFill/>
                <a:prstDash val="solid"/>
                <a:miter/>
              </a:ln>
            </p:spPr>
            <p:txBody>
              <a:bodyPr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srgbClr val="7C8A98"/>
                  </a:solidFill>
                  <a:effectLst/>
                  <a:uLnTx/>
                  <a:uFillTx/>
                  <a:latin typeface="Oracle Sans Tab"/>
                  <a:ea typeface="+mn-ea"/>
                  <a:cs typeface="+mn-cs"/>
                </a:endParaRPr>
              </a:p>
            </p:txBody>
          </p:sp>
          <p:sp>
            <p:nvSpPr>
              <p:cNvPr id="22" name="Freeform: Shape 1271">
                <a:extLst>
                  <a:ext uri="{FF2B5EF4-FFF2-40B4-BE49-F238E27FC236}">
                    <a16:creationId xmlns:a16="http://schemas.microsoft.com/office/drawing/2014/main" id="{8F014262-BD5F-EA20-713C-35705510426B}"/>
                  </a:ext>
                </a:extLst>
              </p:cNvPr>
              <p:cNvSpPr/>
              <p:nvPr/>
            </p:nvSpPr>
            <p:spPr>
              <a:xfrm>
                <a:off x="5660764" y="2455474"/>
                <a:ext cx="18288" cy="18333"/>
              </a:xfrm>
              <a:custGeom>
                <a:avLst/>
                <a:gdLst>
                  <a:gd name="connsiteX0" fmla="*/ 18288 w 18288"/>
                  <a:gd name="connsiteY0" fmla="*/ 0 h 18333"/>
                  <a:gd name="connsiteX1" fmla="*/ 0 w 18288"/>
                  <a:gd name="connsiteY1" fmla="*/ 0 h 18333"/>
                  <a:gd name="connsiteX2" fmla="*/ 0 w 18288"/>
                  <a:gd name="connsiteY2" fmla="*/ 18334 h 18333"/>
                  <a:gd name="connsiteX3" fmla="*/ 18288 w 18288"/>
                  <a:gd name="connsiteY3" fmla="*/ 18334 h 18333"/>
                  <a:gd name="connsiteX4" fmla="*/ 18288 w 18288"/>
                  <a:gd name="connsiteY4" fmla="*/ 0 h 18333"/>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8288" h="18333">
                    <a:moveTo>
                      <a:pt x="18288" y="0"/>
                    </a:moveTo>
                    <a:lnTo>
                      <a:pt x="0" y="0"/>
                    </a:lnTo>
                    <a:lnTo>
                      <a:pt x="0" y="18334"/>
                    </a:lnTo>
                    <a:lnTo>
                      <a:pt x="18288" y="18334"/>
                    </a:lnTo>
                    <a:lnTo>
                      <a:pt x="18288" y="0"/>
                    </a:lnTo>
                    <a:close/>
                  </a:path>
                </a:pathLst>
              </a:custGeom>
              <a:solidFill>
                <a:srgbClr val="2D5967"/>
              </a:solidFill>
              <a:ln w="6417" cap="flat">
                <a:noFill/>
                <a:prstDash val="solid"/>
                <a:miter/>
              </a:ln>
            </p:spPr>
            <p:txBody>
              <a:bodyPr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srgbClr val="7C8A98"/>
                  </a:solidFill>
                  <a:effectLst/>
                  <a:uLnTx/>
                  <a:uFillTx/>
                  <a:latin typeface="Oracle Sans Tab"/>
                  <a:ea typeface="+mn-ea"/>
                  <a:cs typeface="+mn-cs"/>
                </a:endParaRPr>
              </a:p>
            </p:txBody>
          </p:sp>
          <p:sp>
            <p:nvSpPr>
              <p:cNvPr id="23" name="Freeform: Shape 1272">
                <a:extLst>
                  <a:ext uri="{FF2B5EF4-FFF2-40B4-BE49-F238E27FC236}">
                    <a16:creationId xmlns:a16="http://schemas.microsoft.com/office/drawing/2014/main" id="{41623F48-8775-EDB0-EC8F-07FE64749354}"/>
                  </a:ext>
                </a:extLst>
              </p:cNvPr>
              <p:cNvSpPr/>
              <p:nvPr/>
            </p:nvSpPr>
            <p:spPr>
              <a:xfrm>
                <a:off x="5882678" y="2455474"/>
                <a:ext cx="18288" cy="18333"/>
              </a:xfrm>
              <a:custGeom>
                <a:avLst/>
                <a:gdLst>
                  <a:gd name="connsiteX0" fmla="*/ 18288 w 18288"/>
                  <a:gd name="connsiteY0" fmla="*/ 0 h 18333"/>
                  <a:gd name="connsiteX1" fmla="*/ 0 w 18288"/>
                  <a:gd name="connsiteY1" fmla="*/ 0 h 18333"/>
                  <a:gd name="connsiteX2" fmla="*/ 0 w 18288"/>
                  <a:gd name="connsiteY2" fmla="*/ 18334 h 18333"/>
                  <a:gd name="connsiteX3" fmla="*/ 18288 w 18288"/>
                  <a:gd name="connsiteY3" fmla="*/ 18334 h 18333"/>
                  <a:gd name="connsiteX4" fmla="*/ 18288 w 18288"/>
                  <a:gd name="connsiteY4" fmla="*/ 0 h 18333"/>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8288" h="18333">
                    <a:moveTo>
                      <a:pt x="18288" y="0"/>
                    </a:moveTo>
                    <a:lnTo>
                      <a:pt x="0" y="0"/>
                    </a:lnTo>
                    <a:lnTo>
                      <a:pt x="0" y="18334"/>
                    </a:lnTo>
                    <a:lnTo>
                      <a:pt x="18288" y="18334"/>
                    </a:lnTo>
                    <a:lnTo>
                      <a:pt x="18288" y="0"/>
                    </a:lnTo>
                    <a:close/>
                  </a:path>
                </a:pathLst>
              </a:custGeom>
              <a:solidFill>
                <a:srgbClr val="2D5967"/>
              </a:solidFill>
              <a:ln w="6417" cap="flat">
                <a:noFill/>
                <a:prstDash val="solid"/>
                <a:miter/>
              </a:ln>
            </p:spPr>
            <p:txBody>
              <a:bodyPr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srgbClr val="7C8A98"/>
                  </a:solidFill>
                  <a:effectLst/>
                  <a:uLnTx/>
                  <a:uFillTx/>
                  <a:latin typeface="Oracle Sans Tab"/>
                  <a:ea typeface="+mn-ea"/>
                  <a:cs typeface="+mn-cs"/>
                </a:endParaRPr>
              </a:p>
            </p:txBody>
          </p:sp>
          <p:sp>
            <p:nvSpPr>
              <p:cNvPr id="24" name="Freeform: Shape 1273">
                <a:extLst>
                  <a:ext uri="{FF2B5EF4-FFF2-40B4-BE49-F238E27FC236}">
                    <a16:creationId xmlns:a16="http://schemas.microsoft.com/office/drawing/2014/main" id="{49D27478-35B4-8E61-3EE6-23C126BA0339}"/>
                  </a:ext>
                </a:extLst>
              </p:cNvPr>
              <p:cNvSpPr/>
              <p:nvPr/>
            </p:nvSpPr>
            <p:spPr>
              <a:xfrm>
                <a:off x="5725388" y="2455474"/>
                <a:ext cx="17068" cy="17111"/>
              </a:xfrm>
              <a:custGeom>
                <a:avLst/>
                <a:gdLst>
                  <a:gd name="connsiteX0" fmla="*/ 8534 w 17068"/>
                  <a:gd name="connsiteY0" fmla="*/ 17112 h 17111"/>
                  <a:gd name="connsiteX1" fmla="*/ 17069 w 17068"/>
                  <a:gd name="connsiteY1" fmla="*/ 8556 h 17111"/>
                  <a:gd name="connsiteX2" fmla="*/ 8534 w 17068"/>
                  <a:gd name="connsiteY2" fmla="*/ 0 h 17111"/>
                  <a:gd name="connsiteX3" fmla="*/ 0 w 17068"/>
                  <a:gd name="connsiteY3" fmla="*/ 8556 h 17111"/>
                  <a:gd name="connsiteX4" fmla="*/ 8534 w 17068"/>
                  <a:gd name="connsiteY4" fmla="*/ 17112 h 17111"/>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7068" h="17111">
                    <a:moveTo>
                      <a:pt x="8534" y="17112"/>
                    </a:moveTo>
                    <a:cubicBezTo>
                      <a:pt x="13251" y="17112"/>
                      <a:pt x="17069" y="13281"/>
                      <a:pt x="17069" y="8556"/>
                    </a:cubicBezTo>
                    <a:cubicBezTo>
                      <a:pt x="17069" y="3830"/>
                      <a:pt x="13251" y="0"/>
                      <a:pt x="8534" y="0"/>
                    </a:cubicBezTo>
                    <a:cubicBezTo>
                      <a:pt x="3824" y="0"/>
                      <a:pt x="0" y="3830"/>
                      <a:pt x="0" y="8556"/>
                    </a:cubicBezTo>
                    <a:cubicBezTo>
                      <a:pt x="0" y="13281"/>
                      <a:pt x="3824" y="17112"/>
                      <a:pt x="8534" y="17112"/>
                    </a:cubicBezTo>
                    <a:close/>
                  </a:path>
                </a:pathLst>
              </a:custGeom>
              <a:solidFill>
                <a:srgbClr val="2D5967"/>
              </a:solidFill>
              <a:ln w="6417" cap="flat">
                <a:noFill/>
                <a:prstDash val="solid"/>
                <a:miter/>
              </a:ln>
            </p:spPr>
            <p:txBody>
              <a:bodyPr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srgbClr val="7C8A98"/>
                  </a:solidFill>
                  <a:effectLst/>
                  <a:uLnTx/>
                  <a:uFillTx/>
                  <a:latin typeface="Oracle Sans Tab"/>
                  <a:ea typeface="+mn-ea"/>
                  <a:cs typeface="+mn-cs"/>
                </a:endParaRPr>
              </a:p>
            </p:txBody>
          </p:sp>
          <p:sp>
            <p:nvSpPr>
              <p:cNvPr id="25" name="Freeform: Shape 1274">
                <a:extLst>
                  <a:ext uri="{FF2B5EF4-FFF2-40B4-BE49-F238E27FC236}">
                    <a16:creationId xmlns:a16="http://schemas.microsoft.com/office/drawing/2014/main" id="{BAB5904B-CB99-E085-EB24-60B4502BB808}"/>
                  </a:ext>
                </a:extLst>
              </p:cNvPr>
              <p:cNvSpPr/>
              <p:nvPr/>
            </p:nvSpPr>
            <p:spPr>
              <a:xfrm>
                <a:off x="5914384" y="2455474"/>
                <a:ext cx="17068" cy="17111"/>
              </a:xfrm>
              <a:custGeom>
                <a:avLst/>
                <a:gdLst>
                  <a:gd name="connsiteX0" fmla="*/ 8534 w 17068"/>
                  <a:gd name="connsiteY0" fmla="*/ 17112 h 17111"/>
                  <a:gd name="connsiteX1" fmla="*/ 17069 w 17068"/>
                  <a:gd name="connsiteY1" fmla="*/ 8556 h 17111"/>
                  <a:gd name="connsiteX2" fmla="*/ 8534 w 17068"/>
                  <a:gd name="connsiteY2" fmla="*/ 0 h 17111"/>
                  <a:gd name="connsiteX3" fmla="*/ 0 w 17068"/>
                  <a:gd name="connsiteY3" fmla="*/ 8556 h 17111"/>
                  <a:gd name="connsiteX4" fmla="*/ 8534 w 17068"/>
                  <a:gd name="connsiteY4" fmla="*/ 17112 h 17111"/>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7068" h="17111">
                    <a:moveTo>
                      <a:pt x="8534" y="17112"/>
                    </a:moveTo>
                    <a:cubicBezTo>
                      <a:pt x="13244" y="17112"/>
                      <a:pt x="17069" y="13281"/>
                      <a:pt x="17069" y="8556"/>
                    </a:cubicBezTo>
                    <a:cubicBezTo>
                      <a:pt x="17069" y="3830"/>
                      <a:pt x="13244" y="0"/>
                      <a:pt x="8534" y="0"/>
                    </a:cubicBezTo>
                    <a:cubicBezTo>
                      <a:pt x="3818" y="0"/>
                      <a:pt x="0" y="3830"/>
                      <a:pt x="0" y="8556"/>
                    </a:cubicBezTo>
                    <a:cubicBezTo>
                      <a:pt x="0" y="13281"/>
                      <a:pt x="3818" y="17112"/>
                      <a:pt x="8534" y="17112"/>
                    </a:cubicBezTo>
                    <a:close/>
                  </a:path>
                </a:pathLst>
              </a:custGeom>
              <a:solidFill>
                <a:srgbClr val="2D5967"/>
              </a:solidFill>
              <a:ln w="6417" cap="flat">
                <a:noFill/>
                <a:prstDash val="solid"/>
                <a:miter/>
              </a:ln>
            </p:spPr>
            <p:txBody>
              <a:bodyPr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srgbClr val="7C8A98"/>
                  </a:solidFill>
                  <a:effectLst/>
                  <a:uLnTx/>
                  <a:uFillTx/>
                  <a:latin typeface="Oracle Sans Tab"/>
                  <a:ea typeface="+mn-ea"/>
                  <a:cs typeface="+mn-cs"/>
                </a:endParaRPr>
              </a:p>
            </p:txBody>
          </p:sp>
          <p:sp>
            <p:nvSpPr>
              <p:cNvPr id="26" name="Freeform: Shape 1275">
                <a:extLst>
                  <a:ext uri="{FF2B5EF4-FFF2-40B4-BE49-F238E27FC236}">
                    <a16:creationId xmlns:a16="http://schemas.microsoft.com/office/drawing/2014/main" id="{FF690F3B-8E49-90D4-4F49-C2AD6F496616}"/>
                  </a:ext>
                </a:extLst>
              </p:cNvPr>
              <p:cNvSpPr/>
              <p:nvPr/>
            </p:nvSpPr>
            <p:spPr>
              <a:xfrm>
                <a:off x="5819273" y="2614363"/>
                <a:ext cx="17068" cy="17111"/>
              </a:xfrm>
              <a:custGeom>
                <a:avLst/>
                <a:gdLst>
                  <a:gd name="connsiteX0" fmla="*/ 8535 w 17068"/>
                  <a:gd name="connsiteY0" fmla="*/ 17112 h 17111"/>
                  <a:gd name="connsiteX1" fmla="*/ 17069 w 17068"/>
                  <a:gd name="connsiteY1" fmla="*/ 8556 h 17111"/>
                  <a:gd name="connsiteX2" fmla="*/ 8535 w 17068"/>
                  <a:gd name="connsiteY2" fmla="*/ 0 h 17111"/>
                  <a:gd name="connsiteX3" fmla="*/ 0 w 17068"/>
                  <a:gd name="connsiteY3" fmla="*/ 8556 h 17111"/>
                  <a:gd name="connsiteX4" fmla="*/ 8535 w 17068"/>
                  <a:gd name="connsiteY4" fmla="*/ 17112 h 17111"/>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7068" h="17111">
                    <a:moveTo>
                      <a:pt x="8535" y="17112"/>
                    </a:moveTo>
                    <a:cubicBezTo>
                      <a:pt x="13251" y="17112"/>
                      <a:pt x="17069" y="13281"/>
                      <a:pt x="17069" y="8556"/>
                    </a:cubicBezTo>
                    <a:cubicBezTo>
                      <a:pt x="17069" y="3831"/>
                      <a:pt x="13251" y="0"/>
                      <a:pt x="8535" y="0"/>
                    </a:cubicBezTo>
                    <a:cubicBezTo>
                      <a:pt x="3824" y="0"/>
                      <a:pt x="0" y="3831"/>
                      <a:pt x="0" y="8556"/>
                    </a:cubicBezTo>
                    <a:cubicBezTo>
                      <a:pt x="0" y="13281"/>
                      <a:pt x="3824" y="17112"/>
                      <a:pt x="8535" y="17112"/>
                    </a:cubicBezTo>
                    <a:close/>
                  </a:path>
                </a:pathLst>
              </a:custGeom>
              <a:solidFill>
                <a:srgbClr val="2D5967"/>
              </a:solidFill>
              <a:ln w="6417" cap="flat">
                <a:noFill/>
                <a:prstDash val="solid"/>
                <a:miter/>
              </a:ln>
            </p:spPr>
            <p:txBody>
              <a:bodyPr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srgbClr val="7C8A98"/>
                  </a:solidFill>
                  <a:effectLst/>
                  <a:uLnTx/>
                  <a:uFillTx/>
                  <a:latin typeface="Oracle Sans Tab"/>
                  <a:ea typeface="+mn-ea"/>
                  <a:cs typeface="+mn-cs"/>
                </a:endParaRPr>
              </a:p>
            </p:txBody>
          </p:sp>
          <p:sp>
            <p:nvSpPr>
              <p:cNvPr id="27" name="Freeform: Shape 1276">
                <a:extLst>
                  <a:ext uri="{FF2B5EF4-FFF2-40B4-BE49-F238E27FC236}">
                    <a16:creationId xmlns:a16="http://schemas.microsoft.com/office/drawing/2014/main" id="{58CF1FD7-B805-A8BB-4E11-6922B996AB35}"/>
                  </a:ext>
                </a:extLst>
              </p:cNvPr>
              <p:cNvSpPr/>
              <p:nvPr/>
            </p:nvSpPr>
            <p:spPr>
              <a:xfrm>
                <a:off x="5914384" y="2773269"/>
                <a:ext cx="17068" cy="17107"/>
              </a:xfrm>
              <a:custGeom>
                <a:avLst/>
                <a:gdLst>
                  <a:gd name="connsiteX0" fmla="*/ 8534 w 17068"/>
                  <a:gd name="connsiteY0" fmla="*/ 17107 h 17107"/>
                  <a:gd name="connsiteX1" fmla="*/ 17069 w 17068"/>
                  <a:gd name="connsiteY1" fmla="*/ 8554 h 17107"/>
                  <a:gd name="connsiteX2" fmla="*/ 8534 w 17068"/>
                  <a:gd name="connsiteY2" fmla="*/ 0 h 17107"/>
                  <a:gd name="connsiteX3" fmla="*/ 0 w 17068"/>
                  <a:gd name="connsiteY3" fmla="*/ 8554 h 17107"/>
                  <a:gd name="connsiteX4" fmla="*/ 8534 w 17068"/>
                  <a:gd name="connsiteY4" fmla="*/ 17107 h 17107"/>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7068" h="17107">
                    <a:moveTo>
                      <a:pt x="8534" y="17107"/>
                    </a:moveTo>
                    <a:cubicBezTo>
                      <a:pt x="13244" y="17107"/>
                      <a:pt x="17069" y="13276"/>
                      <a:pt x="17069" y="8554"/>
                    </a:cubicBezTo>
                    <a:cubicBezTo>
                      <a:pt x="17069" y="3824"/>
                      <a:pt x="13244" y="0"/>
                      <a:pt x="8534" y="0"/>
                    </a:cubicBezTo>
                    <a:cubicBezTo>
                      <a:pt x="3818" y="0"/>
                      <a:pt x="0" y="3824"/>
                      <a:pt x="0" y="8554"/>
                    </a:cubicBezTo>
                    <a:cubicBezTo>
                      <a:pt x="0" y="13276"/>
                      <a:pt x="3818" y="17107"/>
                      <a:pt x="8534" y="17107"/>
                    </a:cubicBezTo>
                    <a:close/>
                  </a:path>
                </a:pathLst>
              </a:custGeom>
              <a:solidFill>
                <a:srgbClr val="2D5967"/>
              </a:solidFill>
              <a:ln w="6417" cap="flat">
                <a:noFill/>
                <a:prstDash val="solid"/>
                <a:miter/>
              </a:ln>
            </p:spPr>
            <p:txBody>
              <a:bodyPr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srgbClr val="7C8A98"/>
                  </a:solidFill>
                  <a:effectLst/>
                  <a:uLnTx/>
                  <a:uFillTx/>
                  <a:latin typeface="Oracle Sans Tab"/>
                  <a:ea typeface="+mn-ea"/>
                  <a:cs typeface="+mn-cs"/>
                </a:endParaRPr>
              </a:p>
            </p:txBody>
          </p:sp>
          <p:sp>
            <p:nvSpPr>
              <p:cNvPr id="28" name="Freeform: Shape 1278">
                <a:extLst>
                  <a:ext uri="{FF2B5EF4-FFF2-40B4-BE49-F238E27FC236}">
                    <a16:creationId xmlns:a16="http://schemas.microsoft.com/office/drawing/2014/main" id="{A76BBE78-F087-58DB-977D-53897EA424AF}"/>
                  </a:ext>
                </a:extLst>
              </p:cNvPr>
              <p:cNvSpPr/>
              <p:nvPr/>
            </p:nvSpPr>
            <p:spPr>
              <a:xfrm>
                <a:off x="5787574" y="2613152"/>
                <a:ext cx="18287" cy="18333"/>
              </a:xfrm>
              <a:custGeom>
                <a:avLst/>
                <a:gdLst>
                  <a:gd name="connsiteX0" fmla="*/ 18288 w 18287"/>
                  <a:gd name="connsiteY0" fmla="*/ 0 h 18333"/>
                  <a:gd name="connsiteX1" fmla="*/ 0 w 18287"/>
                  <a:gd name="connsiteY1" fmla="*/ 0 h 18333"/>
                  <a:gd name="connsiteX2" fmla="*/ 0 w 18287"/>
                  <a:gd name="connsiteY2" fmla="*/ 18334 h 18333"/>
                  <a:gd name="connsiteX3" fmla="*/ 18288 w 18287"/>
                  <a:gd name="connsiteY3" fmla="*/ 18334 h 18333"/>
                  <a:gd name="connsiteX4" fmla="*/ 18288 w 18287"/>
                  <a:gd name="connsiteY4" fmla="*/ 0 h 18333"/>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8287" h="18333">
                    <a:moveTo>
                      <a:pt x="18288" y="0"/>
                    </a:moveTo>
                    <a:lnTo>
                      <a:pt x="0" y="0"/>
                    </a:lnTo>
                    <a:lnTo>
                      <a:pt x="0" y="18334"/>
                    </a:lnTo>
                    <a:lnTo>
                      <a:pt x="18288" y="18334"/>
                    </a:lnTo>
                    <a:lnTo>
                      <a:pt x="18288" y="0"/>
                    </a:lnTo>
                    <a:close/>
                  </a:path>
                </a:pathLst>
              </a:custGeom>
              <a:solidFill>
                <a:srgbClr val="2D5967"/>
              </a:solidFill>
              <a:ln w="6417" cap="flat">
                <a:noFill/>
                <a:prstDash val="solid"/>
                <a:miter/>
              </a:ln>
            </p:spPr>
            <p:txBody>
              <a:bodyPr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srgbClr val="7C8A98"/>
                  </a:solidFill>
                  <a:effectLst/>
                  <a:uLnTx/>
                  <a:uFillTx/>
                  <a:latin typeface="Oracle Sans Tab"/>
                  <a:ea typeface="+mn-ea"/>
                  <a:cs typeface="+mn-cs"/>
                </a:endParaRPr>
              </a:p>
            </p:txBody>
          </p:sp>
          <p:sp>
            <p:nvSpPr>
              <p:cNvPr id="29" name="Freeform: Shape 1023">
                <a:extLst>
                  <a:ext uri="{FF2B5EF4-FFF2-40B4-BE49-F238E27FC236}">
                    <a16:creationId xmlns:a16="http://schemas.microsoft.com/office/drawing/2014/main" id="{E75889D3-2FE9-5765-7606-7D5B2578E448}"/>
                  </a:ext>
                </a:extLst>
              </p:cNvPr>
              <p:cNvSpPr/>
              <p:nvPr/>
            </p:nvSpPr>
            <p:spPr>
              <a:xfrm>
                <a:off x="5661983" y="2614363"/>
                <a:ext cx="17069" cy="17111"/>
              </a:xfrm>
              <a:custGeom>
                <a:avLst/>
                <a:gdLst>
                  <a:gd name="connsiteX0" fmla="*/ 8535 w 17069"/>
                  <a:gd name="connsiteY0" fmla="*/ 17112 h 17111"/>
                  <a:gd name="connsiteX1" fmla="*/ 17069 w 17069"/>
                  <a:gd name="connsiteY1" fmla="*/ 8556 h 17111"/>
                  <a:gd name="connsiteX2" fmla="*/ 8535 w 17069"/>
                  <a:gd name="connsiteY2" fmla="*/ 0 h 17111"/>
                  <a:gd name="connsiteX3" fmla="*/ 0 w 17069"/>
                  <a:gd name="connsiteY3" fmla="*/ 8556 h 17111"/>
                  <a:gd name="connsiteX4" fmla="*/ 8535 w 17069"/>
                  <a:gd name="connsiteY4" fmla="*/ 17112 h 17111"/>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7069" h="17111">
                    <a:moveTo>
                      <a:pt x="8535" y="17112"/>
                    </a:moveTo>
                    <a:cubicBezTo>
                      <a:pt x="13251" y="17112"/>
                      <a:pt x="17069" y="13281"/>
                      <a:pt x="17069" y="8556"/>
                    </a:cubicBezTo>
                    <a:cubicBezTo>
                      <a:pt x="17069" y="3831"/>
                      <a:pt x="13251" y="0"/>
                      <a:pt x="8535" y="0"/>
                    </a:cubicBezTo>
                    <a:cubicBezTo>
                      <a:pt x="3824" y="0"/>
                      <a:pt x="0" y="3831"/>
                      <a:pt x="0" y="8556"/>
                    </a:cubicBezTo>
                    <a:cubicBezTo>
                      <a:pt x="0" y="13281"/>
                      <a:pt x="3824" y="17112"/>
                      <a:pt x="8535" y="17112"/>
                    </a:cubicBezTo>
                    <a:close/>
                  </a:path>
                </a:pathLst>
              </a:custGeom>
              <a:solidFill>
                <a:srgbClr val="2D5967"/>
              </a:solidFill>
              <a:ln w="6417" cap="flat">
                <a:noFill/>
                <a:prstDash val="solid"/>
                <a:miter/>
              </a:ln>
            </p:spPr>
            <p:txBody>
              <a:bodyPr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srgbClr val="7C8A98"/>
                  </a:solidFill>
                  <a:effectLst/>
                  <a:uLnTx/>
                  <a:uFillTx/>
                  <a:latin typeface="Oracle Sans Tab"/>
                  <a:ea typeface="+mn-ea"/>
                  <a:cs typeface="+mn-cs"/>
                </a:endParaRPr>
              </a:p>
            </p:txBody>
          </p:sp>
          <p:sp>
            <p:nvSpPr>
              <p:cNvPr id="30" name="Freeform: Shape 1024">
                <a:extLst>
                  <a:ext uri="{FF2B5EF4-FFF2-40B4-BE49-F238E27FC236}">
                    <a16:creationId xmlns:a16="http://schemas.microsoft.com/office/drawing/2014/main" id="{5DB715A5-1464-BFD8-325D-5DCBDCE8581E}"/>
                  </a:ext>
                </a:extLst>
              </p:cNvPr>
              <p:cNvSpPr/>
              <p:nvPr/>
            </p:nvSpPr>
            <p:spPr>
              <a:xfrm>
                <a:off x="5629059" y="2613152"/>
                <a:ext cx="18287" cy="18333"/>
              </a:xfrm>
              <a:custGeom>
                <a:avLst/>
                <a:gdLst>
                  <a:gd name="connsiteX0" fmla="*/ 18288 w 18287"/>
                  <a:gd name="connsiteY0" fmla="*/ 0 h 18333"/>
                  <a:gd name="connsiteX1" fmla="*/ 0 w 18287"/>
                  <a:gd name="connsiteY1" fmla="*/ 0 h 18333"/>
                  <a:gd name="connsiteX2" fmla="*/ 0 w 18287"/>
                  <a:gd name="connsiteY2" fmla="*/ 18334 h 18333"/>
                  <a:gd name="connsiteX3" fmla="*/ 18288 w 18287"/>
                  <a:gd name="connsiteY3" fmla="*/ 18334 h 18333"/>
                  <a:gd name="connsiteX4" fmla="*/ 18288 w 18287"/>
                  <a:gd name="connsiteY4" fmla="*/ 0 h 18333"/>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8287" h="18333">
                    <a:moveTo>
                      <a:pt x="18288" y="0"/>
                    </a:moveTo>
                    <a:lnTo>
                      <a:pt x="0" y="0"/>
                    </a:lnTo>
                    <a:lnTo>
                      <a:pt x="0" y="18334"/>
                    </a:lnTo>
                    <a:lnTo>
                      <a:pt x="18288" y="18334"/>
                    </a:lnTo>
                    <a:lnTo>
                      <a:pt x="18288" y="0"/>
                    </a:lnTo>
                    <a:close/>
                  </a:path>
                </a:pathLst>
              </a:custGeom>
              <a:solidFill>
                <a:srgbClr val="2D5967"/>
              </a:solidFill>
              <a:ln w="6417" cap="flat">
                <a:noFill/>
                <a:prstDash val="solid"/>
                <a:miter/>
              </a:ln>
            </p:spPr>
            <p:txBody>
              <a:bodyPr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srgbClr val="7C8A98"/>
                  </a:solidFill>
                  <a:effectLst/>
                  <a:uLnTx/>
                  <a:uFillTx/>
                  <a:latin typeface="Oracle Sans Tab"/>
                  <a:ea typeface="+mn-ea"/>
                  <a:cs typeface="+mn-cs"/>
                </a:endParaRPr>
              </a:p>
            </p:txBody>
          </p:sp>
          <p:sp>
            <p:nvSpPr>
              <p:cNvPr id="31" name="Freeform: Shape 1025">
                <a:extLst>
                  <a:ext uri="{FF2B5EF4-FFF2-40B4-BE49-F238E27FC236}">
                    <a16:creationId xmlns:a16="http://schemas.microsoft.com/office/drawing/2014/main" id="{C6C8DCBE-6C52-62CF-23B0-F90498D4331B}"/>
                  </a:ext>
                </a:extLst>
              </p:cNvPr>
              <p:cNvSpPr/>
              <p:nvPr/>
            </p:nvSpPr>
            <p:spPr>
              <a:xfrm>
                <a:off x="5850979" y="2613152"/>
                <a:ext cx="81692" cy="18333"/>
              </a:xfrm>
              <a:custGeom>
                <a:avLst/>
                <a:gdLst>
                  <a:gd name="connsiteX0" fmla="*/ 81693 w 81692"/>
                  <a:gd name="connsiteY0" fmla="*/ 0 h 18333"/>
                  <a:gd name="connsiteX1" fmla="*/ 0 w 81692"/>
                  <a:gd name="connsiteY1" fmla="*/ 0 h 18333"/>
                  <a:gd name="connsiteX2" fmla="*/ 0 w 81692"/>
                  <a:gd name="connsiteY2" fmla="*/ 18334 h 18333"/>
                  <a:gd name="connsiteX3" fmla="*/ 81693 w 81692"/>
                  <a:gd name="connsiteY3" fmla="*/ 18334 h 18333"/>
                  <a:gd name="connsiteX4" fmla="*/ 81693 w 81692"/>
                  <a:gd name="connsiteY4" fmla="*/ 0 h 18333"/>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81692" h="18333">
                    <a:moveTo>
                      <a:pt x="81693" y="0"/>
                    </a:moveTo>
                    <a:lnTo>
                      <a:pt x="0" y="0"/>
                    </a:lnTo>
                    <a:lnTo>
                      <a:pt x="0" y="18334"/>
                    </a:lnTo>
                    <a:lnTo>
                      <a:pt x="81693" y="18334"/>
                    </a:lnTo>
                    <a:lnTo>
                      <a:pt x="81693" y="0"/>
                    </a:lnTo>
                    <a:close/>
                  </a:path>
                </a:pathLst>
              </a:custGeom>
              <a:solidFill>
                <a:srgbClr val="2D5967"/>
              </a:solidFill>
              <a:ln w="6417" cap="flat">
                <a:noFill/>
                <a:prstDash val="solid"/>
                <a:miter/>
              </a:ln>
            </p:spPr>
            <p:txBody>
              <a:bodyPr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srgbClr val="7C8A98"/>
                  </a:solidFill>
                  <a:effectLst/>
                  <a:uLnTx/>
                  <a:uFillTx/>
                  <a:latin typeface="Oracle Sans Tab"/>
                  <a:ea typeface="+mn-ea"/>
                  <a:cs typeface="+mn-cs"/>
                </a:endParaRPr>
              </a:p>
            </p:txBody>
          </p:sp>
          <p:sp>
            <p:nvSpPr>
              <p:cNvPr id="32" name="Freeform: Shape 1026">
                <a:extLst>
                  <a:ext uri="{FF2B5EF4-FFF2-40B4-BE49-F238E27FC236}">
                    <a16:creationId xmlns:a16="http://schemas.microsoft.com/office/drawing/2014/main" id="{7452281A-F0C4-0A49-547D-988C24E94B68}"/>
                  </a:ext>
                </a:extLst>
              </p:cNvPr>
              <p:cNvSpPr/>
              <p:nvPr/>
            </p:nvSpPr>
            <p:spPr>
              <a:xfrm>
                <a:off x="5787574" y="2772043"/>
                <a:ext cx="81692" cy="18332"/>
              </a:xfrm>
              <a:custGeom>
                <a:avLst/>
                <a:gdLst>
                  <a:gd name="connsiteX0" fmla="*/ 81693 w 81692"/>
                  <a:gd name="connsiteY0" fmla="*/ 0 h 18332"/>
                  <a:gd name="connsiteX1" fmla="*/ 0 w 81692"/>
                  <a:gd name="connsiteY1" fmla="*/ 0 h 18332"/>
                  <a:gd name="connsiteX2" fmla="*/ 0 w 81692"/>
                  <a:gd name="connsiteY2" fmla="*/ 18333 h 18332"/>
                  <a:gd name="connsiteX3" fmla="*/ 81693 w 81692"/>
                  <a:gd name="connsiteY3" fmla="*/ 18333 h 18332"/>
                  <a:gd name="connsiteX4" fmla="*/ 81693 w 81692"/>
                  <a:gd name="connsiteY4" fmla="*/ 0 h 18332"/>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81692" h="18332">
                    <a:moveTo>
                      <a:pt x="81693" y="0"/>
                    </a:moveTo>
                    <a:lnTo>
                      <a:pt x="0" y="0"/>
                    </a:lnTo>
                    <a:lnTo>
                      <a:pt x="0" y="18333"/>
                    </a:lnTo>
                    <a:lnTo>
                      <a:pt x="81693" y="18333"/>
                    </a:lnTo>
                    <a:lnTo>
                      <a:pt x="81693" y="0"/>
                    </a:lnTo>
                    <a:close/>
                  </a:path>
                </a:pathLst>
              </a:custGeom>
              <a:solidFill>
                <a:srgbClr val="2D5967"/>
              </a:solidFill>
              <a:ln w="6417" cap="flat">
                <a:noFill/>
                <a:prstDash val="solid"/>
                <a:miter/>
              </a:ln>
            </p:spPr>
            <p:txBody>
              <a:bodyPr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srgbClr val="7C8A98"/>
                  </a:solidFill>
                  <a:effectLst/>
                  <a:uLnTx/>
                  <a:uFillTx/>
                  <a:latin typeface="Oracle Sans Tab"/>
                  <a:ea typeface="+mn-ea"/>
                  <a:cs typeface="+mn-cs"/>
                </a:endParaRPr>
              </a:p>
            </p:txBody>
          </p:sp>
          <p:sp>
            <p:nvSpPr>
              <p:cNvPr id="33" name="Freeform: Shape 1028">
                <a:extLst>
                  <a:ext uri="{FF2B5EF4-FFF2-40B4-BE49-F238E27FC236}">
                    <a16:creationId xmlns:a16="http://schemas.microsoft.com/office/drawing/2014/main" id="{169CA4F5-E3D9-A008-41C7-2EA8F0406DDA}"/>
                  </a:ext>
                </a:extLst>
              </p:cNvPr>
              <p:cNvSpPr/>
              <p:nvPr/>
            </p:nvSpPr>
            <p:spPr>
              <a:xfrm>
                <a:off x="5882678" y="2772043"/>
                <a:ext cx="18288" cy="18332"/>
              </a:xfrm>
              <a:custGeom>
                <a:avLst/>
                <a:gdLst>
                  <a:gd name="connsiteX0" fmla="*/ 18288 w 18288"/>
                  <a:gd name="connsiteY0" fmla="*/ 0 h 18332"/>
                  <a:gd name="connsiteX1" fmla="*/ 0 w 18288"/>
                  <a:gd name="connsiteY1" fmla="*/ 0 h 18332"/>
                  <a:gd name="connsiteX2" fmla="*/ 0 w 18288"/>
                  <a:gd name="connsiteY2" fmla="*/ 18333 h 18332"/>
                  <a:gd name="connsiteX3" fmla="*/ 18288 w 18288"/>
                  <a:gd name="connsiteY3" fmla="*/ 18333 h 18332"/>
                  <a:gd name="connsiteX4" fmla="*/ 18288 w 18288"/>
                  <a:gd name="connsiteY4" fmla="*/ 0 h 18332"/>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8288" h="18332">
                    <a:moveTo>
                      <a:pt x="18288" y="0"/>
                    </a:moveTo>
                    <a:lnTo>
                      <a:pt x="0" y="0"/>
                    </a:lnTo>
                    <a:lnTo>
                      <a:pt x="0" y="18333"/>
                    </a:lnTo>
                    <a:lnTo>
                      <a:pt x="18288" y="18333"/>
                    </a:lnTo>
                    <a:lnTo>
                      <a:pt x="18288" y="0"/>
                    </a:lnTo>
                    <a:close/>
                  </a:path>
                </a:pathLst>
              </a:custGeom>
              <a:solidFill>
                <a:srgbClr val="2D5967"/>
              </a:solidFill>
              <a:ln w="6417" cap="flat">
                <a:noFill/>
                <a:prstDash val="solid"/>
                <a:miter/>
              </a:ln>
            </p:spPr>
            <p:txBody>
              <a:bodyPr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srgbClr val="7C8A98"/>
                  </a:solidFill>
                  <a:effectLst/>
                  <a:uLnTx/>
                  <a:uFillTx/>
                  <a:latin typeface="Oracle Sans Tab"/>
                  <a:ea typeface="+mn-ea"/>
                  <a:cs typeface="+mn-cs"/>
                </a:endParaRPr>
              </a:p>
            </p:txBody>
          </p:sp>
          <p:sp>
            <p:nvSpPr>
              <p:cNvPr id="34" name="Freeform: Shape 1029">
                <a:extLst>
                  <a:ext uri="{FF2B5EF4-FFF2-40B4-BE49-F238E27FC236}">
                    <a16:creationId xmlns:a16="http://schemas.microsoft.com/office/drawing/2014/main" id="{F0836C90-A4D5-1DF8-EBB3-0C162AA0DF8F}"/>
                  </a:ext>
                </a:extLst>
              </p:cNvPr>
              <p:cNvSpPr/>
              <p:nvPr/>
            </p:nvSpPr>
            <p:spPr>
              <a:xfrm>
                <a:off x="5757094" y="2773269"/>
                <a:ext cx="17068" cy="17107"/>
              </a:xfrm>
              <a:custGeom>
                <a:avLst/>
                <a:gdLst>
                  <a:gd name="connsiteX0" fmla="*/ 8535 w 17068"/>
                  <a:gd name="connsiteY0" fmla="*/ 17107 h 17107"/>
                  <a:gd name="connsiteX1" fmla="*/ 17069 w 17068"/>
                  <a:gd name="connsiteY1" fmla="*/ 8554 h 17107"/>
                  <a:gd name="connsiteX2" fmla="*/ 8535 w 17068"/>
                  <a:gd name="connsiteY2" fmla="*/ 0 h 17107"/>
                  <a:gd name="connsiteX3" fmla="*/ 0 w 17068"/>
                  <a:gd name="connsiteY3" fmla="*/ 8554 h 17107"/>
                  <a:gd name="connsiteX4" fmla="*/ 8535 w 17068"/>
                  <a:gd name="connsiteY4" fmla="*/ 17107 h 17107"/>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7068" h="17107">
                    <a:moveTo>
                      <a:pt x="8535" y="17107"/>
                    </a:moveTo>
                    <a:cubicBezTo>
                      <a:pt x="13245" y="17107"/>
                      <a:pt x="17069" y="13276"/>
                      <a:pt x="17069" y="8554"/>
                    </a:cubicBezTo>
                    <a:cubicBezTo>
                      <a:pt x="17069" y="3824"/>
                      <a:pt x="13245" y="0"/>
                      <a:pt x="8535" y="0"/>
                    </a:cubicBezTo>
                    <a:cubicBezTo>
                      <a:pt x="3818" y="0"/>
                      <a:pt x="0" y="3824"/>
                      <a:pt x="0" y="8554"/>
                    </a:cubicBezTo>
                    <a:cubicBezTo>
                      <a:pt x="0" y="13276"/>
                      <a:pt x="3818" y="17107"/>
                      <a:pt x="8535" y="17107"/>
                    </a:cubicBezTo>
                    <a:close/>
                  </a:path>
                </a:pathLst>
              </a:custGeom>
              <a:solidFill>
                <a:srgbClr val="2D5967"/>
              </a:solidFill>
              <a:ln w="6417" cap="flat">
                <a:noFill/>
                <a:prstDash val="solid"/>
                <a:miter/>
              </a:ln>
            </p:spPr>
            <p:txBody>
              <a:bodyPr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srgbClr val="7C8A98"/>
                  </a:solidFill>
                  <a:effectLst/>
                  <a:uLnTx/>
                  <a:uFillTx/>
                  <a:latin typeface="Oracle Sans Tab"/>
                  <a:ea typeface="+mn-ea"/>
                  <a:cs typeface="+mn-cs"/>
                </a:endParaRPr>
              </a:p>
            </p:txBody>
          </p:sp>
          <p:sp>
            <p:nvSpPr>
              <p:cNvPr id="35" name="Freeform: Shape 1030">
                <a:extLst>
                  <a:ext uri="{FF2B5EF4-FFF2-40B4-BE49-F238E27FC236}">
                    <a16:creationId xmlns:a16="http://schemas.microsoft.com/office/drawing/2014/main" id="{97830309-E161-FFD6-1740-10CBA12D853C}"/>
                  </a:ext>
                </a:extLst>
              </p:cNvPr>
              <p:cNvSpPr/>
              <p:nvPr/>
            </p:nvSpPr>
            <p:spPr>
              <a:xfrm>
                <a:off x="5598579" y="2773269"/>
                <a:ext cx="17069" cy="17107"/>
              </a:xfrm>
              <a:custGeom>
                <a:avLst/>
                <a:gdLst>
                  <a:gd name="connsiteX0" fmla="*/ 8535 w 17069"/>
                  <a:gd name="connsiteY0" fmla="*/ 17107 h 17107"/>
                  <a:gd name="connsiteX1" fmla="*/ 17069 w 17069"/>
                  <a:gd name="connsiteY1" fmla="*/ 8554 h 17107"/>
                  <a:gd name="connsiteX2" fmla="*/ 8535 w 17069"/>
                  <a:gd name="connsiteY2" fmla="*/ 0 h 17107"/>
                  <a:gd name="connsiteX3" fmla="*/ 0 w 17069"/>
                  <a:gd name="connsiteY3" fmla="*/ 8554 h 17107"/>
                  <a:gd name="connsiteX4" fmla="*/ 8535 w 17069"/>
                  <a:gd name="connsiteY4" fmla="*/ 17107 h 17107"/>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7069" h="17107">
                    <a:moveTo>
                      <a:pt x="8535" y="17107"/>
                    </a:moveTo>
                    <a:cubicBezTo>
                      <a:pt x="13251" y="17107"/>
                      <a:pt x="17069" y="13276"/>
                      <a:pt x="17069" y="8554"/>
                    </a:cubicBezTo>
                    <a:cubicBezTo>
                      <a:pt x="17069" y="3824"/>
                      <a:pt x="13251" y="0"/>
                      <a:pt x="8535" y="0"/>
                    </a:cubicBezTo>
                    <a:cubicBezTo>
                      <a:pt x="3824" y="0"/>
                      <a:pt x="0" y="3824"/>
                      <a:pt x="0" y="8554"/>
                    </a:cubicBezTo>
                    <a:cubicBezTo>
                      <a:pt x="0" y="13276"/>
                      <a:pt x="3824" y="17107"/>
                      <a:pt x="8535" y="17107"/>
                    </a:cubicBezTo>
                    <a:close/>
                  </a:path>
                </a:pathLst>
              </a:custGeom>
              <a:solidFill>
                <a:srgbClr val="2D5967"/>
              </a:solidFill>
              <a:ln w="6417" cap="flat">
                <a:noFill/>
                <a:prstDash val="solid"/>
                <a:miter/>
              </a:ln>
            </p:spPr>
            <p:txBody>
              <a:bodyPr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srgbClr val="7C8A98"/>
                  </a:solidFill>
                  <a:effectLst/>
                  <a:uLnTx/>
                  <a:uFillTx/>
                  <a:latin typeface="Oracle Sans Tab"/>
                  <a:ea typeface="+mn-ea"/>
                  <a:cs typeface="+mn-cs"/>
                </a:endParaRPr>
              </a:p>
            </p:txBody>
          </p:sp>
          <p:sp>
            <p:nvSpPr>
              <p:cNvPr id="36" name="Freeform: Shape 1031">
                <a:extLst>
                  <a:ext uri="{FF2B5EF4-FFF2-40B4-BE49-F238E27FC236}">
                    <a16:creationId xmlns:a16="http://schemas.microsoft.com/office/drawing/2014/main" id="{BA872450-3317-DD3F-1F2C-C00BD7D3622D}"/>
                  </a:ext>
                </a:extLst>
              </p:cNvPr>
              <p:cNvSpPr/>
              <p:nvPr/>
            </p:nvSpPr>
            <p:spPr>
              <a:xfrm>
                <a:off x="5629059" y="2772043"/>
                <a:ext cx="81699" cy="18332"/>
              </a:xfrm>
              <a:custGeom>
                <a:avLst/>
                <a:gdLst>
                  <a:gd name="connsiteX0" fmla="*/ 81699 w 81699"/>
                  <a:gd name="connsiteY0" fmla="*/ 0 h 18332"/>
                  <a:gd name="connsiteX1" fmla="*/ 0 w 81699"/>
                  <a:gd name="connsiteY1" fmla="*/ 0 h 18332"/>
                  <a:gd name="connsiteX2" fmla="*/ 0 w 81699"/>
                  <a:gd name="connsiteY2" fmla="*/ 18333 h 18332"/>
                  <a:gd name="connsiteX3" fmla="*/ 81699 w 81699"/>
                  <a:gd name="connsiteY3" fmla="*/ 18333 h 18332"/>
                  <a:gd name="connsiteX4" fmla="*/ 81699 w 81699"/>
                  <a:gd name="connsiteY4" fmla="*/ 0 h 18332"/>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81699" h="18332">
                    <a:moveTo>
                      <a:pt x="81699" y="0"/>
                    </a:moveTo>
                    <a:lnTo>
                      <a:pt x="0" y="0"/>
                    </a:lnTo>
                    <a:lnTo>
                      <a:pt x="0" y="18333"/>
                    </a:lnTo>
                    <a:lnTo>
                      <a:pt x="81699" y="18333"/>
                    </a:lnTo>
                    <a:lnTo>
                      <a:pt x="81699" y="0"/>
                    </a:lnTo>
                    <a:close/>
                  </a:path>
                </a:pathLst>
              </a:custGeom>
              <a:solidFill>
                <a:srgbClr val="2D5967"/>
              </a:solidFill>
              <a:ln w="6417" cap="flat">
                <a:noFill/>
                <a:prstDash val="solid"/>
                <a:miter/>
              </a:ln>
            </p:spPr>
            <p:txBody>
              <a:bodyPr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srgbClr val="7C8A98"/>
                  </a:solidFill>
                  <a:effectLst/>
                  <a:uLnTx/>
                  <a:uFillTx/>
                  <a:latin typeface="Oracle Sans Tab"/>
                  <a:ea typeface="+mn-ea"/>
                  <a:cs typeface="+mn-cs"/>
                </a:endParaRPr>
              </a:p>
            </p:txBody>
          </p:sp>
          <p:sp>
            <p:nvSpPr>
              <p:cNvPr id="37" name="Freeform: Shape 1032">
                <a:extLst>
                  <a:ext uri="{FF2B5EF4-FFF2-40B4-BE49-F238E27FC236}">
                    <a16:creationId xmlns:a16="http://schemas.microsoft.com/office/drawing/2014/main" id="{67AD4366-B4AE-A1BA-8A5F-3CC760BECA30}"/>
                  </a:ext>
                </a:extLst>
              </p:cNvPr>
              <p:cNvSpPr/>
              <p:nvPr/>
            </p:nvSpPr>
            <p:spPr>
              <a:xfrm>
                <a:off x="5724169" y="2772043"/>
                <a:ext cx="18287" cy="18332"/>
              </a:xfrm>
              <a:custGeom>
                <a:avLst/>
                <a:gdLst>
                  <a:gd name="connsiteX0" fmla="*/ 18288 w 18287"/>
                  <a:gd name="connsiteY0" fmla="*/ 0 h 18332"/>
                  <a:gd name="connsiteX1" fmla="*/ 0 w 18287"/>
                  <a:gd name="connsiteY1" fmla="*/ 0 h 18332"/>
                  <a:gd name="connsiteX2" fmla="*/ 0 w 18287"/>
                  <a:gd name="connsiteY2" fmla="*/ 18333 h 18332"/>
                  <a:gd name="connsiteX3" fmla="*/ 18288 w 18287"/>
                  <a:gd name="connsiteY3" fmla="*/ 18333 h 18332"/>
                  <a:gd name="connsiteX4" fmla="*/ 18288 w 18287"/>
                  <a:gd name="connsiteY4" fmla="*/ 0 h 18332"/>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8287" h="18332">
                    <a:moveTo>
                      <a:pt x="18288" y="0"/>
                    </a:moveTo>
                    <a:lnTo>
                      <a:pt x="0" y="0"/>
                    </a:lnTo>
                    <a:lnTo>
                      <a:pt x="0" y="18333"/>
                    </a:lnTo>
                    <a:lnTo>
                      <a:pt x="18288" y="18333"/>
                    </a:lnTo>
                    <a:lnTo>
                      <a:pt x="18288" y="0"/>
                    </a:lnTo>
                    <a:close/>
                  </a:path>
                </a:pathLst>
              </a:custGeom>
              <a:solidFill>
                <a:srgbClr val="2D5967"/>
              </a:solidFill>
              <a:ln w="6417" cap="flat">
                <a:noFill/>
                <a:prstDash val="solid"/>
                <a:miter/>
              </a:ln>
            </p:spPr>
            <p:txBody>
              <a:bodyPr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srgbClr val="7C8A98"/>
                  </a:solidFill>
                  <a:effectLst/>
                  <a:uLnTx/>
                  <a:uFillTx/>
                  <a:latin typeface="Oracle Sans Tab"/>
                  <a:ea typeface="+mn-ea"/>
                  <a:cs typeface="+mn-cs"/>
                </a:endParaRPr>
              </a:p>
            </p:txBody>
          </p:sp>
          <p:sp>
            <p:nvSpPr>
              <p:cNvPr id="38" name="Freeform: Shape 1033">
                <a:extLst>
                  <a:ext uri="{FF2B5EF4-FFF2-40B4-BE49-F238E27FC236}">
                    <a16:creationId xmlns:a16="http://schemas.microsoft.com/office/drawing/2014/main" id="{1021A407-FB0C-3C12-CD9F-25AB560B09AD}"/>
                  </a:ext>
                </a:extLst>
              </p:cNvPr>
              <p:cNvSpPr/>
              <p:nvPr/>
            </p:nvSpPr>
            <p:spPr>
              <a:xfrm>
                <a:off x="5559558" y="2376030"/>
                <a:ext cx="488956" cy="488903"/>
              </a:xfrm>
              <a:custGeom>
                <a:avLst/>
                <a:gdLst>
                  <a:gd name="connsiteX0" fmla="*/ 467011 w 488956"/>
                  <a:gd name="connsiteY0" fmla="*/ 0 h 488903"/>
                  <a:gd name="connsiteX1" fmla="*/ 20726 w 488956"/>
                  <a:gd name="connsiteY1" fmla="*/ 0 h 488903"/>
                  <a:gd name="connsiteX2" fmla="*/ 0 w 488956"/>
                  <a:gd name="connsiteY2" fmla="*/ 20778 h 488903"/>
                  <a:gd name="connsiteX3" fmla="*/ 0 w 488956"/>
                  <a:gd name="connsiteY3" fmla="*/ 469345 h 488903"/>
                  <a:gd name="connsiteX4" fmla="*/ 20726 w 488956"/>
                  <a:gd name="connsiteY4" fmla="*/ 488904 h 488903"/>
                  <a:gd name="connsiteX5" fmla="*/ 468231 w 488956"/>
                  <a:gd name="connsiteY5" fmla="*/ 488904 h 488903"/>
                  <a:gd name="connsiteX6" fmla="*/ 488957 w 488956"/>
                  <a:gd name="connsiteY6" fmla="*/ 468126 h 488903"/>
                  <a:gd name="connsiteX7" fmla="*/ 488957 w 488956"/>
                  <a:gd name="connsiteY7" fmla="*/ 20778 h 488903"/>
                  <a:gd name="connsiteX8" fmla="*/ 467011 w 488956"/>
                  <a:gd name="connsiteY8" fmla="*/ 0 h 488903"/>
                  <a:gd name="connsiteX9" fmla="*/ 469450 w 488956"/>
                  <a:gd name="connsiteY9" fmla="*/ 468126 h 488903"/>
                  <a:gd name="connsiteX10" fmla="*/ 467011 w 488956"/>
                  <a:gd name="connsiteY10" fmla="*/ 470571 h 488903"/>
                  <a:gd name="connsiteX11" fmla="*/ 20726 w 488956"/>
                  <a:gd name="connsiteY11" fmla="*/ 470571 h 488903"/>
                  <a:gd name="connsiteX12" fmla="*/ 18288 w 488956"/>
                  <a:gd name="connsiteY12" fmla="*/ 468126 h 488903"/>
                  <a:gd name="connsiteX13" fmla="*/ 18288 w 488956"/>
                  <a:gd name="connsiteY13" fmla="*/ 20778 h 488903"/>
                  <a:gd name="connsiteX14" fmla="*/ 20726 w 488956"/>
                  <a:gd name="connsiteY14" fmla="*/ 18334 h 488903"/>
                  <a:gd name="connsiteX15" fmla="*/ 468231 w 488956"/>
                  <a:gd name="connsiteY15" fmla="*/ 18334 h 488903"/>
                  <a:gd name="connsiteX16" fmla="*/ 470669 w 488956"/>
                  <a:gd name="connsiteY16" fmla="*/ 20778 h 488903"/>
                  <a:gd name="connsiteX17" fmla="*/ 469450 w 488956"/>
                  <a:gd name="connsiteY17" fmla="*/ 468126 h 488903"/>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Lst>
                <a:rect l="l" t="t" r="r" b="b"/>
                <a:pathLst>
                  <a:path w="488956" h="488903">
                    <a:moveTo>
                      <a:pt x="467011" y="0"/>
                    </a:moveTo>
                    <a:lnTo>
                      <a:pt x="20726" y="0"/>
                    </a:lnTo>
                    <a:cubicBezTo>
                      <a:pt x="9754" y="0"/>
                      <a:pt x="0" y="9778"/>
                      <a:pt x="0" y="20778"/>
                    </a:cubicBezTo>
                    <a:lnTo>
                      <a:pt x="0" y="469345"/>
                    </a:lnTo>
                    <a:cubicBezTo>
                      <a:pt x="0" y="479124"/>
                      <a:pt x="9754" y="488904"/>
                      <a:pt x="20726" y="488904"/>
                    </a:cubicBezTo>
                    <a:lnTo>
                      <a:pt x="468231" y="488904"/>
                    </a:lnTo>
                    <a:cubicBezTo>
                      <a:pt x="479203" y="488904"/>
                      <a:pt x="488957" y="479124"/>
                      <a:pt x="488957" y="468126"/>
                    </a:cubicBezTo>
                    <a:lnTo>
                      <a:pt x="488957" y="20778"/>
                    </a:lnTo>
                    <a:cubicBezTo>
                      <a:pt x="487738" y="9778"/>
                      <a:pt x="477984" y="0"/>
                      <a:pt x="467011" y="0"/>
                    </a:cubicBezTo>
                    <a:close/>
                    <a:moveTo>
                      <a:pt x="469450" y="468126"/>
                    </a:moveTo>
                    <a:cubicBezTo>
                      <a:pt x="469450" y="469345"/>
                      <a:pt x="468231" y="470571"/>
                      <a:pt x="467011" y="470571"/>
                    </a:cubicBezTo>
                    <a:lnTo>
                      <a:pt x="20726" y="470571"/>
                    </a:lnTo>
                    <a:cubicBezTo>
                      <a:pt x="19507" y="470571"/>
                      <a:pt x="18288" y="469345"/>
                      <a:pt x="18288" y="468126"/>
                    </a:cubicBezTo>
                    <a:lnTo>
                      <a:pt x="18288" y="20778"/>
                    </a:lnTo>
                    <a:cubicBezTo>
                      <a:pt x="18288" y="19556"/>
                      <a:pt x="19507" y="18334"/>
                      <a:pt x="20726" y="18334"/>
                    </a:cubicBezTo>
                    <a:lnTo>
                      <a:pt x="468231" y="18334"/>
                    </a:lnTo>
                    <a:cubicBezTo>
                      <a:pt x="469450" y="18334"/>
                      <a:pt x="470669" y="19556"/>
                      <a:pt x="470669" y="20778"/>
                    </a:cubicBezTo>
                    <a:lnTo>
                      <a:pt x="469450" y="468126"/>
                    </a:lnTo>
                    <a:close/>
                  </a:path>
                </a:pathLst>
              </a:custGeom>
              <a:solidFill>
                <a:srgbClr val="2D5967"/>
              </a:solidFill>
              <a:ln w="6417" cap="flat">
                <a:noFill/>
                <a:prstDash val="solid"/>
                <a:miter/>
              </a:ln>
            </p:spPr>
            <p:txBody>
              <a:bodyPr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srgbClr val="7C8A98"/>
                  </a:solidFill>
                  <a:effectLst/>
                  <a:uLnTx/>
                  <a:uFillTx/>
                  <a:latin typeface="Oracle Sans Tab"/>
                  <a:ea typeface="+mn-ea"/>
                  <a:cs typeface="+mn-cs"/>
                </a:endParaRPr>
              </a:p>
            </p:txBody>
          </p:sp>
          <p:sp>
            <p:nvSpPr>
              <p:cNvPr id="39" name="Freeform: Shape 1034">
                <a:extLst>
                  <a:ext uri="{FF2B5EF4-FFF2-40B4-BE49-F238E27FC236}">
                    <a16:creationId xmlns:a16="http://schemas.microsoft.com/office/drawing/2014/main" id="{789962D5-ADA0-DEA7-70D3-842F130FD058}"/>
                  </a:ext>
                </a:extLst>
              </p:cNvPr>
              <p:cNvSpPr/>
              <p:nvPr/>
            </p:nvSpPr>
            <p:spPr>
              <a:xfrm>
                <a:off x="5946096" y="2571585"/>
                <a:ext cx="64624" cy="103891"/>
              </a:xfrm>
              <a:custGeom>
                <a:avLst/>
                <a:gdLst>
                  <a:gd name="connsiteX0" fmla="*/ 0 w 64624"/>
                  <a:gd name="connsiteY0" fmla="*/ 12223 h 103891"/>
                  <a:gd name="connsiteX1" fmla="*/ 29267 w 64624"/>
                  <a:gd name="connsiteY1" fmla="*/ 41557 h 103891"/>
                  <a:gd name="connsiteX2" fmla="*/ 0 w 64624"/>
                  <a:gd name="connsiteY2" fmla="*/ 41557 h 103891"/>
                  <a:gd name="connsiteX3" fmla="*/ 0 w 64624"/>
                  <a:gd name="connsiteY3" fmla="*/ 59890 h 103891"/>
                  <a:gd name="connsiteX4" fmla="*/ 30487 w 64624"/>
                  <a:gd name="connsiteY4" fmla="*/ 59890 h 103891"/>
                  <a:gd name="connsiteX5" fmla="*/ 0 w 64624"/>
                  <a:gd name="connsiteY5" fmla="*/ 90447 h 103891"/>
                  <a:gd name="connsiteX6" fmla="*/ 12192 w 64624"/>
                  <a:gd name="connsiteY6" fmla="*/ 103892 h 103891"/>
                  <a:gd name="connsiteX7" fmla="*/ 64624 w 64624"/>
                  <a:gd name="connsiteY7" fmla="*/ 51335 h 103891"/>
                  <a:gd name="connsiteX8" fmla="*/ 12192 w 64624"/>
                  <a:gd name="connsiteY8" fmla="*/ 0 h 103891"/>
                  <a:gd name="connsiteX9" fmla="*/ 0 w 64624"/>
                  <a:gd name="connsiteY9" fmla="*/ 12223 h 103891"/>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Lst>
                <a:rect l="l" t="t" r="r" b="b"/>
                <a:pathLst>
                  <a:path w="64624" h="103891">
                    <a:moveTo>
                      <a:pt x="0" y="12223"/>
                    </a:moveTo>
                    <a:lnTo>
                      <a:pt x="29267" y="41557"/>
                    </a:lnTo>
                    <a:lnTo>
                      <a:pt x="0" y="41557"/>
                    </a:lnTo>
                    <a:lnTo>
                      <a:pt x="0" y="59890"/>
                    </a:lnTo>
                    <a:lnTo>
                      <a:pt x="30487" y="59890"/>
                    </a:lnTo>
                    <a:lnTo>
                      <a:pt x="0" y="90447"/>
                    </a:lnTo>
                    <a:lnTo>
                      <a:pt x="12192" y="103892"/>
                    </a:lnTo>
                    <a:lnTo>
                      <a:pt x="64624" y="51335"/>
                    </a:lnTo>
                    <a:lnTo>
                      <a:pt x="12192" y="0"/>
                    </a:lnTo>
                    <a:lnTo>
                      <a:pt x="0" y="12223"/>
                    </a:lnTo>
                    <a:close/>
                  </a:path>
                </a:pathLst>
              </a:custGeom>
              <a:solidFill>
                <a:srgbClr val="2D5967"/>
              </a:solidFill>
              <a:ln w="6417" cap="flat">
                <a:noFill/>
                <a:prstDash val="solid"/>
                <a:miter/>
              </a:ln>
            </p:spPr>
            <p:txBody>
              <a:bodyPr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srgbClr val="7C8A98"/>
                  </a:solidFill>
                  <a:effectLst/>
                  <a:uLnTx/>
                  <a:uFillTx/>
                  <a:latin typeface="Oracle Sans Tab"/>
                  <a:ea typeface="+mn-ea"/>
                  <a:cs typeface="+mn-cs"/>
                </a:endParaRPr>
              </a:p>
            </p:txBody>
          </p:sp>
          <p:sp>
            <p:nvSpPr>
              <p:cNvPr id="40" name="Freeform: Shape 1035">
                <a:extLst>
                  <a:ext uri="{FF2B5EF4-FFF2-40B4-BE49-F238E27FC236}">
                    <a16:creationId xmlns:a16="http://schemas.microsoft.com/office/drawing/2014/main" id="{BAC78886-17E6-5673-78B6-5D3690E8BA19}"/>
                  </a:ext>
                </a:extLst>
              </p:cNvPr>
              <p:cNvSpPr/>
              <p:nvPr/>
            </p:nvSpPr>
            <p:spPr>
              <a:xfrm>
                <a:off x="5946096" y="2412694"/>
                <a:ext cx="64624" cy="103891"/>
              </a:xfrm>
              <a:custGeom>
                <a:avLst/>
                <a:gdLst>
                  <a:gd name="connsiteX0" fmla="*/ 0 w 64624"/>
                  <a:gd name="connsiteY0" fmla="*/ 13445 h 103891"/>
                  <a:gd name="connsiteX1" fmla="*/ 29267 w 64624"/>
                  <a:gd name="connsiteY1" fmla="*/ 42779 h 103891"/>
                  <a:gd name="connsiteX2" fmla="*/ 0 w 64624"/>
                  <a:gd name="connsiteY2" fmla="*/ 42779 h 103891"/>
                  <a:gd name="connsiteX3" fmla="*/ 0 w 64624"/>
                  <a:gd name="connsiteY3" fmla="*/ 61113 h 103891"/>
                  <a:gd name="connsiteX4" fmla="*/ 29267 w 64624"/>
                  <a:gd name="connsiteY4" fmla="*/ 61113 h 103891"/>
                  <a:gd name="connsiteX5" fmla="*/ 0 w 64624"/>
                  <a:gd name="connsiteY5" fmla="*/ 90447 h 103891"/>
                  <a:gd name="connsiteX6" fmla="*/ 12192 w 64624"/>
                  <a:gd name="connsiteY6" fmla="*/ 103892 h 103891"/>
                  <a:gd name="connsiteX7" fmla="*/ 64624 w 64624"/>
                  <a:gd name="connsiteY7" fmla="*/ 51335 h 103891"/>
                  <a:gd name="connsiteX8" fmla="*/ 12192 w 64624"/>
                  <a:gd name="connsiteY8" fmla="*/ 0 h 103891"/>
                  <a:gd name="connsiteX9" fmla="*/ 0 w 64624"/>
                  <a:gd name="connsiteY9" fmla="*/ 13445 h 103891"/>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Lst>
                <a:rect l="l" t="t" r="r" b="b"/>
                <a:pathLst>
                  <a:path w="64624" h="103891">
                    <a:moveTo>
                      <a:pt x="0" y="13445"/>
                    </a:moveTo>
                    <a:lnTo>
                      <a:pt x="29267" y="42779"/>
                    </a:lnTo>
                    <a:lnTo>
                      <a:pt x="0" y="42779"/>
                    </a:lnTo>
                    <a:lnTo>
                      <a:pt x="0" y="61113"/>
                    </a:lnTo>
                    <a:lnTo>
                      <a:pt x="29267" y="61113"/>
                    </a:lnTo>
                    <a:lnTo>
                      <a:pt x="0" y="90447"/>
                    </a:lnTo>
                    <a:lnTo>
                      <a:pt x="12192" y="103892"/>
                    </a:lnTo>
                    <a:lnTo>
                      <a:pt x="64624" y="51335"/>
                    </a:lnTo>
                    <a:lnTo>
                      <a:pt x="12192" y="0"/>
                    </a:lnTo>
                    <a:lnTo>
                      <a:pt x="0" y="13445"/>
                    </a:lnTo>
                    <a:close/>
                  </a:path>
                </a:pathLst>
              </a:custGeom>
              <a:solidFill>
                <a:srgbClr val="2D5967"/>
              </a:solidFill>
              <a:ln w="6417" cap="flat">
                <a:noFill/>
                <a:prstDash val="solid"/>
                <a:miter/>
              </a:ln>
            </p:spPr>
            <p:txBody>
              <a:bodyPr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srgbClr val="7C8A98"/>
                  </a:solidFill>
                  <a:effectLst/>
                  <a:uLnTx/>
                  <a:uFillTx/>
                  <a:latin typeface="Oracle Sans Tab"/>
                  <a:ea typeface="+mn-ea"/>
                  <a:cs typeface="+mn-cs"/>
                </a:endParaRPr>
              </a:p>
            </p:txBody>
          </p:sp>
          <p:sp>
            <p:nvSpPr>
              <p:cNvPr id="41" name="Freeform: Shape 1036">
                <a:extLst>
                  <a:ext uri="{FF2B5EF4-FFF2-40B4-BE49-F238E27FC236}">
                    <a16:creationId xmlns:a16="http://schemas.microsoft.com/office/drawing/2014/main" id="{589F6323-1432-AD84-6E7C-8D6192DDD5BF}"/>
                  </a:ext>
                </a:extLst>
              </p:cNvPr>
              <p:cNvSpPr/>
              <p:nvPr/>
            </p:nvSpPr>
            <p:spPr>
              <a:xfrm>
                <a:off x="5946096" y="2729262"/>
                <a:ext cx="64624" cy="103895"/>
              </a:xfrm>
              <a:custGeom>
                <a:avLst/>
                <a:gdLst>
                  <a:gd name="connsiteX0" fmla="*/ 0 w 64624"/>
                  <a:gd name="connsiteY0" fmla="*/ 13443 h 103895"/>
                  <a:gd name="connsiteX1" fmla="*/ 29267 w 64624"/>
                  <a:gd name="connsiteY1" fmla="*/ 42781 h 103895"/>
                  <a:gd name="connsiteX2" fmla="*/ 0 w 64624"/>
                  <a:gd name="connsiteY2" fmla="*/ 42781 h 103895"/>
                  <a:gd name="connsiteX3" fmla="*/ 0 w 64624"/>
                  <a:gd name="connsiteY3" fmla="*/ 61114 h 103895"/>
                  <a:gd name="connsiteX4" fmla="*/ 29267 w 64624"/>
                  <a:gd name="connsiteY4" fmla="*/ 61114 h 103895"/>
                  <a:gd name="connsiteX5" fmla="*/ 0 w 64624"/>
                  <a:gd name="connsiteY5" fmla="*/ 90445 h 103895"/>
                  <a:gd name="connsiteX6" fmla="*/ 12192 w 64624"/>
                  <a:gd name="connsiteY6" fmla="*/ 103895 h 103895"/>
                  <a:gd name="connsiteX7" fmla="*/ 64624 w 64624"/>
                  <a:gd name="connsiteY7" fmla="*/ 52560 h 103895"/>
                  <a:gd name="connsiteX8" fmla="*/ 12192 w 64624"/>
                  <a:gd name="connsiteY8" fmla="*/ 0 h 103895"/>
                  <a:gd name="connsiteX9" fmla="*/ 0 w 64624"/>
                  <a:gd name="connsiteY9" fmla="*/ 13443 h 103895"/>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Lst>
                <a:rect l="l" t="t" r="r" b="b"/>
                <a:pathLst>
                  <a:path w="64624" h="103895">
                    <a:moveTo>
                      <a:pt x="0" y="13443"/>
                    </a:moveTo>
                    <a:lnTo>
                      <a:pt x="29267" y="42781"/>
                    </a:lnTo>
                    <a:lnTo>
                      <a:pt x="0" y="42781"/>
                    </a:lnTo>
                    <a:lnTo>
                      <a:pt x="0" y="61114"/>
                    </a:lnTo>
                    <a:lnTo>
                      <a:pt x="29267" y="61114"/>
                    </a:lnTo>
                    <a:lnTo>
                      <a:pt x="0" y="90445"/>
                    </a:lnTo>
                    <a:lnTo>
                      <a:pt x="12192" y="103895"/>
                    </a:lnTo>
                    <a:lnTo>
                      <a:pt x="64624" y="52560"/>
                    </a:lnTo>
                    <a:lnTo>
                      <a:pt x="12192" y="0"/>
                    </a:lnTo>
                    <a:lnTo>
                      <a:pt x="0" y="13443"/>
                    </a:lnTo>
                    <a:close/>
                  </a:path>
                </a:pathLst>
              </a:custGeom>
              <a:solidFill>
                <a:srgbClr val="2D5967"/>
              </a:solidFill>
              <a:ln w="6417" cap="flat">
                <a:noFill/>
                <a:prstDash val="solid"/>
                <a:miter/>
              </a:ln>
            </p:spPr>
            <p:txBody>
              <a:bodyPr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srgbClr val="7C8A98"/>
                  </a:solidFill>
                  <a:effectLst/>
                  <a:uLnTx/>
                  <a:uFillTx/>
                  <a:latin typeface="Oracle Sans Tab"/>
                  <a:ea typeface="+mn-ea"/>
                  <a:cs typeface="+mn-cs"/>
                </a:endParaRPr>
              </a:p>
            </p:txBody>
          </p:sp>
        </p:grpSp>
      </p:grpSp>
      <p:sp>
        <p:nvSpPr>
          <p:cNvPr id="13" name="TextBox 12">
            <a:extLst>
              <a:ext uri="{FF2B5EF4-FFF2-40B4-BE49-F238E27FC236}">
                <a16:creationId xmlns:a16="http://schemas.microsoft.com/office/drawing/2014/main" id="{7C147005-D2D8-295C-7B67-8E65814D3B28}"/>
              </a:ext>
            </a:extLst>
          </p:cNvPr>
          <p:cNvSpPr txBox="1"/>
          <p:nvPr/>
        </p:nvSpPr>
        <p:spPr>
          <a:xfrm>
            <a:off x="5807454" y="3892397"/>
            <a:ext cx="1152550" cy="523220"/>
          </a:xfrm>
          <a:prstGeom prst="rect">
            <a:avLst/>
          </a:prstGeom>
          <a:solidFill>
            <a:schemeClr val="accent1"/>
          </a:solidFill>
        </p:spPr>
        <p:txBody>
          <a:bodyPr wrap="square" rtlCol="0">
            <a:spAutoFit/>
          </a:bodyPr>
          <a:lstStyle>
            <a:defPPr>
              <a:defRPr lang="en-US"/>
            </a:defPPr>
            <a:lvl1pPr marR="0" lvl="0" indent="0" algn="ctr" fontAlgn="auto">
              <a:lnSpc>
                <a:spcPct val="100000"/>
              </a:lnSpc>
              <a:spcBef>
                <a:spcPts val="0"/>
              </a:spcBef>
              <a:spcAft>
                <a:spcPts val="0"/>
              </a:spcAft>
              <a:buClrTx/>
              <a:buSzTx/>
              <a:buFontTx/>
              <a:buNone/>
              <a:tabLst/>
              <a:defRPr kumimoji="0" sz="1400" b="1" i="0" u="none" strike="noStrike" cap="none" spc="0" normalizeH="0" baseline="0">
                <a:ln>
                  <a:noFill/>
                </a:ln>
                <a:effectLst/>
                <a:uLnTx/>
                <a:uFillTx/>
                <a:latin typeface="Oracle Sans"/>
                <a:cs typeface="Oracle Sans"/>
                <a:rtl val="0"/>
              </a:defRPr>
            </a:lvl1pP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sz="1400" b="1" i="0" u="none" strike="noStrike" kern="1200" cap="none" spc="0" normalizeH="0" baseline="0" noProof="0" dirty="0">
                <a:ln>
                  <a:noFill/>
                </a:ln>
                <a:solidFill>
                  <a:srgbClr val="FFFFFF"/>
                </a:solidFill>
                <a:effectLst/>
                <a:uLnTx/>
                <a:uFillTx/>
                <a:latin typeface="Oracle Sans"/>
                <a:ea typeface="+mn-ea"/>
                <a:cs typeface="Oracle Sans"/>
                <a:sym typeface="Oracle Sans"/>
                <a:rtl val="0"/>
              </a:rPr>
              <a:t>OCI Streaming</a:t>
            </a:r>
          </a:p>
        </p:txBody>
      </p:sp>
      <p:grpSp>
        <p:nvGrpSpPr>
          <p:cNvPr id="43" name="Graphic 2">
            <a:extLst>
              <a:ext uri="{FF2B5EF4-FFF2-40B4-BE49-F238E27FC236}">
                <a16:creationId xmlns:a16="http://schemas.microsoft.com/office/drawing/2014/main" id="{1594337D-9841-22C6-E327-D60CDF00A4DC}"/>
              </a:ext>
            </a:extLst>
          </p:cNvPr>
          <p:cNvGrpSpPr/>
          <p:nvPr/>
        </p:nvGrpSpPr>
        <p:grpSpPr>
          <a:xfrm>
            <a:off x="3197338" y="3159380"/>
            <a:ext cx="680289" cy="722859"/>
            <a:chOff x="2818071" y="3005488"/>
            <a:chExt cx="513347" cy="513347"/>
          </a:xfrm>
        </p:grpSpPr>
        <p:sp>
          <p:nvSpPr>
            <p:cNvPr id="45" name="Freeform: Shape 1184">
              <a:extLst>
                <a:ext uri="{FF2B5EF4-FFF2-40B4-BE49-F238E27FC236}">
                  <a16:creationId xmlns:a16="http://schemas.microsoft.com/office/drawing/2014/main" id="{DE1A600B-1948-BB46-CB5C-CA3FF2B5F7A2}"/>
                </a:ext>
              </a:extLst>
            </p:cNvPr>
            <p:cNvSpPr/>
            <p:nvPr/>
          </p:nvSpPr>
          <p:spPr>
            <a:xfrm>
              <a:off x="2818071" y="3005488"/>
              <a:ext cx="513347" cy="513347"/>
            </a:xfrm>
            <a:custGeom>
              <a:avLst/>
              <a:gdLst>
                <a:gd name="connsiteX0" fmla="*/ 479203 w 513347"/>
                <a:gd name="connsiteY0" fmla="*/ 12223 h 513347"/>
                <a:gd name="connsiteX1" fmla="*/ 499936 w 513347"/>
                <a:gd name="connsiteY1" fmla="*/ 33001 h 513347"/>
                <a:gd name="connsiteX2" fmla="*/ 499936 w 513347"/>
                <a:gd name="connsiteY2" fmla="*/ 481571 h 513347"/>
                <a:gd name="connsiteX3" fmla="*/ 479203 w 513347"/>
                <a:gd name="connsiteY3" fmla="*/ 502349 h 513347"/>
                <a:gd name="connsiteX4" fmla="*/ 32925 w 513347"/>
                <a:gd name="connsiteY4" fmla="*/ 502349 h 513347"/>
                <a:gd name="connsiteX5" fmla="*/ 12192 w 513347"/>
                <a:gd name="connsiteY5" fmla="*/ 480345 h 513347"/>
                <a:gd name="connsiteX6" fmla="*/ 12192 w 513347"/>
                <a:gd name="connsiteY6" fmla="*/ 33001 h 513347"/>
                <a:gd name="connsiteX7" fmla="*/ 32925 w 513347"/>
                <a:gd name="connsiteY7" fmla="*/ 12223 h 513347"/>
                <a:gd name="connsiteX8" fmla="*/ 479203 w 513347"/>
                <a:gd name="connsiteY8" fmla="*/ 12223 h 513347"/>
                <a:gd name="connsiteX9" fmla="*/ 479203 w 513347"/>
                <a:gd name="connsiteY9" fmla="*/ 0 h 513347"/>
                <a:gd name="connsiteX10" fmla="*/ 32925 w 513347"/>
                <a:gd name="connsiteY10" fmla="*/ 0 h 513347"/>
                <a:gd name="connsiteX11" fmla="*/ 0 w 513347"/>
                <a:gd name="connsiteY11" fmla="*/ 33001 h 513347"/>
                <a:gd name="connsiteX12" fmla="*/ 0 w 513347"/>
                <a:gd name="connsiteY12" fmla="*/ 481571 h 513347"/>
                <a:gd name="connsiteX13" fmla="*/ 32925 w 513347"/>
                <a:gd name="connsiteY13" fmla="*/ 513347 h 513347"/>
                <a:gd name="connsiteX14" fmla="*/ 480422 w 513347"/>
                <a:gd name="connsiteY14" fmla="*/ 513347 h 513347"/>
                <a:gd name="connsiteX15" fmla="*/ 513348 w 513347"/>
                <a:gd name="connsiteY15" fmla="*/ 480345 h 513347"/>
                <a:gd name="connsiteX16" fmla="*/ 513348 w 513347"/>
                <a:gd name="connsiteY16" fmla="*/ 33001 h 513347"/>
                <a:gd name="connsiteX17" fmla="*/ 479203 w 513347"/>
                <a:gd name="connsiteY17" fmla="*/ 0 h 513347"/>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Lst>
              <a:rect l="l" t="t" r="r" b="b"/>
              <a:pathLst>
                <a:path w="513347" h="513347">
                  <a:moveTo>
                    <a:pt x="479203" y="12223"/>
                  </a:moveTo>
                  <a:cubicBezTo>
                    <a:pt x="490182" y="12223"/>
                    <a:pt x="499936" y="22001"/>
                    <a:pt x="499936" y="33001"/>
                  </a:cubicBezTo>
                  <a:lnTo>
                    <a:pt x="499936" y="481571"/>
                  </a:lnTo>
                  <a:cubicBezTo>
                    <a:pt x="499936" y="492570"/>
                    <a:pt x="490182" y="502349"/>
                    <a:pt x="479203" y="502349"/>
                  </a:cubicBezTo>
                  <a:lnTo>
                    <a:pt x="32925" y="502349"/>
                  </a:lnTo>
                  <a:cubicBezTo>
                    <a:pt x="21946" y="501123"/>
                    <a:pt x="12192" y="491344"/>
                    <a:pt x="12192" y="480345"/>
                  </a:cubicBezTo>
                  <a:lnTo>
                    <a:pt x="12192" y="33001"/>
                  </a:lnTo>
                  <a:cubicBezTo>
                    <a:pt x="12192" y="22001"/>
                    <a:pt x="21946" y="12223"/>
                    <a:pt x="32925" y="12223"/>
                  </a:cubicBezTo>
                  <a:lnTo>
                    <a:pt x="479203" y="12223"/>
                  </a:lnTo>
                  <a:close/>
                  <a:moveTo>
                    <a:pt x="479203" y="0"/>
                  </a:moveTo>
                  <a:lnTo>
                    <a:pt x="32925" y="0"/>
                  </a:lnTo>
                  <a:cubicBezTo>
                    <a:pt x="14630" y="0"/>
                    <a:pt x="0" y="14667"/>
                    <a:pt x="0" y="33001"/>
                  </a:cubicBezTo>
                  <a:lnTo>
                    <a:pt x="0" y="481571"/>
                  </a:lnTo>
                  <a:cubicBezTo>
                    <a:pt x="0" y="498678"/>
                    <a:pt x="14630" y="513347"/>
                    <a:pt x="32925" y="513347"/>
                  </a:cubicBezTo>
                  <a:lnTo>
                    <a:pt x="480422" y="513347"/>
                  </a:lnTo>
                  <a:cubicBezTo>
                    <a:pt x="498717" y="513347"/>
                    <a:pt x="513348" y="498678"/>
                    <a:pt x="513348" y="480345"/>
                  </a:cubicBezTo>
                  <a:lnTo>
                    <a:pt x="513348" y="33001"/>
                  </a:lnTo>
                  <a:cubicBezTo>
                    <a:pt x="512128" y="14667"/>
                    <a:pt x="497498" y="0"/>
                    <a:pt x="479203" y="0"/>
                  </a:cubicBezTo>
                  <a:close/>
                </a:path>
              </a:pathLst>
            </a:custGeom>
            <a:solidFill>
              <a:srgbClr val="FFFFFF"/>
            </a:solidFill>
            <a:ln w="6417" cap="flat">
              <a:noFill/>
              <a:prstDash val="solid"/>
              <a:miter/>
            </a:ln>
          </p:spPr>
          <p:txBody>
            <a:bodyPr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srgbClr val="7C8A98"/>
                </a:solidFill>
                <a:effectLst/>
                <a:uLnTx/>
                <a:uFillTx/>
                <a:latin typeface="Oracle Sans Tab"/>
                <a:ea typeface="+mn-ea"/>
                <a:cs typeface="+mn-cs"/>
              </a:endParaRPr>
            </a:p>
          </p:txBody>
        </p:sp>
        <p:grpSp>
          <p:nvGrpSpPr>
            <p:cNvPr id="46" name="Graphic 2">
              <a:extLst>
                <a:ext uri="{FF2B5EF4-FFF2-40B4-BE49-F238E27FC236}">
                  <a16:creationId xmlns:a16="http://schemas.microsoft.com/office/drawing/2014/main" id="{1A3519D9-5B5A-39DB-ABB0-D95522F918FB}"/>
                </a:ext>
              </a:extLst>
            </p:cNvPr>
            <p:cNvGrpSpPr/>
            <p:nvPr/>
          </p:nvGrpSpPr>
          <p:grpSpPr>
            <a:xfrm>
              <a:off x="2830270" y="3017714"/>
              <a:ext cx="488956" cy="488903"/>
              <a:chOff x="2830270" y="3017714"/>
              <a:chExt cx="488956" cy="488903"/>
            </a:xfrm>
            <a:solidFill>
              <a:srgbClr val="2D5967"/>
            </a:solidFill>
          </p:grpSpPr>
          <p:sp>
            <p:nvSpPr>
              <p:cNvPr id="47" name="Freeform: Shape 1163">
                <a:extLst>
                  <a:ext uri="{FF2B5EF4-FFF2-40B4-BE49-F238E27FC236}">
                    <a16:creationId xmlns:a16="http://schemas.microsoft.com/office/drawing/2014/main" id="{648AF01B-DB90-7CC0-D748-82526BEDB78D}"/>
                  </a:ext>
                </a:extLst>
              </p:cNvPr>
              <p:cNvSpPr/>
              <p:nvPr/>
            </p:nvSpPr>
            <p:spPr>
              <a:xfrm>
                <a:off x="2830270" y="3017714"/>
                <a:ext cx="488956" cy="488903"/>
              </a:xfrm>
              <a:custGeom>
                <a:avLst/>
                <a:gdLst>
                  <a:gd name="connsiteX0" fmla="*/ 467012 w 488956"/>
                  <a:gd name="connsiteY0" fmla="*/ 0 h 488903"/>
                  <a:gd name="connsiteX1" fmla="*/ 20726 w 488956"/>
                  <a:gd name="connsiteY1" fmla="*/ 0 h 488903"/>
                  <a:gd name="connsiteX2" fmla="*/ 0 w 488956"/>
                  <a:gd name="connsiteY2" fmla="*/ 20778 h 488903"/>
                  <a:gd name="connsiteX3" fmla="*/ 0 w 488956"/>
                  <a:gd name="connsiteY3" fmla="*/ 469345 h 488903"/>
                  <a:gd name="connsiteX4" fmla="*/ 20726 w 488956"/>
                  <a:gd name="connsiteY4" fmla="*/ 488904 h 488903"/>
                  <a:gd name="connsiteX5" fmla="*/ 468231 w 488956"/>
                  <a:gd name="connsiteY5" fmla="*/ 488904 h 488903"/>
                  <a:gd name="connsiteX6" fmla="*/ 488957 w 488956"/>
                  <a:gd name="connsiteY6" fmla="*/ 468126 h 488903"/>
                  <a:gd name="connsiteX7" fmla="*/ 488957 w 488956"/>
                  <a:gd name="connsiteY7" fmla="*/ 20778 h 488903"/>
                  <a:gd name="connsiteX8" fmla="*/ 467012 w 488956"/>
                  <a:gd name="connsiteY8" fmla="*/ 0 h 488903"/>
                  <a:gd name="connsiteX9" fmla="*/ 469450 w 488956"/>
                  <a:gd name="connsiteY9" fmla="*/ 468126 h 488903"/>
                  <a:gd name="connsiteX10" fmla="*/ 467012 w 488956"/>
                  <a:gd name="connsiteY10" fmla="*/ 470571 h 488903"/>
                  <a:gd name="connsiteX11" fmla="*/ 20726 w 488956"/>
                  <a:gd name="connsiteY11" fmla="*/ 470571 h 488903"/>
                  <a:gd name="connsiteX12" fmla="*/ 18288 w 488956"/>
                  <a:gd name="connsiteY12" fmla="*/ 468126 h 488903"/>
                  <a:gd name="connsiteX13" fmla="*/ 18288 w 488956"/>
                  <a:gd name="connsiteY13" fmla="*/ 20778 h 488903"/>
                  <a:gd name="connsiteX14" fmla="*/ 20726 w 488956"/>
                  <a:gd name="connsiteY14" fmla="*/ 18334 h 488903"/>
                  <a:gd name="connsiteX15" fmla="*/ 468231 w 488956"/>
                  <a:gd name="connsiteY15" fmla="*/ 18334 h 488903"/>
                  <a:gd name="connsiteX16" fmla="*/ 470669 w 488956"/>
                  <a:gd name="connsiteY16" fmla="*/ 20778 h 488903"/>
                  <a:gd name="connsiteX17" fmla="*/ 469450 w 488956"/>
                  <a:gd name="connsiteY17" fmla="*/ 468126 h 488903"/>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Lst>
                <a:rect l="l" t="t" r="r" b="b"/>
                <a:pathLst>
                  <a:path w="488956" h="488903">
                    <a:moveTo>
                      <a:pt x="467012" y="0"/>
                    </a:moveTo>
                    <a:lnTo>
                      <a:pt x="20726" y="0"/>
                    </a:lnTo>
                    <a:cubicBezTo>
                      <a:pt x="9754" y="0"/>
                      <a:pt x="0" y="9778"/>
                      <a:pt x="0" y="20778"/>
                    </a:cubicBezTo>
                    <a:lnTo>
                      <a:pt x="0" y="469345"/>
                    </a:lnTo>
                    <a:cubicBezTo>
                      <a:pt x="0" y="479124"/>
                      <a:pt x="9754" y="488904"/>
                      <a:pt x="20726" y="488904"/>
                    </a:cubicBezTo>
                    <a:lnTo>
                      <a:pt x="468231" y="488904"/>
                    </a:lnTo>
                    <a:cubicBezTo>
                      <a:pt x="479203" y="488904"/>
                      <a:pt x="488957" y="479124"/>
                      <a:pt x="488957" y="468126"/>
                    </a:cubicBezTo>
                    <a:lnTo>
                      <a:pt x="488957" y="20778"/>
                    </a:lnTo>
                    <a:cubicBezTo>
                      <a:pt x="487738" y="9778"/>
                      <a:pt x="477984" y="0"/>
                      <a:pt x="467012" y="0"/>
                    </a:cubicBezTo>
                    <a:close/>
                    <a:moveTo>
                      <a:pt x="469450" y="468126"/>
                    </a:moveTo>
                    <a:cubicBezTo>
                      <a:pt x="469450" y="469345"/>
                      <a:pt x="468231" y="470571"/>
                      <a:pt x="467012" y="470571"/>
                    </a:cubicBezTo>
                    <a:lnTo>
                      <a:pt x="20726" y="470571"/>
                    </a:lnTo>
                    <a:cubicBezTo>
                      <a:pt x="19507" y="470571"/>
                      <a:pt x="18288" y="469345"/>
                      <a:pt x="18288" y="468126"/>
                    </a:cubicBezTo>
                    <a:lnTo>
                      <a:pt x="18288" y="20778"/>
                    </a:lnTo>
                    <a:cubicBezTo>
                      <a:pt x="18288" y="19556"/>
                      <a:pt x="19507" y="18334"/>
                      <a:pt x="20726" y="18334"/>
                    </a:cubicBezTo>
                    <a:lnTo>
                      <a:pt x="468231" y="18334"/>
                    </a:lnTo>
                    <a:cubicBezTo>
                      <a:pt x="469450" y="18334"/>
                      <a:pt x="470669" y="19556"/>
                      <a:pt x="470669" y="20778"/>
                    </a:cubicBezTo>
                    <a:lnTo>
                      <a:pt x="469450" y="468126"/>
                    </a:lnTo>
                    <a:close/>
                  </a:path>
                </a:pathLst>
              </a:custGeom>
              <a:solidFill>
                <a:srgbClr val="2D5967"/>
              </a:solidFill>
              <a:ln w="6417" cap="flat">
                <a:noFill/>
                <a:prstDash val="solid"/>
                <a:miter/>
              </a:ln>
            </p:spPr>
            <p:txBody>
              <a:bodyPr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srgbClr val="7C8A98"/>
                  </a:solidFill>
                  <a:effectLst/>
                  <a:uLnTx/>
                  <a:uFillTx/>
                  <a:latin typeface="Oracle Sans Tab"/>
                  <a:ea typeface="+mn-ea"/>
                  <a:cs typeface="+mn-cs"/>
                </a:endParaRPr>
              </a:p>
            </p:txBody>
          </p:sp>
          <p:sp>
            <p:nvSpPr>
              <p:cNvPr id="48" name="Freeform: Shape 1164">
                <a:extLst>
                  <a:ext uri="{FF2B5EF4-FFF2-40B4-BE49-F238E27FC236}">
                    <a16:creationId xmlns:a16="http://schemas.microsoft.com/office/drawing/2014/main" id="{9AA0C4BA-3ABA-CF15-45B6-2379AC3643A2}"/>
                  </a:ext>
                </a:extLst>
              </p:cNvPr>
              <p:cNvSpPr/>
              <p:nvPr/>
            </p:nvSpPr>
            <p:spPr>
              <a:xfrm>
                <a:off x="2883921" y="3341602"/>
                <a:ext cx="137788" cy="108784"/>
              </a:xfrm>
              <a:custGeom>
                <a:avLst/>
                <a:gdLst>
                  <a:gd name="connsiteX0" fmla="*/ 0 w 137788"/>
                  <a:gd name="connsiteY0" fmla="*/ 108785 h 108784"/>
                  <a:gd name="connsiteX1" fmla="*/ 137789 w 137788"/>
                  <a:gd name="connsiteY1" fmla="*/ 108785 h 108784"/>
                  <a:gd name="connsiteX2" fmla="*/ 137789 w 137788"/>
                  <a:gd name="connsiteY2" fmla="*/ 0 h 108784"/>
                  <a:gd name="connsiteX3" fmla="*/ 0 w 137788"/>
                  <a:gd name="connsiteY3" fmla="*/ 0 h 108784"/>
                  <a:gd name="connsiteX4" fmla="*/ 0 w 137788"/>
                  <a:gd name="connsiteY4" fmla="*/ 108785 h 108784"/>
                  <a:gd name="connsiteX5" fmla="*/ 18288 w 137788"/>
                  <a:gd name="connsiteY5" fmla="*/ 18339 h 108784"/>
                  <a:gd name="connsiteX6" fmla="*/ 119494 w 137788"/>
                  <a:gd name="connsiteY6" fmla="*/ 18339 h 108784"/>
                  <a:gd name="connsiteX7" fmla="*/ 119494 w 137788"/>
                  <a:gd name="connsiteY7" fmla="*/ 90452 h 108784"/>
                  <a:gd name="connsiteX8" fmla="*/ 18288 w 137788"/>
                  <a:gd name="connsiteY8" fmla="*/ 90452 h 108784"/>
                  <a:gd name="connsiteX9" fmla="*/ 18288 w 137788"/>
                  <a:gd name="connsiteY9" fmla="*/ 18339 h 108784"/>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Lst>
                <a:rect l="l" t="t" r="r" b="b"/>
                <a:pathLst>
                  <a:path w="137788" h="108784">
                    <a:moveTo>
                      <a:pt x="0" y="108785"/>
                    </a:moveTo>
                    <a:lnTo>
                      <a:pt x="137789" y="108785"/>
                    </a:lnTo>
                    <a:lnTo>
                      <a:pt x="137789" y="0"/>
                    </a:lnTo>
                    <a:lnTo>
                      <a:pt x="0" y="0"/>
                    </a:lnTo>
                    <a:lnTo>
                      <a:pt x="0" y="108785"/>
                    </a:lnTo>
                    <a:close/>
                    <a:moveTo>
                      <a:pt x="18288" y="18339"/>
                    </a:moveTo>
                    <a:lnTo>
                      <a:pt x="119494" y="18339"/>
                    </a:lnTo>
                    <a:lnTo>
                      <a:pt x="119494" y="90452"/>
                    </a:lnTo>
                    <a:lnTo>
                      <a:pt x="18288" y="90452"/>
                    </a:lnTo>
                    <a:lnTo>
                      <a:pt x="18288" y="18339"/>
                    </a:lnTo>
                    <a:close/>
                  </a:path>
                </a:pathLst>
              </a:custGeom>
              <a:solidFill>
                <a:srgbClr val="2D5967"/>
              </a:solidFill>
              <a:ln w="6417" cap="flat">
                <a:noFill/>
                <a:prstDash val="solid"/>
                <a:miter/>
              </a:ln>
            </p:spPr>
            <p:txBody>
              <a:bodyPr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srgbClr val="7C8A98"/>
                  </a:solidFill>
                  <a:effectLst/>
                  <a:uLnTx/>
                  <a:uFillTx/>
                  <a:latin typeface="Oracle Sans Tab"/>
                  <a:ea typeface="+mn-ea"/>
                  <a:cs typeface="+mn-cs"/>
                </a:endParaRPr>
              </a:p>
            </p:txBody>
          </p:sp>
          <p:sp>
            <p:nvSpPr>
              <p:cNvPr id="49" name="Freeform: Shape 1175">
                <a:extLst>
                  <a:ext uri="{FF2B5EF4-FFF2-40B4-BE49-F238E27FC236}">
                    <a16:creationId xmlns:a16="http://schemas.microsoft.com/office/drawing/2014/main" id="{9EF31768-4034-CEB9-A433-C908B2D3527F}"/>
                  </a:ext>
                </a:extLst>
              </p:cNvPr>
              <p:cNvSpPr/>
              <p:nvPr/>
            </p:nvSpPr>
            <p:spPr>
              <a:xfrm>
                <a:off x="2883921" y="3071492"/>
                <a:ext cx="379216" cy="108780"/>
              </a:xfrm>
              <a:custGeom>
                <a:avLst/>
                <a:gdLst>
                  <a:gd name="connsiteX0" fmla="*/ 0 w 379216"/>
                  <a:gd name="connsiteY0" fmla="*/ 108781 h 108780"/>
                  <a:gd name="connsiteX1" fmla="*/ 379216 w 379216"/>
                  <a:gd name="connsiteY1" fmla="*/ 108781 h 108780"/>
                  <a:gd name="connsiteX2" fmla="*/ 379216 w 379216"/>
                  <a:gd name="connsiteY2" fmla="*/ 0 h 108780"/>
                  <a:gd name="connsiteX3" fmla="*/ 0 w 379216"/>
                  <a:gd name="connsiteY3" fmla="*/ 0 h 108780"/>
                  <a:gd name="connsiteX4" fmla="*/ 0 w 379216"/>
                  <a:gd name="connsiteY4" fmla="*/ 108781 h 108780"/>
                  <a:gd name="connsiteX5" fmla="*/ 18288 w 379216"/>
                  <a:gd name="connsiteY5" fmla="*/ 18334 h 108780"/>
                  <a:gd name="connsiteX6" fmla="*/ 360928 w 379216"/>
                  <a:gd name="connsiteY6" fmla="*/ 18334 h 108780"/>
                  <a:gd name="connsiteX7" fmla="*/ 360928 w 379216"/>
                  <a:gd name="connsiteY7" fmla="*/ 90447 h 108780"/>
                  <a:gd name="connsiteX8" fmla="*/ 18288 w 379216"/>
                  <a:gd name="connsiteY8" fmla="*/ 90447 h 108780"/>
                  <a:gd name="connsiteX9" fmla="*/ 18288 w 379216"/>
                  <a:gd name="connsiteY9" fmla="*/ 18334 h 10878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Lst>
                <a:rect l="l" t="t" r="r" b="b"/>
                <a:pathLst>
                  <a:path w="379216" h="108780">
                    <a:moveTo>
                      <a:pt x="0" y="108781"/>
                    </a:moveTo>
                    <a:lnTo>
                      <a:pt x="379216" y="108781"/>
                    </a:lnTo>
                    <a:lnTo>
                      <a:pt x="379216" y="0"/>
                    </a:lnTo>
                    <a:lnTo>
                      <a:pt x="0" y="0"/>
                    </a:lnTo>
                    <a:lnTo>
                      <a:pt x="0" y="108781"/>
                    </a:lnTo>
                    <a:close/>
                    <a:moveTo>
                      <a:pt x="18288" y="18334"/>
                    </a:moveTo>
                    <a:lnTo>
                      <a:pt x="360928" y="18334"/>
                    </a:lnTo>
                    <a:lnTo>
                      <a:pt x="360928" y="90447"/>
                    </a:lnTo>
                    <a:lnTo>
                      <a:pt x="18288" y="90447"/>
                    </a:lnTo>
                    <a:lnTo>
                      <a:pt x="18288" y="18334"/>
                    </a:lnTo>
                    <a:close/>
                  </a:path>
                </a:pathLst>
              </a:custGeom>
              <a:solidFill>
                <a:srgbClr val="2D5967"/>
              </a:solidFill>
              <a:ln w="6417" cap="flat">
                <a:noFill/>
                <a:prstDash val="solid"/>
                <a:miter/>
              </a:ln>
            </p:spPr>
            <p:txBody>
              <a:bodyPr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srgbClr val="7C8A98"/>
                  </a:solidFill>
                  <a:effectLst/>
                  <a:uLnTx/>
                  <a:uFillTx/>
                  <a:latin typeface="Oracle Sans Tab"/>
                  <a:ea typeface="+mn-ea"/>
                  <a:cs typeface="+mn-cs"/>
                </a:endParaRPr>
              </a:p>
            </p:txBody>
          </p:sp>
          <p:sp>
            <p:nvSpPr>
              <p:cNvPr id="50" name="Freeform: Shape 1177">
                <a:extLst>
                  <a:ext uri="{FF2B5EF4-FFF2-40B4-BE49-F238E27FC236}">
                    <a16:creationId xmlns:a16="http://schemas.microsoft.com/office/drawing/2014/main" id="{0E2F0184-0671-D28A-11EA-3C354FE73D08}"/>
                  </a:ext>
                </a:extLst>
              </p:cNvPr>
              <p:cNvSpPr/>
              <p:nvPr/>
            </p:nvSpPr>
            <p:spPr>
              <a:xfrm>
                <a:off x="2883921" y="3208380"/>
                <a:ext cx="256064" cy="108780"/>
              </a:xfrm>
              <a:custGeom>
                <a:avLst/>
                <a:gdLst>
                  <a:gd name="connsiteX0" fmla="*/ 256064 w 256064"/>
                  <a:gd name="connsiteY0" fmla="*/ 0 h 108780"/>
                  <a:gd name="connsiteX1" fmla="*/ 0 w 256064"/>
                  <a:gd name="connsiteY1" fmla="*/ 0 h 108780"/>
                  <a:gd name="connsiteX2" fmla="*/ 0 w 256064"/>
                  <a:gd name="connsiteY2" fmla="*/ 108780 h 108780"/>
                  <a:gd name="connsiteX3" fmla="*/ 254845 w 256064"/>
                  <a:gd name="connsiteY3" fmla="*/ 108780 h 108780"/>
                  <a:gd name="connsiteX4" fmla="*/ 254845 w 256064"/>
                  <a:gd name="connsiteY4" fmla="*/ 0 h 108780"/>
                  <a:gd name="connsiteX5" fmla="*/ 256064 w 256064"/>
                  <a:gd name="connsiteY5" fmla="*/ 0 h 108780"/>
                  <a:gd name="connsiteX6" fmla="*/ 237770 w 256064"/>
                  <a:gd name="connsiteY6" fmla="*/ 90447 h 108780"/>
                  <a:gd name="connsiteX7" fmla="*/ 18288 w 256064"/>
                  <a:gd name="connsiteY7" fmla="*/ 90447 h 108780"/>
                  <a:gd name="connsiteX8" fmla="*/ 18288 w 256064"/>
                  <a:gd name="connsiteY8" fmla="*/ 17111 h 108780"/>
                  <a:gd name="connsiteX9" fmla="*/ 237770 w 256064"/>
                  <a:gd name="connsiteY9" fmla="*/ 17111 h 108780"/>
                  <a:gd name="connsiteX10" fmla="*/ 237770 w 256064"/>
                  <a:gd name="connsiteY10" fmla="*/ 90447 h 10878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Lst>
                <a:rect l="l" t="t" r="r" b="b"/>
                <a:pathLst>
                  <a:path w="256064" h="108780">
                    <a:moveTo>
                      <a:pt x="256064" y="0"/>
                    </a:moveTo>
                    <a:lnTo>
                      <a:pt x="0" y="0"/>
                    </a:lnTo>
                    <a:lnTo>
                      <a:pt x="0" y="108780"/>
                    </a:lnTo>
                    <a:lnTo>
                      <a:pt x="254845" y="108780"/>
                    </a:lnTo>
                    <a:lnTo>
                      <a:pt x="254845" y="0"/>
                    </a:lnTo>
                    <a:lnTo>
                      <a:pt x="256064" y="0"/>
                    </a:lnTo>
                    <a:close/>
                    <a:moveTo>
                      <a:pt x="237770" y="90447"/>
                    </a:moveTo>
                    <a:lnTo>
                      <a:pt x="18288" y="90447"/>
                    </a:lnTo>
                    <a:lnTo>
                      <a:pt x="18288" y="17111"/>
                    </a:lnTo>
                    <a:lnTo>
                      <a:pt x="237770" y="17111"/>
                    </a:lnTo>
                    <a:lnTo>
                      <a:pt x="237770" y="90447"/>
                    </a:lnTo>
                    <a:close/>
                  </a:path>
                </a:pathLst>
              </a:custGeom>
              <a:solidFill>
                <a:srgbClr val="2D5967"/>
              </a:solidFill>
              <a:ln w="6417" cap="flat">
                <a:noFill/>
                <a:prstDash val="solid"/>
                <a:miter/>
              </a:ln>
            </p:spPr>
            <p:txBody>
              <a:bodyPr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srgbClr val="7C8A98"/>
                  </a:solidFill>
                  <a:effectLst/>
                  <a:uLnTx/>
                  <a:uFillTx/>
                  <a:latin typeface="Oracle Sans Tab"/>
                  <a:ea typeface="+mn-ea"/>
                  <a:cs typeface="+mn-cs"/>
                </a:endParaRPr>
              </a:p>
            </p:txBody>
          </p:sp>
          <p:sp>
            <p:nvSpPr>
              <p:cNvPr id="51" name="Freeform: Shape 1180">
                <a:extLst>
                  <a:ext uri="{FF2B5EF4-FFF2-40B4-BE49-F238E27FC236}">
                    <a16:creationId xmlns:a16="http://schemas.microsoft.com/office/drawing/2014/main" id="{3CB4D85E-EBD5-94CF-7CF6-9559A3395002}"/>
                  </a:ext>
                </a:extLst>
              </p:cNvPr>
              <p:cNvSpPr/>
              <p:nvPr/>
            </p:nvSpPr>
            <p:spPr>
              <a:xfrm>
                <a:off x="3161931" y="3216946"/>
                <a:ext cx="92671" cy="90447"/>
              </a:xfrm>
              <a:custGeom>
                <a:avLst/>
                <a:gdLst>
                  <a:gd name="connsiteX0" fmla="*/ 92672 w 92671"/>
                  <a:gd name="connsiteY0" fmla="*/ 0 h 90447"/>
                  <a:gd name="connsiteX1" fmla="*/ 0 w 92671"/>
                  <a:gd name="connsiteY1" fmla="*/ 0 h 90447"/>
                  <a:gd name="connsiteX2" fmla="*/ 0 w 92671"/>
                  <a:gd name="connsiteY2" fmla="*/ 90447 h 90447"/>
                  <a:gd name="connsiteX3" fmla="*/ 92672 w 92671"/>
                  <a:gd name="connsiteY3" fmla="*/ 90447 h 90447"/>
                  <a:gd name="connsiteX4" fmla="*/ 92672 w 92671"/>
                  <a:gd name="connsiteY4" fmla="*/ 0 h 90447"/>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92671" h="90447">
                    <a:moveTo>
                      <a:pt x="92672" y="0"/>
                    </a:moveTo>
                    <a:lnTo>
                      <a:pt x="0" y="0"/>
                    </a:lnTo>
                    <a:lnTo>
                      <a:pt x="0" y="90447"/>
                    </a:lnTo>
                    <a:lnTo>
                      <a:pt x="92672" y="90447"/>
                    </a:lnTo>
                    <a:lnTo>
                      <a:pt x="92672" y="0"/>
                    </a:lnTo>
                    <a:close/>
                  </a:path>
                </a:pathLst>
              </a:custGeom>
              <a:solidFill>
                <a:srgbClr val="2D5967"/>
              </a:solidFill>
              <a:ln w="6417" cap="flat">
                <a:noFill/>
                <a:prstDash val="solid"/>
                <a:miter/>
              </a:ln>
            </p:spPr>
            <p:txBody>
              <a:bodyPr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srgbClr val="7C8A98"/>
                  </a:solidFill>
                  <a:effectLst/>
                  <a:uLnTx/>
                  <a:uFillTx/>
                  <a:latin typeface="Oracle Sans Tab"/>
                  <a:ea typeface="+mn-ea"/>
                  <a:cs typeface="+mn-cs"/>
                </a:endParaRPr>
              </a:p>
            </p:txBody>
          </p:sp>
          <p:sp>
            <p:nvSpPr>
              <p:cNvPr id="52" name="Freeform: Shape 1181">
                <a:extLst>
                  <a:ext uri="{FF2B5EF4-FFF2-40B4-BE49-F238E27FC236}">
                    <a16:creationId xmlns:a16="http://schemas.microsoft.com/office/drawing/2014/main" id="{5B91FFE6-9FC5-6819-EF34-30986C2E42F8}"/>
                  </a:ext>
                </a:extLst>
              </p:cNvPr>
              <p:cNvSpPr/>
              <p:nvPr/>
            </p:nvSpPr>
            <p:spPr>
              <a:xfrm>
                <a:off x="3161931" y="3350168"/>
                <a:ext cx="92671" cy="90451"/>
              </a:xfrm>
              <a:custGeom>
                <a:avLst/>
                <a:gdLst>
                  <a:gd name="connsiteX0" fmla="*/ 92672 w 92671"/>
                  <a:gd name="connsiteY0" fmla="*/ 0 h 90451"/>
                  <a:gd name="connsiteX1" fmla="*/ 0 w 92671"/>
                  <a:gd name="connsiteY1" fmla="*/ 0 h 90451"/>
                  <a:gd name="connsiteX2" fmla="*/ 0 w 92671"/>
                  <a:gd name="connsiteY2" fmla="*/ 90452 h 90451"/>
                  <a:gd name="connsiteX3" fmla="*/ 92672 w 92671"/>
                  <a:gd name="connsiteY3" fmla="*/ 90452 h 90451"/>
                  <a:gd name="connsiteX4" fmla="*/ 92672 w 92671"/>
                  <a:gd name="connsiteY4" fmla="*/ 0 h 90451"/>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92671" h="90451">
                    <a:moveTo>
                      <a:pt x="92672" y="0"/>
                    </a:moveTo>
                    <a:lnTo>
                      <a:pt x="0" y="0"/>
                    </a:lnTo>
                    <a:lnTo>
                      <a:pt x="0" y="90452"/>
                    </a:lnTo>
                    <a:lnTo>
                      <a:pt x="92672" y="90452"/>
                    </a:lnTo>
                    <a:lnTo>
                      <a:pt x="92672" y="0"/>
                    </a:lnTo>
                    <a:close/>
                  </a:path>
                </a:pathLst>
              </a:custGeom>
              <a:solidFill>
                <a:srgbClr val="2D5967"/>
              </a:solidFill>
              <a:ln w="6417" cap="flat">
                <a:noFill/>
                <a:prstDash val="solid"/>
                <a:miter/>
              </a:ln>
            </p:spPr>
            <p:txBody>
              <a:bodyPr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srgbClr val="7C8A98"/>
                  </a:solidFill>
                  <a:effectLst/>
                  <a:uLnTx/>
                  <a:uFillTx/>
                  <a:latin typeface="Oracle Sans Tab"/>
                  <a:ea typeface="+mn-ea"/>
                  <a:cs typeface="+mn-cs"/>
                </a:endParaRPr>
              </a:p>
            </p:txBody>
          </p:sp>
          <p:sp>
            <p:nvSpPr>
              <p:cNvPr id="53" name="Freeform: Shape 1182">
                <a:extLst>
                  <a:ext uri="{FF2B5EF4-FFF2-40B4-BE49-F238E27FC236}">
                    <a16:creationId xmlns:a16="http://schemas.microsoft.com/office/drawing/2014/main" id="{2A6A20E7-8F62-CF37-966C-5296EEE7DEE8}"/>
                  </a:ext>
                </a:extLst>
              </p:cNvPr>
              <p:cNvSpPr/>
              <p:nvPr/>
            </p:nvSpPr>
            <p:spPr>
              <a:xfrm>
                <a:off x="3047319" y="3350168"/>
                <a:ext cx="92671" cy="90451"/>
              </a:xfrm>
              <a:custGeom>
                <a:avLst/>
                <a:gdLst>
                  <a:gd name="connsiteX0" fmla="*/ 92672 w 92671"/>
                  <a:gd name="connsiteY0" fmla="*/ 0 h 90451"/>
                  <a:gd name="connsiteX1" fmla="*/ 0 w 92671"/>
                  <a:gd name="connsiteY1" fmla="*/ 0 h 90451"/>
                  <a:gd name="connsiteX2" fmla="*/ 0 w 92671"/>
                  <a:gd name="connsiteY2" fmla="*/ 90452 h 90451"/>
                  <a:gd name="connsiteX3" fmla="*/ 92672 w 92671"/>
                  <a:gd name="connsiteY3" fmla="*/ 90452 h 90451"/>
                  <a:gd name="connsiteX4" fmla="*/ 92672 w 92671"/>
                  <a:gd name="connsiteY4" fmla="*/ 0 h 90451"/>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92671" h="90451">
                    <a:moveTo>
                      <a:pt x="92672" y="0"/>
                    </a:moveTo>
                    <a:lnTo>
                      <a:pt x="0" y="0"/>
                    </a:lnTo>
                    <a:lnTo>
                      <a:pt x="0" y="90452"/>
                    </a:lnTo>
                    <a:lnTo>
                      <a:pt x="92672" y="90452"/>
                    </a:lnTo>
                    <a:lnTo>
                      <a:pt x="92672" y="0"/>
                    </a:lnTo>
                    <a:close/>
                  </a:path>
                </a:pathLst>
              </a:custGeom>
              <a:solidFill>
                <a:srgbClr val="2D5967"/>
              </a:solidFill>
              <a:ln w="6417" cap="flat">
                <a:noFill/>
                <a:prstDash val="solid"/>
                <a:miter/>
              </a:ln>
            </p:spPr>
            <p:txBody>
              <a:bodyPr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srgbClr val="7C8A98"/>
                  </a:solidFill>
                  <a:effectLst/>
                  <a:uLnTx/>
                  <a:uFillTx/>
                  <a:latin typeface="Oracle Sans Tab"/>
                  <a:ea typeface="+mn-ea"/>
                  <a:cs typeface="+mn-cs"/>
                </a:endParaRPr>
              </a:p>
            </p:txBody>
          </p:sp>
        </p:grpSp>
      </p:grpSp>
      <p:sp>
        <p:nvSpPr>
          <p:cNvPr id="44" name="TextBox 43">
            <a:extLst>
              <a:ext uri="{FF2B5EF4-FFF2-40B4-BE49-F238E27FC236}">
                <a16:creationId xmlns:a16="http://schemas.microsoft.com/office/drawing/2014/main" id="{E6307343-FB38-7438-537C-2A4803042893}"/>
              </a:ext>
            </a:extLst>
          </p:cNvPr>
          <p:cNvSpPr txBox="1"/>
          <p:nvPr/>
        </p:nvSpPr>
        <p:spPr>
          <a:xfrm>
            <a:off x="3104802" y="3892397"/>
            <a:ext cx="1026112" cy="523220"/>
          </a:xfrm>
          <a:prstGeom prst="rect">
            <a:avLst/>
          </a:prstGeom>
          <a:solidFill>
            <a:schemeClr val="accent1"/>
          </a:solidFill>
        </p:spPr>
        <p:txBody>
          <a:bodyPr wrap="square" rtlCol="0">
            <a:spAutoFit/>
          </a:bodyPr>
          <a:lstStyle>
            <a:defPPr>
              <a:defRPr lang="en-US"/>
            </a:defPPr>
            <a:lvl1pPr marR="0" lvl="0" indent="0" algn="ctr" fontAlgn="auto">
              <a:lnSpc>
                <a:spcPct val="100000"/>
              </a:lnSpc>
              <a:spcBef>
                <a:spcPts val="0"/>
              </a:spcBef>
              <a:spcAft>
                <a:spcPts val="0"/>
              </a:spcAft>
              <a:buClrTx/>
              <a:buSzTx/>
              <a:buFontTx/>
              <a:buNone/>
              <a:tabLst/>
              <a:defRPr kumimoji="0" sz="1400" b="1" i="0" u="none" strike="noStrike" cap="none" spc="0" normalizeH="0" baseline="0">
                <a:ln>
                  <a:noFill/>
                </a:ln>
                <a:effectLst/>
                <a:uLnTx/>
                <a:uFillTx/>
                <a:latin typeface="Oracle Sans"/>
                <a:cs typeface="Oracle Sans"/>
                <a:rtl val="0"/>
              </a:defRPr>
            </a:lvl1pP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sz="1400" b="1" i="0" u="none" strike="noStrike" kern="1200" cap="none" spc="0" normalizeH="0" baseline="0" noProof="0" dirty="0">
                <a:ln>
                  <a:noFill/>
                </a:ln>
                <a:solidFill>
                  <a:srgbClr val="FFFFFF"/>
                </a:solidFill>
                <a:effectLst/>
                <a:uLnTx/>
                <a:uFillTx/>
                <a:latin typeface="Oracle Sans"/>
                <a:ea typeface="+mn-ea"/>
                <a:cs typeface="Oracle Sans"/>
                <a:sym typeface="Oracle Sans"/>
                <a:rtl val="0"/>
              </a:rPr>
              <a:t>OCI Functions</a:t>
            </a:r>
          </a:p>
        </p:txBody>
      </p:sp>
      <p:cxnSp>
        <p:nvCxnSpPr>
          <p:cNvPr id="54" name="Straight Arrow Connector 53">
            <a:extLst>
              <a:ext uri="{FF2B5EF4-FFF2-40B4-BE49-F238E27FC236}">
                <a16:creationId xmlns:a16="http://schemas.microsoft.com/office/drawing/2014/main" id="{60F2FFF5-F421-89A1-ABC2-1966BFC80C2D}"/>
              </a:ext>
            </a:extLst>
          </p:cNvPr>
          <p:cNvCxnSpPr>
            <a:cxnSpLocks/>
          </p:cNvCxnSpPr>
          <p:nvPr/>
        </p:nvCxnSpPr>
        <p:spPr>
          <a:xfrm>
            <a:off x="3916351" y="3443867"/>
            <a:ext cx="2029995" cy="0"/>
          </a:xfrm>
          <a:prstGeom prst="straightConnector1">
            <a:avLst/>
          </a:prstGeom>
          <a:ln w="28575">
            <a:solidFill>
              <a:srgbClr val="2C5967"/>
            </a:solidFill>
            <a:tailEnd type="triangle"/>
          </a:ln>
        </p:spPr>
        <p:style>
          <a:lnRef idx="1">
            <a:schemeClr val="accent1"/>
          </a:lnRef>
          <a:fillRef idx="0">
            <a:schemeClr val="accent1"/>
          </a:fillRef>
          <a:effectRef idx="0">
            <a:schemeClr val="accent1"/>
          </a:effectRef>
          <a:fontRef idx="minor">
            <a:schemeClr val="tx1"/>
          </a:fontRef>
        </p:style>
      </p:cxnSp>
      <p:pic>
        <p:nvPicPr>
          <p:cNvPr id="55" name="Picture 2" descr="OpenShift - Wikipedia">
            <a:extLst>
              <a:ext uri="{FF2B5EF4-FFF2-40B4-BE49-F238E27FC236}">
                <a16:creationId xmlns:a16="http://schemas.microsoft.com/office/drawing/2014/main" id="{E56E21CE-891E-E5F8-4DA6-5AE19E9F1F97}"/>
              </a:ext>
            </a:extLst>
          </p:cNvPr>
          <p:cNvPicPr>
            <a:picLocks noChangeAspect="1" noChangeArrowheads="1"/>
          </p:cNvPicPr>
          <p:nvPr/>
        </p:nvPicPr>
        <p:blipFill rotWithShape="1">
          <a:blip r:embed="rId5">
            <a:alphaModFix amt="70000"/>
            <a:extLst>
              <a:ext uri="{28A0092B-C50C-407E-A947-70E740481C1C}">
                <a14:useLocalDpi xmlns:a14="http://schemas.microsoft.com/office/drawing/2010/main" val="0"/>
              </a:ext>
            </a:extLst>
          </a:blip>
          <a:srcRect b="21959"/>
          <a:stretch/>
        </p:blipFill>
        <p:spPr bwMode="auto">
          <a:xfrm>
            <a:off x="8805230" y="5260683"/>
            <a:ext cx="401726" cy="334910"/>
          </a:xfrm>
          <a:prstGeom prst="rect">
            <a:avLst/>
          </a:prstGeom>
          <a:noFill/>
          <a:extLst>
            <a:ext uri="{909E8E84-426E-40DD-AFC4-6F175D3DCCD1}">
              <a14:hiddenFill xmlns:a14="http://schemas.microsoft.com/office/drawing/2010/main">
                <a:solidFill>
                  <a:srgbClr val="FFFFFF"/>
                </a:solidFill>
              </a14:hiddenFill>
            </a:ext>
          </a:extLst>
        </p:spPr>
      </p:pic>
      <p:grpSp>
        <p:nvGrpSpPr>
          <p:cNvPr id="57" name="Graphic 2">
            <a:extLst>
              <a:ext uri="{FF2B5EF4-FFF2-40B4-BE49-F238E27FC236}">
                <a16:creationId xmlns:a16="http://schemas.microsoft.com/office/drawing/2014/main" id="{72A6D2E1-E532-6660-DD77-77F45B37C7C2}"/>
              </a:ext>
            </a:extLst>
          </p:cNvPr>
          <p:cNvGrpSpPr/>
          <p:nvPr/>
        </p:nvGrpSpPr>
        <p:grpSpPr>
          <a:xfrm>
            <a:off x="7506384" y="3154862"/>
            <a:ext cx="680289" cy="681359"/>
            <a:chOff x="2818071" y="3005488"/>
            <a:chExt cx="513347" cy="513347"/>
          </a:xfrm>
        </p:grpSpPr>
        <p:sp>
          <p:nvSpPr>
            <p:cNvPr id="59" name="Freeform: Shape 1148">
              <a:extLst>
                <a:ext uri="{FF2B5EF4-FFF2-40B4-BE49-F238E27FC236}">
                  <a16:creationId xmlns:a16="http://schemas.microsoft.com/office/drawing/2014/main" id="{13A5FF17-E716-FFB1-61C0-2218D745E927}"/>
                </a:ext>
              </a:extLst>
            </p:cNvPr>
            <p:cNvSpPr/>
            <p:nvPr/>
          </p:nvSpPr>
          <p:spPr>
            <a:xfrm>
              <a:off x="2818071" y="3005488"/>
              <a:ext cx="513347" cy="513347"/>
            </a:xfrm>
            <a:custGeom>
              <a:avLst/>
              <a:gdLst>
                <a:gd name="connsiteX0" fmla="*/ 479203 w 513347"/>
                <a:gd name="connsiteY0" fmla="*/ 12223 h 513347"/>
                <a:gd name="connsiteX1" fmla="*/ 499936 w 513347"/>
                <a:gd name="connsiteY1" fmla="*/ 33001 h 513347"/>
                <a:gd name="connsiteX2" fmla="*/ 499936 w 513347"/>
                <a:gd name="connsiteY2" fmla="*/ 481571 h 513347"/>
                <a:gd name="connsiteX3" fmla="*/ 479203 w 513347"/>
                <a:gd name="connsiteY3" fmla="*/ 502349 h 513347"/>
                <a:gd name="connsiteX4" fmla="*/ 32925 w 513347"/>
                <a:gd name="connsiteY4" fmla="*/ 502349 h 513347"/>
                <a:gd name="connsiteX5" fmla="*/ 12192 w 513347"/>
                <a:gd name="connsiteY5" fmla="*/ 480345 h 513347"/>
                <a:gd name="connsiteX6" fmla="*/ 12192 w 513347"/>
                <a:gd name="connsiteY6" fmla="*/ 33001 h 513347"/>
                <a:gd name="connsiteX7" fmla="*/ 32925 w 513347"/>
                <a:gd name="connsiteY7" fmla="*/ 12223 h 513347"/>
                <a:gd name="connsiteX8" fmla="*/ 479203 w 513347"/>
                <a:gd name="connsiteY8" fmla="*/ 12223 h 513347"/>
                <a:gd name="connsiteX9" fmla="*/ 479203 w 513347"/>
                <a:gd name="connsiteY9" fmla="*/ 0 h 513347"/>
                <a:gd name="connsiteX10" fmla="*/ 32925 w 513347"/>
                <a:gd name="connsiteY10" fmla="*/ 0 h 513347"/>
                <a:gd name="connsiteX11" fmla="*/ 0 w 513347"/>
                <a:gd name="connsiteY11" fmla="*/ 33001 h 513347"/>
                <a:gd name="connsiteX12" fmla="*/ 0 w 513347"/>
                <a:gd name="connsiteY12" fmla="*/ 481571 h 513347"/>
                <a:gd name="connsiteX13" fmla="*/ 32925 w 513347"/>
                <a:gd name="connsiteY13" fmla="*/ 513347 h 513347"/>
                <a:gd name="connsiteX14" fmla="*/ 480422 w 513347"/>
                <a:gd name="connsiteY14" fmla="*/ 513347 h 513347"/>
                <a:gd name="connsiteX15" fmla="*/ 513348 w 513347"/>
                <a:gd name="connsiteY15" fmla="*/ 480345 h 513347"/>
                <a:gd name="connsiteX16" fmla="*/ 513348 w 513347"/>
                <a:gd name="connsiteY16" fmla="*/ 33001 h 513347"/>
                <a:gd name="connsiteX17" fmla="*/ 479203 w 513347"/>
                <a:gd name="connsiteY17" fmla="*/ 0 h 513347"/>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Lst>
              <a:rect l="l" t="t" r="r" b="b"/>
              <a:pathLst>
                <a:path w="513347" h="513347">
                  <a:moveTo>
                    <a:pt x="479203" y="12223"/>
                  </a:moveTo>
                  <a:cubicBezTo>
                    <a:pt x="490182" y="12223"/>
                    <a:pt x="499936" y="22001"/>
                    <a:pt x="499936" y="33001"/>
                  </a:cubicBezTo>
                  <a:lnTo>
                    <a:pt x="499936" y="481571"/>
                  </a:lnTo>
                  <a:cubicBezTo>
                    <a:pt x="499936" y="492570"/>
                    <a:pt x="490182" y="502349"/>
                    <a:pt x="479203" y="502349"/>
                  </a:cubicBezTo>
                  <a:lnTo>
                    <a:pt x="32925" y="502349"/>
                  </a:lnTo>
                  <a:cubicBezTo>
                    <a:pt x="21946" y="501123"/>
                    <a:pt x="12192" y="491344"/>
                    <a:pt x="12192" y="480345"/>
                  </a:cubicBezTo>
                  <a:lnTo>
                    <a:pt x="12192" y="33001"/>
                  </a:lnTo>
                  <a:cubicBezTo>
                    <a:pt x="12192" y="22001"/>
                    <a:pt x="21946" y="12223"/>
                    <a:pt x="32925" y="12223"/>
                  </a:cubicBezTo>
                  <a:lnTo>
                    <a:pt x="479203" y="12223"/>
                  </a:lnTo>
                  <a:close/>
                  <a:moveTo>
                    <a:pt x="479203" y="0"/>
                  </a:moveTo>
                  <a:lnTo>
                    <a:pt x="32925" y="0"/>
                  </a:lnTo>
                  <a:cubicBezTo>
                    <a:pt x="14630" y="0"/>
                    <a:pt x="0" y="14667"/>
                    <a:pt x="0" y="33001"/>
                  </a:cubicBezTo>
                  <a:lnTo>
                    <a:pt x="0" y="481571"/>
                  </a:lnTo>
                  <a:cubicBezTo>
                    <a:pt x="0" y="498678"/>
                    <a:pt x="14630" y="513347"/>
                    <a:pt x="32925" y="513347"/>
                  </a:cubicBezTo>
                  <a:lnTo>
                    <a:pt x="480422" y="513347"/>
                  </a:lnTo>
                  <a:cubicBezTo>
                    <a:pt x="498717" y="513347"/>
                    <a:pt x="513348" y="498678"/>
                    <a:pt x="513348" y="480345"/>
                  </a:cubicBezTo>
                  <a:lnTo>
                    <a:pt x="513348" y="33001"/>
                  </a:lnTo>
                  <a:cubicBezTo>
                    <a:pt x="512128" y="14667"/>
                    <a:pt x="497498" y="0"/>
                    <a:pt x="479203" y="0"/>
                  </a:cubicBezTo>
                  <a:close/>
                </a:path>
              </a:pathLst>
            </a:custGeom>
            <a:solidFill>
              <a:srgbClr val="FFFFFF"/>
            </a:solidFill>
            <a:ln w="6417" cap="flat">
              <a:noFill/>
              <a:prstDash val="solid"/>
              <a:miter/>
            </a:ln>
          </p:spPr>
          <p:txBody>
            <a:bodyPr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srgbClr val="7C8A98"/>
                </a:solidFill>
                <a:effectLst/>
                <a:uLnTx/>
                <a:uFillTx/>
                <a:latin typeface="Oracle Sans Tab"/>
                <a:ea typeface="+mn-ea"/>
                <a:cs typeface="+mn-cs"/>
              </a:endParaRPr>
            </a:p>
          </p:txBody>
        </p:sp>
        <p:grpSp>
          <p:nvGrpSpPr>
            <p:cNvPr id="60" name="Graphic 2">
              <a:extLst>
                <a:ext uri="{FF2B5EF4-FFF2-40B4-BE49-F238E27FC236}">
                  <a16:creationId xmlns:a16="http://schemas.microsoft.com/office/drawing/2014/main" id="{8784ACCC-C323-F620-EB93-0ED7D14662BB}"/>
                </a:ext>
              </a:extLst>
            </p:cNvPr>
            <p:cNvGrpSpPr/>
            <p:nvPr/>
          </p:nvGrpSpPr>
          <p:grpSpPr>
            <a:xfrm>
              <a:off x="2830270" y="3017714"/>
              <a:ext cx="488956" cy="488903"/>
              <a:chOff x="2830270" y="3017714"/>
              <a:chExt cx="488956" cy="488903"/>
            </a:xfrm>
            <a:solidFill>
              <a:srgbClr val="2D5967"/>
            </a:solidFill>
          </p:grpSpPr>
          <p:sp>
            <p:nvSpPr>
              <p:cNvPr id="61" name="Freeform: Shape 1160">
                <a:extLst>
                  <a:ext uri="{FF2B5EF4-FFF2-40B4-BE49-F238E27FC236}">
                    <a16:creationId xmlns:a16="http://schemas.microsoft.com/office/drawing/2014/main" id="{D815CC35-4037-66D9-10B6-0802CA8E67C6}"/>
                  </a:ext>
                </a:extLst>
              </p:cNvPr>
              <p:cNvSpPr/>
              <p:nvPr/>
            </p:nvSpPr>
            <p:spPr>
              <a:xfrm>
                <a:off x="2830270" y="3017714"/>
                <a:ext cx="488956" cy="488903"/>
              </a:xfrm>
              <a:custGeom>
                <a:avLst/>
                <a:gdLst>
                  <a:gd name="connsiteX0" fmla="*/ 467012 w 488956"/>
                  <a:gd name="connsiteY0" fmla="*/ 0 h 488903"/>
                  <a:gd name="connsiteX1" fmla="*/ 20726 w 488956"/>
                  <a:gd name="connsiteY1" fmla="*/ 0 h 488903"/>
                  <a:gd name="connsiteX2" fmla="*/ 0 w 488956"/>
                  <a:gd name="connsiteY2" fmla="*/ 20778 h 488903"/>
                  <a:gd name="connsiteX3" fmla="*/ 0 w 488956"/>
                  <a:gd name="connsiteY3" fmla="*/ 469345 h 488903"/>
                  <a:gd name="connsiteX4" fmla="*/ 20726 w 488956"/>
                  <a:gd name="connsiteY4" fmla="*/ 488904 h 488903"/>
                  <a:gd name="connsiteX5" fmla="*/ 468231 w 488956"/>
                  <a:gd name="connsiteY5" fmla="*/ 488904 h 488903"/>
                  <a:gd name="connsiteX6" fmla="*/ 488957 w 488956"/>
                  <a:gd name="connsiteY6" fmla="*/ 468126 h 488903"/>
                  <a:gd name="connsiteX7" fmla="*/ 488957 w 488956"/>
                  <a:gd name="connsiteY7" fmla="*/ 20778 h 488903"/>
                  <a:gd name="connsiteX8" fmla="*/ 467012 w 488956"/>
                  <a:gd name="connsiteY8" fmla="*/ 0 h 488903"/>
                  <a:gd name="connsiteX9" fmla="*/ 469450 w 488956"/>
                  <a:gd name="connsiteY9" fmla="*/ 468126 h 488903"/>
                  <a:gd name="connsiteX10" fmla="*/ 467012 w 488956"/>
                  <a:gd name="connsiteY10" fmla="*/ 470571 h 488903"/>
                  <a:gd name="connsiteX11" fmla="*/ 20726 w 488956"/>
                  <a:gd name="connsiteY11" fmla="*/ 470571 h 488903"/>
                  <a:gd name="connsiteX12" fmla="*/ 18288 w 488956"/>
                  <a:gd name="connsiteY12" fmla="*/ 468126 h 488903"/>
                  <a:gd name="connsiteX13" fmla="*/ 18288 w 488956"/>
                  <a:gd name="connsiteY13" fmla="*/ 20778 h 488903"/>
                  <a:gd name="connsiteX14" fmla="*/ 20726 w 488956"/>
                  <a:gd name="connsiteY14" fmla="*/ 18334 h 488903"/>
                  <a:gd name="connsiteX15" fmla="*/ 468231 w 488956"/>
                  <a:gd name="connsiteY15" fmla="*/ 18334 h 488903"/>
                  <a:gd name="connsiteX16" fmla="*/ 470669 w 488956"/>
                  <a:gd name="connsiteY16" fmla="*/ 20778 h 488903"/>
                  <a:gd name="connsiteX17" fmla="*/ 469450 w 488956"/>
                  <a:gd name="connsiteY17" fmla="*/ 468126 h 488903"/>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Lst>
                <a:rect l="l" t="t" r="r" b="b"/>
                <a:pathLst>
                  <a:path w="488956" h="488903">
                    <a:moveTo>
                      <a:pt x="467012" y="0"/>
                    </a:moveTo>
                    <a:lnTo>
                      <a:pt x="20726" y="0"/>
                    </a:lnTo>
                    <a:cubicBezTo>
                      <a:pt x="9754" y="0"/>
                      <a:pt x="0" y="9778"/>
                      <a:pt x="0" y="20778"/>
                    </a:cubicBezTo>
                    <a:lnTo>
                      <a:pt x="0" y="469345"/>
                    </a:lnTo>
                    <a:cubicBezTo>
                      <a:pt x="0" y="479124"/>
                      <a:pt x="9754" y="488904"/>
                      <a:pt x="20726" y="488904"/>
                    </a:cubicBezTo>
                    <a:lnTo>
                      <a:pt x="468231" y="488904"/>
                    </a:lnTo>
                    <a:cubicBezTo>
                      <a:pt x="479203" y="488904"/>
                      <a:pt x="488957" y="479124"/>
                      <a:pt x="488957" y="468126"/>
                    </a:cubicBezTo>
                    <a:lnTo>
                      <a:pt x="488957" y="20778"/>
                    </a:lnTo>
                    <a:cubicBezTo>
                      <a:pt x="487738" y="9778"/>
                      <a:pt x="477984" y="0"/>
                      <a:pt x="467012" y="0"/>
                    </a:cubicBezTo>
                    <a:close/>
                    <a:moveTo>
                      <a:pt x="469450" y="468126"/>
                    </a:moveTo>
                    <a:cubicBezTo>
                      <a:pt x="469450" y="469345"/>
                      <a:pt x="468231" y="470571"/>
                      <a:pt x="467012" y="470571"/>
                    </a:cubicBezTo>
                    <a:lnTo>
                      <a:pt x="20726" y="470571"/>
                    </a:lnTo>
                    <a:cubicBezTo>
                      <a:pt x="19507" y="470571"/>
                      <a:pt x="18288" y="469345"/>
                      <a:pt x="18288" y="468126"/>
                    </a:cubicBezTo>
                    <a:lnTo>
                      <a:pt x="18288" y="20778"/>
                    </a:lnTo>
                    <a:cubicBezTo>
                      <a:pt x="18288" y="19556"/>
                      <a:pt x="19507" y="18334"/>
                      <a:pt x="20726" y="18334"/>
                    </a:cubicBezTo>
                    <a:lnTo>
                      <a:pt x="468231" y="18334"/>
                    </a:lnTo>
                    <a:cubicBezTo>
                      <a:pt x="469450" y="18334"/>
                      <a:pt x="470669" y="19556"/>
                      <a:pt x="470669" y="20778"/>
                    </a:cubicBezTo>
                    <a:lnTo>
                      <a:pt x="469450" y="468126"/>
                    </a:lnTo>
                    <a:close/>
                  </a:path>
                </a:pathLst>
              </a:custGeom>
              <a:solidFill>
                <a:srgbClr val="2D5967"/>
              </a:solidFill>
              <a:ln w="6417" cap="flat">
                <a:noFill/>
                <a:prstDash val="solid"/>
                <a:miter/>
              </a:ln>
            </p:spPr>
            <p:txBody>
              <a:bodyPr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srgbClr val="7C8A98"/>
                  </a:solidFill>
                  <a:effectLst/>
                  <a:uLnTx/>
                  <a:uFillTx/>
                  <a:latin typeface="Oracle Sans Tab"/>
                  <a:ea typeface="+mn-ea"/>
                  <a:cs typeface="+mn-cs"/>
                </a:endParaRPr>
              </a:p>
            </p:txBody>
          </p:sp>
          <p:sp>
            <p:nvSpPr>
              <p:cNvPr id="62" name="Freeform: Shape 1161">
                <a:extLst>
                  <a:ext uri="{FF2B5EF4-FFF2-40B4-BE49-F238E27FC236}">
                    <a16:creationId xmlns:a16="http://schemas.microsoft.com/office/drawing/2014/main" id="{9848DEAD-9DDD-C51C-E1B3-7816358D8900}"/>
                  </a:ext>
                </a:extLst>
              </p:cNvPr>
              <p:cNvSpPr/>
              <p:nvPr/>
            </p:nvSpPr>
            <p:spPr>
              <a:xfrm>
                <a:off x="2883921" y="3341602"/>
                <a:ext cx="137788" cy="108784"/>
              </a:xfrm>
              <a:custGeom>
                <a:avLst/>
                <a:gdLst>
                  <a:gd name="connsiteX0" fmla="*/ 0 w 137788"/>
                  <a:gd name="connsiteY0" fmla="*/ 108785 h 108784"/>
                  <a:gd name="connsiteX1" fmla="*/ 137789 w 137788"/>
                  <a:gd name="connsiteY1" fmla="*/ 108785 h 108784"/>
                  <a:gd name="connsiteX2" fmla="*/ 137789 w 137788"/>
                  <a:gd name="connsiteY2" fmla="*/ 0 h 108784"/>
                  <a:gd name="connsiteX3" fmla="*/ 0 w 137788"/>
                  <a:gd name="connsiteY3" fmla="*/ 0 h 108784"/>
                  <a:gd name="connsiteX4" fmla="*/ 0 w 137788"/>
                  <a:gd name="connsiteY4" fmla="*/ 108785 h 108784"/>
                  <a:gd name="connsiteX5" fmla="*/ 18288 w 137788"/>
                  <a:gd name="connsiteY5" fmla="*/ 18339 h 108784"/>
                  <a:gd name="connsiteX6" fmla="*/ 119494 w 137788"/>
                  <a:gd name="connsiteY6" fmla="*/ 18339 h 108784"/>
                  <a:gd name="connsiteX7" fmla="*/ 119494 w 137788"/>
                  <a:gd name="connsiteY7" fmla="*/ 90452 h 108784"/>
                  <a:gd name="connsiteX8" fmla="*/ 18288 w 137788"/>
                  <a:gd name="connsiteY8" fmla="*/ 90452 h 108784"/>
                  <a:gd name="connsiteX9" fmla="*/ 18288 w 137788"/>
                  <a:gd name="connsiteY9" fmla="*/ 18339 h 108784"/>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Lst>
                <a:rect l="l" t="t" r="r" b="b"/>
                <a:pathLst>
                  <a:path w="137788" h="108784">
                    <a:moveTo>
                      <a:pt x="0" y="108785"/>
                    </a:moveTo>
                    <a:lnTo>
                      <a:pt x="137789" y="108785"/>
                    </a:lnTo>
                    <a:lnTo>
                      <a:pt x="137789" y="0"/>
                    </a:lnTo>
                    <a:lnTo>
                      <a:pt x="0" y="0"/>
                    </a:lnTo>
                    <a:lnTo>
                      <a:pt x="0" y="108785"/>
                    </a:lnTo>
                    <a:close/>
                    <a:moveTo>
                      <a:pt x="18288" y="18339"/>
                    </a:moveTo>
                    <a:lnTo>
                      <a:pt x="119494" y="18339"/>
                    </a:lnTo>
                    <a:lnTo>
                      <a:pt x="119494" y="90452"/>
                    </a:lnTo>
                    <a:lnTo>
                      <a:pt x="18288" y="90452"/>
                    </a:lnTo>
                    <a:lnTo>
                      <a:pt x="18288" y="18339"/>
                    </a:lnTo>
                    <a:close/>
                  </a:path>
                </a:pathLst>
              </a:custGeom>
              <a:solidFill>
                <a:srgbClr val="2D5967"/>
              </a:solidFill>
              <a:ln w="6417" cap="flat">
                <a:noFill/>
                <a:prstDash val="solid"/>
                <a:miter/>
              </a:ln>
            </p:spPr>
            <p:txBody>
              <a:bodyPr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srgbClr val="7C8A98"/>
                  </a:solidFill>
                  <a:effectLst/>
                  <a:uLnTx/>
                  <a:uFillTx/>
                  <a:latin typeface="Oracle Sans Tab"/>
                  <a:ea typeface="+mn-ea"/>
                  <a:cs typeface="+mn-cs"/>
                </a:endParaRPr>
              </a:p>
            </p:txBody>
          </p:sp>
          <p:sp>
            <p:nvSpPr>
              <p:cNvPr id="63" name="Freeform: Shape 1165">
                <a:extLst>
                  <a:ext uri="{FF2B5EF4-FFF2-40B4-BE49-F238E27FC236}">
                    <a16:creationId xmlns:a16="http://schemas.microsoft.com/office/drawing/2014/main" id="{DC414719-7EF3-E931-6BCC-66243295CA38}"/>
                  </a:ext>
                </a:extLst>
              </p:cNvPr>
              <p:cNvSpPr/>
              <p:nvPr/>
            </p:nvSpPr>
            <p:spPr>
              <a:xfrm>
                <a:off x="2883921" y="3071492"/>
                <a:ext cx="379216" cy="108780"/>
              </a:xfrm>
              <a:custGeom>
                <a:avLst/>
                <a:gdLst>
                  <a:gd name="connsiteX0" fmla="*/ 0 w 379216"/>
                  <a:gd name="connsiteY0" fmla="*/ 108781 h 108780"/>
                  <a:gd name="connsiteX1" fmla="*/ 379216 w 379216"/>
                  <a:gd name="connsiteY1" fmla="*/ 108781 h 108780"/>
                  <a:gd name="connsiteX2" fmla="*/ 379216 w 379216"/>
                  <a:gd name="connsiteY2" fmla="*/ 0 h 108780"/>
                  <a:gd name="connsiteX3" fmla="*/ 0 w 379216"/>
                  <a:gd name="connsiteY3" fmla="*/ 0 h 108780"/>
                  <a:gd name="connsiteX4" fmla="*/ 0 w 379216"/>
                  <a:gd name="connsiteY4" fmla="*/ 108781 h 108780"/>
                  <a:gd name="connsiteX5" fmla="*/ 18288 w 379216"/>
                  <a:gd name="connsiteY5" fmla="*/ 18334 h 108780"/>
                  <a:gd name="connsiteX6" fmla="*/ 360928 w 379216"/>
                  <a:gd name="connsiteY6" fmla="*/ 18334 h 108780"/>
                  <a:gd name="connsiteX7" fmla="*/ 360928 w 379216"/>
                  <a:gd name="connsiteY7" fmla="*/ 90447 h 108780"/>
                  <a:gd name="connsiteX8" fmla="*/ 18288 w 379216"/>
                  <a:gd name="connsiteY8" fmla="*/ 90447 h 108780"/>
                  <a:gd name="connsiteX9" fmla="*/ 18288 w 379216"/>
                  <a:gd name="connsiteY9" fmla="*/ 18334 h 10878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Lst>
                <a:rect l="l" t="t" r="r" b="b"/>
                <a:pathLst>
                  <a:path w="379216" h="108780">
                    <a:moveTo>
                      <a:pt x="0" y="108781"/>
                    </a:moveTo>
                    <a:lnTo>
                      <a:pt x="379216" y="108781"/>
                    </a:lnTo>
                    <a:lnTo>
                      <a:pt x="379216" y="0"/>
                    </a:lnTo>
                    <a:lnTo>
                      <a:pt x="0" y="0"/>
                    </a:lnTo>
                    <a:lnTo>
                      <a:pt x="0" y="108781"/>
                    </a:lnTo>
                    <a:close/>
                    <a:moveTo>
                      <a:pt x="18288" y="18334"/>
                    </a:moveTo>
                    <a:lnTo>
                      <a:pt x="360928" y="18334"/>
                    </a:lnTo>
                    <a:lnTo>
                      <a:pt x="360928" y="90447"/>
                    </a:lnTo>
                    <a:lnTo>
                      <a:pt x="18288" y="90447"/>
                    </a:lnTo>
                    <a:lnTo>
                      <a:pt x="18288" y="18334"/>
                    </a:lnTo>
                    <a:close/>
                  </a:path>
                </a:pathLst>
              </a:custGeom>
              <a:solidFill>
                <a:srgbClr val="2D5967"/>
              </a:solidFill>
              <a:ln w="6417" cap="flat">
                <a:noFill/>
                <a:prstDash val="solid"/>
                <a:miter/>
              </a:ln>
            </p:spPr>
            <p:txBody>
              <a:bodyPr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srgbClr val="7C8A98"/>
                  </a:solidFill>
                  <a:effectLst/>
                  <a:uLnTx/>
                  <a:uFillTx/>
                  <a:latin typeface="Oracle Sans Tab"/>
                  <a:ea typeface="+mn-ea"/>
                  <a:cs typeface="+mn-cs"/>
                </a:endParaRPr>
              </a:p>
            </p:txBody>
          </p:sp>
          <p:sp>
            <p:nvSpPr>
              <p:cNvPr id="64" name="Freeform: Shape 1166">
                <a:extLst>
                  <a:ext uri="{FF2B5EF4-FFF2-40B4-BE49-F238E27FC236}">
                    <a16:creationId xmlns:a16="http://schemas.microsoft.com/office/drawing/2014/main" id="{2A4D7221-C8AD-5495-0202-EBFC4DCCFDFE}"/>
                  </a:ext>
                </a:extLst>
              </p:cNvPr>
              <p:cNvSpPr/>
              <p:nvPr/>
            </p:nvSpPr>
            <p:spPr>
              <a:xfrm>
                <a:off x="2883921" y="3208380"/>
                <a:ext cx="256064" cy="108780"/>
              </a:xfrm>
              <a:custGeom>
                <a:avLst/>
                <a:gdLst>
                  <a:gd name="connsiteX0" fmla="*/ 256064 w 256064"/>
                  <a:gd name="connsiteY0" fmla="*/ 0 h 108780"/>
                  <a:gd name="connsiteX1" fmla="*/ 0 w 256064"/>
                  <a:gd name="connsiteY1" fmla="*/ 0 h 108780"/>
                  <a:gd name="connsiteX2" fmla="*/ 0 w 256064"/>
                  <a:gd name="connsiteY2" fmla="*/ 108780 h 108780"/>
                  <a:gd name="connsiteX3" fmla="*/ 254845 w 256064"/>
                  <a:gd name="connsiteY3" fmla="*/ 108780 h 108780"/>
                  <a:gd name="connsiteX4" fmla="*/ 254845 w 256064"/>
                  <a:gd name="connsiteY4" fmla="*/ 0 h 108780"/>
                  <a:gd name="connsiteX5" fmla="*/ 256064 w 256064"/>
                  <a:gd name="connsiteY5" fmla="*/ 0 h 108780"/>
                  <a:gd name="connsiteX6" fmla="*/ 237770 w 256064"/>
                  <a:gd name="connsiteY6" fmla="*/ 90447 h 108780"/>
                  <a:gd name="connsiteX7" fmla="*/ 18288 w 256064"/>
                  <a:gd name="connsiteY7" fmla="*/ 90447 h 108780"/>
                  <a:gd name="connsiteX8" fmla="*/ 18288 w 256064"/>
                  <a:gd name="connsiteY8" fmla="*/ 17111 h 108780"/>
                  <a:gd name="connsiteX9" fmla="*/ 237770 w 256064"/>
                  <a:gd name="connsiteY9" fmla="*/ 17111 h 108780"/>
                  <a:gd name="connsiteX10" fmla="*/ 237770 w 256064"/>
                  <a:gd name="connsiteY10" fmla="*/ 90447 h 10878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Lst>
                <a:rect l="l" t="t" r="r" b="b"/>
                <a:pathLst>
                  <a:path w="256064" h="108780">
                    <a:moveTo>
                      <a:pt x="256064" y="0"/>
                    </a:moveTo>
                    <a:lnTo>
                      <a:pt x="0" y="0"/>
                    </a:lnTo>
                    <a:lnTo>
                      <a:pt x="0" y="108780"/>
                    </a:lnTo>
                    <a:lnTo>
                      <a:pt x="254845" y="108780"/>
                    </a:lnTo>
                    <a:lnTo>
                      <a:pt x="254845" y="0"/>
                    </a:lnTo>
                    <a:lnTo>
                      <a:pt x="256064" y="0"/>
                    </a:lnTo>
                    <a:close/>
                    <a:moveTo>
                      <a:pt x="237770" y="90447"/>
                    </a:moveTo>
                    <a:lnTo>
                      <a:pt x="18288" y="90447"/>
                    </a:lnTo>
                    <a:lnTo>
                      <a:pt x="18288" y="17111"/>
                    </a:lnTo>
                    <a:lnTo>
                      <a:pt x="237770" y="17111"/>
                    </a:lnTo>
                    <a:lnTo>
                      <a:pt x="237770" y="90447"/>
                    </a:lnTo>
                    <a:close/>
                  </a:path>
                </a:pathLst>
              </a:custGeom>
              <a:solidFill>
                <a:srgbClr val="2D5967"/>
              </a:solidFill>
              <a:ln w="6417" cap="flat">
                <a:noFill/>
                <a:prstDash val="solid"/>
                <a:miter/>
              </a:ln>
            </p:spPr>
            <p:txBody>
              <a:bodyPr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srgbClr val="7C8A98"/>
                  </a:solidFill>
                  <a:effectLst/>
                  <a:uLnTx/>
                  <a:uFillTx/>
                  <a:latin typeface="Oracle Sans Tab"/>
                  <a:ea typeface="+mn-ea"/>
                  <a:cs typeface="+mn-cs"/>
                </a:endParaRPr>
              </a:p>
            </p:txBody>
          </p:sp>
          <p:sp>
            <p:nvSpPr>
              <p:cNvPr id="65" name="Freeform: Shape 1167">
                <a:extLst>
                  <a:ext uri="{FF2B5EF4-FFF2-40B4-BE49-F238E27FC236}">
                    <a16:creationId xmlns:a16="http://schemas.microsoft.com/office/drawing/2014/main" id="{0F37635F-64E9-42E7-593B-8A80DB63212A}"/>
                  </a:ext>
                </a:extLst>
              </p:cNvPr>
              <p:cNvSpPr/>
              <p:nvPr/>
            </p:nvSpPr>
            <p:spPr>
              <a:xfrm>
                <a:off x="3161931" y="3216946"/>
                <a:ext cx="92671" cy="90447"/>
              </a:xfrm>
              <a:custGeom>
                <a:avLst/>
                <a:gdLst>
                  <a:gd name="connsiteX0" fmla="*/ 92672 w 92671"/>
                  <a:gd name="connsiteY0" fmla="*/ 0 h 90447"/>
                  <a:gd name="connsiteX1" fmla="*/ 0 w 92671"/>
                  <a:gd name="connsiteY1" fmla="*/ 0 h 90447"/>
                  <a:gd name="connsiteX2" fmla="*/ 0 w 92671"/>
                  <a:gd name="connsiteY2" fmla="*/ 90447 h 90447"/>
                  <a:gd name="connsiteX3" fmla="*/ 92672 w 92671"/>
                  <a:gd name="connsiteY3" fmla="*/ 90447 h 90447"/>
                  <a:gd name="connsiteX4" fmla="*/ 92672 w 92671"/>
                  <a:gd name="connsiteY4" fmla="*/ 0 h 90447"/>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92671" h="90447">
                    <a:moveTo>
                      <a:pt x="92672" y="0"/>
                    </a:moveTo>
                    <a:lnTo>
                      <a:pt x="0" y="0"/>
                    </a:lnTo>
                    <a:lnTo>
                      <a:pt x="0" y="90447"/>
                    </a:lnTo>
                    <a:lnTo>
                      <a:pt x="92672" y="90447"/>
                    </a:lnTo>
                    <a:lnTo>
                      <a:pt x="92672" y="0"/>
                    </a:lnTo>
                    <a:close/>
                  </a:path>
                </a:pathLst>
              </a:custGeom>
              <a:solidFill>
                <a:srgbClr val="2D5967"/>
              </a:solidFill>
              <a:ln w="6417" cap="flat">
                <a:noFill/>
                <a:prstDash val="solid"/>
                <a:miter/>
              </a:ln>
            </p:spPr>
            <p:txBody>
              <a:bodyPr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srgbClr val="7C8A98"/>
                  </a:solidFill>
                  <a:effectLst/>
                  <a:uLnTx/>
                  <a:uFillTx/>
                  <a:latin typeface="Oracle Sans Tab"/>
                  <a:ea typeface="+mn-ea"/>
                  <a:cs typeface="+mn-cs"/>
                </a:endParaRPr>
              </a:p>
            </p:txBody>
          </p:sp>
          <p:sp>
            <p:nvSpPr>
              <p:cNvPr id="66" name="Freeform: Shape 1168">
                <a:extLst>
                  <a:ext uri="{FF2B5EF4-FFF2-40B4-BE49-F238E27FC236}">
                    <a16:creationId xmlns:a16="http://schemas.microsoft.com/office/drawing/2014/main" id="{DCFFCBDE-EFEE-7DF1-D18E-ACAE0F93F5C9}"/>
                  </a:ext>
                </a:extLst>
              </p:cNvPr>
              <p:cNvSpPr/>
              <p:nvPr/>
            </p:nvSpPr>
            <p:spPr>
              <a:xfrm>
                <a:off x="3161931" y="3350168"/>
                <a:ext cx="92671" cy="90451"/>
              </a:xfrm>
              <a:custGeom>
                <a:avLst/>
                <a:gdLst>
                  <a:gd name="connsiteX0" fmla="*/ 92672 w 92671"/>
                  <a:gd name="connsiteY0" fmla="*/ 0 h 90451"/>
                  <a:gd name="connsiteX1" fmla="*/ 0 w 92671"/>
                  <a:gd name="connsiteY1" fmla="*/ 0 h 90451"/>
                  <a:gd name="connsiteX2" fmla="*/ 0 w 92671"/>
                  <a:gd name="connsiteY2" fmla="*/ 90452 h 90451"/>
                  <a:gd name="connsiteX3" fmla="*/ 92672 w 92671"/>
                  <a:gd name="connsiteY3" fmla="*/ 90452 h 90451"/>
                  <a:gd name="connsiteX4" fmla="*/ 92672 w 92671"/>
                  <a:gd name="connsiteY4" fmla="*/ 0 h 90451"/>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92671" h="90451">
                    <a:moveTo>
                      <a:pt x="92672" y="0"/>
                    </a:moveTo>
                    <a:lnTo>
                      <a:pt x="0" y="0"/>
                    </a:lnTo>
                    <a:lnTo>
                      <a:pt x="0" y="90452"/>
                    </a:lnTo>
                    <a:lnTo>
                      <a:pt x="92672" y="90452"/>
                    </a:lnTo>
                    <a:lnTo>
                      <a:pt x="92672" y="0"/>
                    </a:lnTo>
                    <a:close/>
                  </a:path>
                </a:pathLst>
              </a:custGeom>
              <a:solidFill>
                <a:srgbClr val="2D5967"/>
              </a:solidFill>
              <a:ln w="6417" cap="flat">
                <a:noFill/>
                <a:prstDash val="solid"/>
                <a:miter/>
              </a:ln>
            </p:spPr>
            <p:txBody>
              <a:bodyPr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srgbClr val="7C8A98"/>
                  </a:solidFill>
                  <a:effectLst/>
                  <a:uLnTx/>
                  <a:uFillTx/>
                  <a:latin typeface="Oracle Sans Tab"/>
                  <a:ea typeface="+mn-ea"/>
                  <a:cs typeface="+mn-cs"/>
                </a:endParaRPr>
              </a:p>
            </p:txBody>
          </p:sp>
          <p:sp>
            <p:nvSpPr>
              <p:cNvPr id="67" name="Freeform: Shape 1169">
                <a:extLst>
                  <a:ext uri="{FF2B5EF4-FFF2-40B4-BE49-F238E27FC236}">
                    <a16:creationId xmlns:a16="http://schemas.microsoft.com/office/drawing/2014/main" id="{6DEBF228-B44B-52E4-C90B-1531BA690A1A}"/>
                  </a:ext>
                </a:extLst>
              </p:cNvPr>
              <p:cNvSpPr/>
              <p:nvPr/>
            </p:nvSpPr>
            <p:spPr>
              <a:xfrm>
                <a:off x="3047319" y="3350168"/>
                <a:ext cx="92671" cy="90451"/>
              </a:xfrm>
              <a:custGeom>
                <a:avLst/>
                <a:gdLst>
                  <a:gd name="connsiteX0" fmla="*/ 92672 w 92671"/>
                  <a:gd name="connsiteY0" fmla="*/ 0 h 90451"/>
                  <a:gd name="connsiteX1" fmla="*/ 0 w 92671"/>
                  <a:gd name="connsiteY1" fmla="*/ 0 h 90451"/>
                  <a:gd name="connsiteX2" fmla="*/ 0 w 92671"/>
                  <a:gd name="connsiteY2" fmla="*/ 90452 h 90451"/>
                  <a:gd name="connsiteX3" fmla="*/ 92672 w 92671"/>
                  <a:gd name="connsiteY3" fmla="*/ 90452 h 90451"/>
                  <a:gd name="connsiteX4" fmla="*/ 92672 w 92671"/>
                  <a:gd name="connsiteY4" fmla="*/ 0 h 90451"/>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92671" h="90451">
                    <a:moveTo>
                      <a:pt x="92672" y="0"/>
                    </a:moveTo>
                    <a:lnTo>
                      <a:pt x="0" y="0"/>
                    </a:lnTo>
                    <a:lnTo>
                      <a:pt x="0" y="90452"/>
                    </a:lnTo>
                    <a:lnTo>
                      <a:pt x="92672" y="90452"/>
                    </a:lnTo>
                    <a:lnTo>
                      <a:pt x="92672" y="0"/>
                    </a:lnTo>
                    <a:close/>
                  </a:path>
                </a:pathLst>
              </a:custGeom>
              <a:solidFill>
                <a:srgbClr val="2D5967"/>
              </a:solidFill>
              <a:ln w="6417" cap="flat">
                <a:noFill/>
                <a:prstDash val="solid"/>
                <a:miter/>
              </a:ln>
            </p:spPr>
            <p:txBody>
              <a:bodyPr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srgbClr val="7C8A98"/>
                  </a:solidFill>
                  <a:effectLst/>
                  <a:uLnTx/>
                  <a:uFillTx/>
                  <a:latin typeface="Oracle Sans Tab"/>
                  <a:ea typeface="+mn-ea"/>
                  <a:cs typeface="+mn-cs"/>
                </a:endParaRPr>
              </a:p>
            </p:txBody>
          </p:sp>
        </p:grpSp>
      </p:grpSp>
      <p:sp>
        <p:nvSpPr>
          <p:cNvPr id="58" name="TextBox 57">
            <a:extLst>
              <a:ext uri="{FF2B5EF4-FFF2-40B4-BE49-F238E27FC236}">
                <a16:creationId xmlns:a16="http://schemas.microsoft.com/office/drawing/2014/main" id="{B0A5B1FA-D7CB-33C6-436B-FEDA124BAFC4}"/>
              </a:ext>
            </a:extLst>
          </p:cNvPr>
          <p:cNvSpPr txBox="1"/>
          <p:nvPr/>
        </p:nvSpPr>
        <p:spPr>
          <a:xfrm>
            <a:off x="7254019" y="3892397"/>
            <a:ext cx="1303464" cy="523220"/>
          </a:xfrm>
          <a:prstGeom prst="rect">
            <a:avLst/>
          </a:prstGeom>
          <a:solidFill>
            <a:schemeClr val="accent1"/>
          </a:solidFill>
        </p:spPr>
        <p:txBody>
          <a:bodyPr wrap="square" rtlCol="0">
            <a:spAutoFit/>
          </a:bodyPr>
          <a:lstStyle>
            <a:defPPr>
              <a:defRPr lang="en-US"/>
            </a:defPPr>
            <a:lvl1pPr marR="0" lvl="0" indent="0" algn="ctr" fontAlgn="auto">
              <a:lnSpc>
                <a:spcPct val="100000"/>
              </a:lnSpc>
              <a:spcBef>
                <a:spcPts val="0"/>
              </a:spcBef>
              <a:spcAft>
                <a:spcPts val="0"/>
              </a:spcAft>
              <a:buClrTx/>
              <a:buSzTx/>
              <a:buFontTx/>
              <a:buNone/>
              <a:tabLst/>
              <a:defRPr kumimoji="0" sz="1400" b="1" i="0" u="none" strike="noStrike" cap="none" spc="0" normalizeH="0" baseline="0">
                <a:ln>
                  <a:noFill/>
                </a:ln>
                <a:effectLst/>
                <a:uLnTx/>
                <a:uFillTx/>
                <a:latin typeface="Oracle Sans"/>
                <a:cs typeface="Oracle Sans"/>
                <a:rtl val="0"/>
              </a:defRPr>
            </a:lvl1pP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sz="1400" b="1" i="0" u="none" strike="noStrike" kern="1200" cap="none" spc="0" normalizeH="0" baseline="0" noProof="0" dirty="0">
                <a:ln>
                  <a:noFill/>
                </a:ln>
                <a:solidFill>
                  <a:srgbClr val="FFFFFF"/>
                </a:solidFill>
                <a:effectLst/>
                <a:uLnTx/>
                <a:uFillTx/>
                <a:latin typeface="Oracle Sans"/>
                <a:ea typeface="+mn-ea"/>
                <a:cs typeface="Oracle Sans"/>
                <a:sym typeface="Oracle Sans"/>
                <a:rtl val="0"/>
              </a:rPr>
              <a:t>Orchestrator Node</a:t>
            </a:r>
          </a:p>
        </p:txBody>
      </p:sp>
      <p:cxnSp>
        <p:nvCxnSpPr>
          <p:cNvPr id="68" name="Straight Arrow Connector 67">
            <a:extLst>
              <a:ext uri="{FF2B5EF4-FFF2-40B4-BE49-F238E27FC236}">
                <a16:creationId xmlns:a16="http://schemas.microsoft.com/office/drawing/2014/main" id="{A560881F-4920-8F80-B4CF-A23CCFA9AA10}"/>
              </a:ext>
            </a:extLst>
          </p:cNvPr>
          <p:cNvCxnSpPr>
            <a:cxnSpLocks/>
          </p:cNvCxnSpPr>
          <p:nvPr/>
        </p:nvCxnSpPr>
        <p:spPr>
          <a:xfrm>
            <a:off x="8167556" y="3467042"/>
            <a:ext cx="760737" cy="0"/>
          </a:xfrm>
          <a:prstGeom prst="straightConnector1">
            <a:avLst/>
          </a:prstGeom>
          <a:ln w="28575">
            <a:solidFill>
              <a:srgbClr val="2C5967"/>
            </a:solidFill>
            <a:tailEnd type="triangle"/>
          </a:ln>
        </p:spPr>
        <p:style>
          <a:lnRef idx="1">
            <a:schemeClr val="accent1"/>
          </a:lnRef>
          <a:fillRef idx="0">
            <a:schemeClr val="accent1"/>
          </a:fillRef>
          <a:effectRef idx="0">
            <a:schemeClr val="accent1"/>
          </a:effectRef>
          <a:fontRef idx="minor">
            <a:schemeClr val="tx1"/>
          </a:fontRef>
        </p:style>
      </p:cxnSp>
      <p:sp>
        <p:nvSpPr>
          <p:cNvPr id="69" name="TextBox 68">
            <a:extLst>
              <a:ext uri="{FF2B5EF4-FFF2-40B4-BE49-F238E27FC236}">
                <a16:creationId xmlns:a16="http://schemas.microsoft.com/office/drawing/2014/main" id="{0F37E647-FC36-75AB-9C16-B5B5E261AAD3}"/>
              </a:ext>
            </a:extLst>
          </p:cNvPr>
          <p:cNvSpPr txBox="1"/>
          <p:nvPr/>
        </p:nvSpPr>
        <p:spPr>
          <a:xfrm>
            <a:off x="7893704" y="3248135"/>
            <a:ext cx="1233324" cy="200055"/>
          </a:xfrm>
          <a:prstGeom prst="rect">
            <a:avLst/>
          </a:prstGeom>
          <a:noFill/>
        </p:spPr>
        <p:txBody>
          <a:bodyPr wrap="square">
            <a:spAutoFit/>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sz="700" b="0" i="0" u="none" strike="noStrike" kern="1200" cap="none" spc="0" normalizeH="0" baseline="0" noProof="0" dirty="0">
                <a:ln>
                  <a:noFill/>
                </a:ln>
                <a:solidFill>
                  <a:srgbClr val="2A2F2F"/>
                </a:solidFill>
                <a:effectLst/>
                <a:uLnTx/>
                <a:uFillTx/>
                <a:latin typeface="Oracle Sans Tab"/>
                <a:ea typeface="+mn-ea"/>
                <a:cs typeface="+mn-cs"/>
              </a:rPr>
              <a:t>REST API</a:t>
            </a:r>
          </a:p>
        </p:txBody>
      </p:sp>
      <p:grpSp>
        <p:nvGrpSpPr>
          <p:cNvPr id="71" name="Graphic 2">
            <a:extLst>
              <a:ext uri="{FF2B5EF4-FFF2-40B4-BE49-F238E27FC236}">
                <a16:creationId xmlns:a16="http://schemas.microsoft.com/office/drawing/2014/main" id="{952344E4-1BA9-09C8-A1A8-B90BFFE8431A}"/>
              </a:ext>
            </a:extLst>
          </p:cNvPr>
          <p:cNvGrpSpPr/>
          <p:nvPr/>
        </p:nvGrpSpPr>
        <p:grpSpPr>
          <a:xfrm>
            <a:off x="4216504" y="2395992"/>
            <a:ext cx="458969" cy="412529"/>
            <a:chOff x="7219011" y="3034990"/>
            <a:chExt cx="489733" cy="472043"/>
          </a:xfrm>
          <a:solidFill>
            <a:srgbClr val="2C5967"/>
          </a:solidFill>
        </p:grpSpPr>
        <p:sp>
          <p:nvSpPr>
            <p:cNvPr id="90" name="Freeform: Shape 137">
              <a:extLst>
                <a:ext uri="{FF2B5EF4-FFF2-40B4-BE49-F238E27FC236}">
                  <a16:creationId xmlns:a16="http://schemas.microsoft.com/office/drawing/2014/main" id="{40BAD9FE-54BF-AE7C-0339-59C2409BF7E8}"/>
                </a:ext>
              </a:extLst>
            </p:cNvPr>
            <p:cNvSpPr/>
            <p:nvPr/>
          </p:nvSpPr>
          <p:spPr>
            <a:xfrm>
              <a:off x="7236722" y="3034990"/>
              <a:ext cx="472022" cy="472043"/>
            </a:xfrm>
            <a:custGeom>
              <a:avLst/>
              <a:gdLst>
                <a:gd name="connsiteX0" fmla="*/ 451938 w 472022"/>
                <a:gd name="connsiteY0" fmla="*/ 0 h 472043"/>
                <a:gd name="connsiteX1" fmla="*/ 18865 w 472022"/>
                <a:gd name="connsiteY1" fmla="*/ 0 h 472043"/>
                <a:gd name="connsiteX2" fmla="*/ 0 w 472022"/>
                <a:gd name="connsiteY2" fmla="*/ 20062 h 472043"/>
                <a:gd name="connsiteX3" fmla="*/ 0 w 472022"/>
                <a:gd name="connsiteY3" fmla="*/ 306830 h 472043"/>
                <a:gd name="connsiteX4" fmla="*/ 17646 w 472022"/>
                <a:gd name="connsiteY4" fmla="*/ 306830 h 472043"/>
                <a:gd name="connsiteX5" fmla="*/ 17646 w 472022"/>
                <a:gd name="connsiteY5" fmla="*/ 20062 h 472043"/>
                <a:gd name="connsiteX6" fmla="*/ 18865 w 472022"/>
                <a:gd name="connsiteY6" fmla="*/ 17702 h 472043"/>
                <a:gd name="connsiteX7" fmla="*/ 451938 w 472022"/>
                <a:gd name="connsiteY7" fmla="*/ 17702 h 472043"/>
                <a:gd name="connsiteX8" fmla="*/ 454312 w 472022"/>
                <a:gd name="connsiteY8" fmla="*/ 20062 h 472043"/>
                <a:gd name="connsiteX9" fmla="*/ 454312 w 472022"/>
                <a:gd name="connsiteY9" fmla="*/ 453159 h 472043"/>
                <a:gd name="connsiteX10" fmla="*/ 451938 w 472022"/>
                <a:gd name="connsiteY10" fmla="*/ 455521 h 472043"/>
                <a:gd name="connsiteX11" fmla="*/ 226578 w 472022"/>
                <a:gd name="connsiteY11" fmla="*/ 455521 h 472043"/>
                <a:gd name="connsiteX12" fmla="*/ 226578 w 472022"/>
                <a:gd name="connsiteY12" fmla="*/ 472044 h 472043"/>
                <a:gd name="connsiteX13" fmla="*/ 451938 w 472022"/>
                <a:gd name="connsiteY13" fmla="*/ 472044 h 472043"/>
                <a:gd name="connsiteX14" fmla="*/ 472023 w 472022"/>
                <a:gd name="connsiteY14" fmla="*/ 451979 h 472043"/>
                <a:gd name="connsiteX15" fmla="*/ 472023 w 472022"/>
                <a:gd name="connsiteY15" fmla="*/ 20062 h 472043"/>
                <a:gd name="connsiteX16" fmla="*/ 451938 w 472022"/>
                <a:gd name="connsiteY16" fmla="*/ 0 h 472043"/>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Lst>
              <a:rect l="l" t="t" r="r" b="b"/>
              <a:pathLst>
                <a:path w="472022" h="472043">
                  <a:moveTo>
                    <a:pt x="451938" y="0"/>
                  </a:moveTo>
                  <a:lnTo>
                    <a:pt x="18865" y="0"/>
                  </a:lnTo>
                  <a:cubicBezTo>
                    <a:pt x="8214" y="0"/>
                    <a:pt x="0" y="8260"/>
                    <a:pt x="0" y="20062"/>
                  </a:cubicBezTo>
                  <a:lnTo>
                    <a:pt x="0" y="306830"/>
                  </a:lnTo>
                  <a:lnTo>
                    <a:pt x="17646" y="306830"/>
                  </a:lnTo>
                  <a:lnTo>
                    <a:pt x="17646" y="20062"/>
                  </a:lnTo>
                  <a:cubicBezTo>
                    <a:pt x="17646" y="18882"/>
                    <a:pt x="17646" y="17702"/>
                    <a:pt x="18865" y="17702"/>
                  </a:cubicBezTo>
                  <a:lnTo>
                    <a:pt x="451938" y="17702"/>
                  </a:lnTo>
                  <a:cubicBezTo>
                    <a:pt x="453157" y="17702"/>
                    <a:pt x="454312" y="18882"/>
                    <a:pt x="454312" y="20062"/>
                  </a:cubicBezTo>
                  <a:lnTo>
                    <a:pt x="454312" y="453159"/>
                  </a:lnTo>
                  <a:cubicBezTo>
                    <a:pt x="454312" y="454340"/>
                    <a:pt x="453157" y="455521"/>
                    <a:pt x="451938" y="455521"/>
                  </a:cubicBezTo>
                  <a:lnTo>
                    <a:pt x="226578" y="455521"/>
                  </a:lnTo>
                  <a:lnTo>
                    <a:pt x="226578" y="472044"/>
                  </a:lnTo>
                  <a:lnTo>
                    <a:pt x="451938" y="472044"/>
                  </a:lnTo>
                  <a:cubicBezTo>
                    <a:pt x="462590" y="472044"/>
                    <a:pt x="472023" y="463786"/>
                    <a:pt x="472023" y="451979"/>
                  </a:cubicBezTo>
                  <a:lnTo>
                    <a:pt x="472023" y="20062"/>
                  </a:lnTo>
                  <a:cubicBezTo>
                    <a:pt x="472023" y="8260"/>
                    <a:pt x="462590" y="0"/>
                    <a:pt x="451938" y="0"/>
                  </a:cubicBezTo>
                  <a:close/>
                </a:path>
              </a:pathLst>
            </a:custGeom>
            <a:solidFill>
              <a:srgbClr val="2C5967"/>
            </a:solidFill>
            <a:ln w="6417" cap="flat">
              <a:noFill/>
              <a:prstDash val="solid"/>
              <a:miter/>
            </a:ln>
          </p:spPr>
          <p:txBody>
            <a:bodyPr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srgbClr val="7C8A98"/>
                </a:solidFill>
                <a:effectLst/>
                <a:uLnTx/>
                <a:uFillTx/>
                <a:latin typeface="Oracle Sans Tab"/>
                <a:ea typeface="+mn-ea"/>
                <a:cs typeface="+mn-cs"/>
              </a:endParaRPr>
            </a:p>
          </p:txBody>
        </p:sp>
        <p:sp>
          <p:nvSpPr>
            <p:cNvPr id="91" name="Freeform: Shape 138">
              <a:extLst>
                <a:ext uri="{FF2B5EF4-FFF2-40B4-BE49-F238E27FC236}">
                  <a16:creationId xmlns:a16="http://schemas.microsoft.com/office/drawing/2014/main" id="{EA5F8C70-3248-3447-4F6C-8CD6CD835938}"/>
                </a:ext>
              </a:extLst>
            </p:cNvPr>
            <p:cNvSpPr/>
            <p:nvPr/>
          </p:nvSpPr>
          <p:spPr>
            <a:xfrm>
              <a:off x="7463300" y="3337097"/>
              <a:ext cx="181725" cy="103850"/>
            </a:xfrm>
            <a:custGeom>
              <a:avLst/>
              <a:gdLst>
                <a:gd name="connsiteX0" fmla="*/ 181725 w 181725"/>
                <a:gd name="connsiteY0" fmla="*/ 0 h 103850"/>
                <a:gd name="connsiteX1" fmla="*/ 0 w 181725"/>
                <a:gd name="connsiteY1" fmla="*/ 0 h 103850"/>
                <a:gd name="connsiteX2" fmla="*/ 0 w 181725"/>
                <a:gd name="connsiteY2" fmla="*/ 3542 h 103850"/>
                <a:gd name="connsiteX3" fmla="*/ 0 w 181725"/>
                <a:gd name="connsiteY3" fmla="*/ 12981 h 103850"/>
                <a:gd name="connsiteX4" fmla="*/ 0 w 181725"/>
                <a:gd name="connsiteY4" fmla="*/ 16523 h 103850"/>
                <a:gd name="connsiteX5" fmla="*/ 164015 w 181725"/>
                <a:gd name="connsiteY5" fmla="*/ 16523 h 103850"/>
                <a:gd name="connsiteX6" fmla="*/ 164015 w 181725"/>
                <a:gd name="connsiteY6" fmla="*/ 87327 h 103850"/>
                <a:gd name="connsiteX7" fmla="*/ 0 w 181725"/>
                <a:gd name="connsiteY7" fmla="*/ 87327 h 103850"/>
                <a:gd name="connsiteX8" fmla="*/ 0 w 181725"/>
                <a:gd name="connsiteY8" fmla="*/ 103850 h 103850"/>
                <a:gd name="connsiteX9" fmla="*/ 181725 w 181725"/>
                <a:gd name="connsiteY9" fmla="*/ 103850 h 103850"/>
                <a:gd name="connsiteX10" fmla="*/ 181725 w 181725"/>
                <a:gd name="connsiteY10" fmla="*/ 0 h 10385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Lst>
              <a:rect l="l" t="t" r="r" b="b"/>
              <a:pathLst>
                <a:path w="181725" h="103850">
                  <a:moveTo>
                    <a:pt x="181725" y="0"/>
                  </a:moveTo>
                  <a:lnTo>
                    <a:pt x="0" y="0"/>
                  </a:lnTo>
                  <a:lnTo>
                    <a:pt x="0" y="3542"/>
                  </a:lnTo>
                  <a:lnTo>
                    <a:pt x="0" y="12981"/>
                  </a:lnTo>
                  <a:lnTo>
                    <a:pt x="0" y="16523"/>
                  </a:lnTo>
                  <a:lnTo>
                    <a:pt x="164015" y="16523"/>
                  </a:lnTo>
                  <a:lnTo>
                    <a:pt x="164015" y="87327"/>
                  </a:lnTo>
                  <a:lnTo>
                    <a:pt x="0" y="87327"/>
                  </a:lnTo>
                  <a:lnTo>
                    <a:pt x="0" y="103850"/>
                  </a:lnTo>
                  <a:lnTo>
                    <a:pt x="181725" y="103850"/>
                  </a:lnTo>
                  <a:lnTo>
                    <a:pt x="181725" y="0"/>
                  </a:lnTo>
                  <a:close/>
                </a:path>
              </a:pathLst>
            </a:custGeom>
            <a:solidFill>
              <a:srgbClr val="2C5967"/>
            </a:solidFill>
            <a:ln w="6417" cap="flat">
              <a:noFill/>
              <a:prstDash val="solid"/>
              <a:miter/>
            </a:ln>
          </p:spPr>
          <p:txBody>
            <a:bodyPr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srgbClr val="7C8A98"/>
                </a:solidFill>
                <a:effectLst/>
                <a:uLnTx/>
                <a:uFillTx/>
                <a:latin typeface="Oracle Sans Tab"/>
                <a:ea typeface="+mn-ea"/>
                <a:cs typeface="+mn-cs"/>
              </a:endParaRPr>
            </a:p>
          </p:txBody>
        </p:sp>
        <p:sp>
          <p:nvSpPr>
            <p:cNvPr id="92" name="Freeform: Shape 139">
              <a:extLst>
                <a:ext uri="{FF2B5EF4-FFF2-40B4-BE49-F238E27FC236}">
                  <a16:creationId xmlns:a16="http://schemas.microsoft.com/office/drawing/2014/main" id="{CBF03250-4D88-4D9C-F800-966A52A78B0B}"/>
                </a:ext>
              </a:extLst>
            </p:cNvPr>
            <p:cNvSpPr/>
            <p:nvPr/>
          </p:nvSpPr>
          <p:spPr>
            <a:xfrm>
              <a:off x="7575403" y="3376041"/>
              <a:ext cx="25923" cy="25962"/>
            </a:xfrm>
            <a:custGeom>
              <a:avLst/>
              <a:gdLst>
                <a:gd name="connsiteX0" fmla="*/ 12961 w 25923"/>
                <a:gd name="connsiteY0" fmla="*/ 25963 h 25962"/>
                <a:gd name="connsiteX1" fmla="*/ 25924 w 25923"/>
                <a:gd name="connsiteY1" fmla="*/ 12981 h 25962"/>
                <a:gd name="connsiteX2" fmla="*/ 12961 w 25923"/>
                <a:gd name="connsiteY2" fmla="*/ 0 h 25962"/>
                <a:gd name="connsiteX3" fmla="*/ 0 w 25923"/>
                <a:gd name="connsiteY3" fmla="*/ 12981 h 25962"/>
                <a:gd name="connsiteX4" fmla="*/ 12961 w 25923"/>
                <a:gd name="connsiteY4" fmla="*/ 25963 h 25962"/>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25923" h="25962">
                  <a:moveTo>
                    <a:pt x="12961" y="25963"/>
                  </a:moveTo>
                  <a:cubicBezTo>
                    <a:pt x="20148" y="25963"/>
                    <a:pt x="25924" y="20149"/>
                    <a:pt x="25924" y="12981"/>
                  </a:cubicBezTo>
                  <a:cubicBezTo>
                    <a:pt x="25924" y="5807"/>
                    <a:pt x="20148" y="0"/>
                    <a:pt x="12961" y="0"/>
                  </a:cubicBezTo>
                  <a:cubicBezTo>
                    <a:pt x="5775" y="0"/>
                    <a:pt x="0" y="5807"/>
                    <a:pt x="0" y="12981"/>
                  </a:cubicBezTo>
                  <a:cubicBezTo>
                    <a:pt x="0" y="20149"/>
                    <a:pt x="5775" y="25963"/>
                    <a:pt x="12961" y="25963"/>
                  </a:cubicBezTo>
                  <a:close/>
                </a:path>
              </a:pathLst>
            </a:custGeom>
            <a:solidFill>
              <a:srgbClr val="2C5967"/>
            </a:solidFill>
            <a:ln w="6417" cap="flat">
              <a:noFill/>
              <a:prstDash val="solid"/>
              <a:miter/>
            </a:ln>
          </p:spPr>
          <p:txBody>
            <a:bodyPr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srgbClr val="7C8A98"/>
                </a:solidFill>
                <a:effectLst/>
                <a:uLnTx/>
                <a:uFillTx/>
                <a:latin typeface="Oracle Sans Tab"/>
                <a:ea typeface="+mn-ea"/>
                <a:cs typeface="+mn-cs"/>
              </a:endParaRPr>
            </a:p>
          </p:txBody>
        </p:sp>
        <p:sp>
          <p:nvSpPr>
            <p:cNvPr id="93" name="Freeform: Shape 140">
              <a:extLst>
                <a:ext uri="{FF2B5EF4-FFF2-40B4-BE49-F238E27FC236}">
                  <a16:creationId xmlns:a16="http://schemas.microsoft.com/office/drawing/2014/main" id="{10A90831-52AA-4D58-287D-F907A3D97431}"/>
                </a:ext>
              </a:extLst>
            </p:cNvPr>
            <p:cNvSpPr/>
            <p:nvPr/>
          </p:nvSpPr>
          <p:spPr>
            <a:xfrm>
              <a:off x="7301596" y="3101076"/>
              <a:ext cx="105043" cy="105029"/>
            </a:xfrm>
            <a:custGeom>
              <a:avLst/>
              <a:gdLst>
                <a:gd name="connsiteX0" fmla="*/ 105044 w 105043"/>
                <a:gd name="connsiteY0" fmla="*/ 0 h 105029"/>
                <a:gd name="connsiteX1" fmla="*/ 0 w 105043"/>
                <a:gd name="connsiteY1" fmla="*/ 0 h 105029"/>
                <a:gd name="connsiteX2" fmla="*/ 0 w 105043"/>
                <a:gd name="connsiteY2" fmla="*/ 105030 h 105029"/>
                <a:gd name="connsiteX3" fmla="*/ 105044 w 105043"/>
                <a:gd name="connsiteY3" fmla="*/ 105030 h 105029"/>
                <a:gd name="connsiteX4" fmla="*/ 105044 w 105043"/>
                <a:gd name="connsiteY4" fmla="*/ 0 h 105029"/>
                <a:gd name="connsiteX5" fmla="*/ 87333 w 105043"/>
                <a:gd name="connsiteY5" fmla="*/ 87328 h 105029"/>
                <a:gd name="connsiteX6" fmla="*/ 17711 w 105043"/>
                <a:gd name="connsiteY6" fmla="*/ 87328 h 105029"/>
                <a:gd name="connsiteX7" fmla="*/ 17711 w 105043"/>
                <a:gd name="connsiteY7" fmla="*/ 16521 h 105029"/>
                <a:gd name="connsiteX8" fmla="*/ 87333 w 105043"/>
                <a:gd name="connsiteY8" fmla="*/ 16521 h 105029"/>
                <a:gd name="connsiteX9" fmla="*/ 87333 w 105043"/>
                <a:gd name="connsiteY9" fmla="*/ 87328 h 105029"/>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Lst>
              <a:rect l="l" t="t" r="r" b="b"/>
              <a:pathLst>
                <a:path w="105043" h="105029">
                  <a:moveTo>
                    <a:pt x="105044" y="0"/>
                  </a:moveTo>
                  <a:lnTo>
                    <a:pt x="0" y="0"/>
                  </a:lnTo>
                  <a:lnTo>
                    <a:pt x="0" y="105030"/>
                  </a:lnTo>
                  <a:lnTo>
                    <a:pt x="105044" y="105030"/>
                  </a:lnTo>
                  <a:lnTo>
                    <a:pt x="105044" y="0"/>
                  </a:lnTo>
                  <a:close/>
                  <a:moveTo>
                    <a:pt x="87333" y="87328"/>
                  </a:moveTo>
                  <a:lnTo>
                    <a:pt x="17711" y="87328"/>
                  </a:lnTo>
                  <a:lnTo>
                    <a:pt x="17711" y="16521"/>
                  </a:lnTo>
                  <a:lnTo>
                    <a:pt x="87333" y="16521"/>
                  </a:lnTo>
                  <a:lnTo>
                    <a:pt x="87333" y="87328"/>
                  </a:lnTo>
                  <a:close/>
                </a:path>
              </a:pathLst>
            </a:custGeom>
            <a:solidFill>
              <a:srgbClr val="2C5967"/>
            </a:solidFill>
            <a:ln w="6417" cap="flat">
              <a:noFill/>
              <a:prstDash val="solid"/>
              <a:miter/>
            </a:ln>
          </p:spPr>
          <p:txBody>
            <a:bodyPr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srgbClr val="7C8A98"/>
                </a:solidFill>
                <a:effectLst/>
                <a:uLnTx/>
                <a:uFillTx/>
                <a:latin typeface="Oracle Sans Tab"/>
                <a:ea typeface="+mn-ea"/>
                <a:cs typeface="+mn-cs"/>
              </a:endParaRPr>
            </a:p>
          </p:txBody>
        </p:sp>
        <p:sp>
          <p:nvSpPr>
            <p:cNvPr id="94" name="Freeform: Shape 141">
              <a:extLst>
                <a:ext uri="{FF2B5EF4-FFF2-40B4-BE49-F238E27FC236}">
                  <a16:creationId xmlns:a16="http://schemas.microsoft.com/office/drawing/2014/main" id="{B2145409-174E-D5AC-3573-48CA6D5621CC}"/>
                </a:ext>
              </a:extLst>
            </p:cNvPr>
            <p:cNvSpPr/>
            <p:nvPr/>
          </p:nvSpPr>
          <p:spPr>
            <a:xfrm>
              <a:off x="7419602" y="3101076"/>
              <a:ext cx="105043" cy="105029"/>
            </a:xfrm>
            <a:custGeom>
              <a:avLst/>
              <a:gdLst>
                <a:gd name="connsiteX0" fmla="*/ 105044 w 105043"/>
                <a:gd name="connsiteY0" fmla="*/ 0 h 105029"/>
                <a:gd name="connsiteX1" fmla="*/ 0 w 105043"/>
                <a:gd name="connsiteY1" fmla="*/ 0 h 105029"/>
                <a:gd name="connsiteX2" fmla="*/ 0 w 105043"/>
                <a:gd name="connsiteY2" fmla="*/ 105030 h 105029"/>
                <a:gd name="connsiteX3" fmla="*/ 105044 w 105043"/>
                <a:gd name="connsiteY3" fmla="*/ 105030 h 105029"/>
                <a:gd name="connsiteX4" fmla="*/ 105044 w 105043"/>
                <a:gd name="connsiteY4" fmla="*/ 0 h 105029"/>
                <a:gd name="connsiteX5" fmla="*/ 87333 w 105043"/>
                <a:gd name="connsiteY5" fmla="*/ 87328 h 105029"/>
                <a:gd name="connsiteX6" fmla="*/ 17711 w 105043"/>
                <a:gd name="connsiteY6" fmla="*/ 87328 h 105029"/>
                <a:gd name="connsiteX7" fmla="*/ 17711 w 105043"/>
                <a:gd name="connsiteY7" fmla="*/ 16521 h 105029"/>
                <a:gd name="connsiteX8" fmla="*/ 87333 w 105043"/>
                <a:gd name="connsiteY8" fmla="*/ 16521 h 105029"/>
                <a:gd name="connsiteX9" fmla="*/ 87333 w 105043"/>
                <a:gd name="connsiteY9" fmla="*/ 87328 h 105029"/>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Lst>
              <a:rect l="l" t="t" r="r" b="b"/>
              <a:pathLst>
                <a:path w="105043" h="105029">
                  <a:moveTo>
                    <a:pt x="105044" y="0"/>
                  </a:moveTo>
                  <a:lnTo>
                    <a:pt x="0" y="0"/>
                  </a:lnTo>
                  <a:lnTo>
                    <a:pt x="0" y="105030"/>
                  </a:lnTo>
                  <a:lnTo>
                    <a:pt x="105044" y="105030"/>
                  </a:lnTo>
                  <a:lnTo>
                    <a:pt x="105044" y="0"/>
                  </a:lnTo>
                  <a:close/>
                  <a:moveTo>
                    <a:pt x="87333" y="87328"/>
                  </a:moveTo>
                  <a:lnTo>
                    <a:pt x="17711" y="87328"/>
                  </a:lnTo>
                  <a:lnTo>
                    <a:pt x="17711" y="16521"/>
                  </a:lnTo>
                  <a:lnTo>
                    <a:pt x="87333" y="16521"/>
                  </a:lnTo>
                  <a:lnTo>
                    <a:pt x="87333" y="87328"/>
                  </a:lnTo>
                  <a:close/>
                </a:path>
              </a:pathLst>
            </a:custGeom>
            <a:solidFill>
              <a:srgbClr val="2C5967"/>
            </a:solidFill>
            <a:ln w="6417" cap="flat">
              <a:noFill/>
              <a:prstDash val="solid"/>
              <a:miter/>
            </a:ln>
          </p:spPr>
          <p:txBody>
            <a:bodyPr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srgbClr val="7C8A98"/>
                </a:solidFill>
                <a:effectLst/>
                <a:uLnTx/>
                <a:uFillTx/>
                <a:latin typeface="Oracle Sans Tab"/>
                <a:ea typeface="+mn-ea"/>
                <a:cs typeface="+mn-cs"/>
              </a:endParaRPr>
            </a:p>
          </p:txBody>
        </p:sp>
        <p:sp>
          <p:nvSpPr>
            <p:cNvPr id="95" name="Freeform: Shape 142">
              <a:extLst>
                <a:ext uri="{FF2B5EF4-FFF2-40B4-BE49-F238E27FC236}">
                  <a16:creationId xmlns:a16="http://schemas.microsoft.com/office/drawing/2014/main" id="{5AA76260-A27D-03A2-921B-2F99B50FCB69}"/>
                </a:ext>
              </a:extLst>
            </p:cNvPr>
            <p:cNvSpPr/>
            <p:nvPr/>
          </p:nvSpPr>
          <p:spPr>
            <a:xfrm>
              <a:off x="7301596" y="3219089"/>
              <a:ext cx="105043" cy="105029"/>
            </a:xfrm>
            <a:custGeom>
              <a:avLst/>
              <a:gdLst>
                <a:gd name="connsiteX0" fmla="*/ 105044 w 105043"/>
                <a:gd name="connsiteY0" fmla="*/ 0 h 105029"/>
                <a:gd name="connsiteX1" fmla="*/ 0 w 105043"/>
                <a:gd name="connsiteY1" fmla="*/ 0 h 105029"/>
                <a:gd name="connsiteX2" fmla="*/ 0 w 105043"/>
                <a:gd name="connsiteY2" fmla="*/ 105030 h 105029"/>
                <a:gd name="connsiteX3" fmla="*/ 105044 w 105043"/>
                <a:gd name="connsiteY3" fmla="*/ 105030 h 105029"/>
                <a:gd name="connsiteX4" fmla="*/ 105044 w 105043"/>
                <a:gd name="connsiteY4" fmla="*/ 0 h 105029"/>
                <a:gd name="connsiteX5" fmla="*/ 87333 w 105043"/>
                <a:gd name="connsiteY5" fmla="*/ 87328 h 105029"/>
                <a:gd name="connsiteX6" fmla="*/ 17711 w 105043"/>
                <a:gd name="connsiteY6" fmla="*/ 87328 h 105029"/>
                <a:gd name="connsiteX7" fmla="*/ 17711 w 105043"/>
                <a:gd name="connsiteY7" fmla="*/ 16521 h 105029"/>
                <a:gd name="connsiteX8" fmla="*/ 87333 w 105043"/>
                <a:gd name="connsiteY8" fmla="*/ 16521 h 105029"/>
                <a:gd name="connsiteX9" fmla="*/ 87333 w 105043"/>
                <a:gd name="connsiteY9" fmla="*/ 87328 h 105029"/>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Lst>
              <a:rect l="l" t="t" r="r" b="b"/>
              <a:pathLst>
                <a:path w="105043" h="105029">
                  <a:moveTo>
                    <a:pt x="105044" y="0"/>
                  </a:moveTo>
                  <a:lnTo>
                    <a:pt x="0" y="0"/>
                  </a:lnTo>
                  <a:lnTo>
                    <a:pt x="0" y="105030"/>
                  </a:lnTo>
                  <a:lnTo>
                    <a:pt x="105044" y="105030"/>
                  </a:lnTo>
                  <a:lnTo>
                    <a:pt x="105044" y="0"/>
                  </a:lnTo>
                  <a:close/>
                  <a:moveTo>
                    <a:pt x="87333" y="87328"/>
                  </a:moveTo>
                  <a:lnTo>
                    <a:pt x="17711" y="87328"/>
                  </a:lnTo>
                  <a:lnTo>
                    <a:pt x="17711" y="16521"/>
                  </a:lnTo>
                  <a:lnTo>
                    <a:pt x="87333" y="16521"/>
                  </a:lnTo>
                  <a:lnTo>
                    <a:pt x="87333" y="87328"/>
                  </a:lnTo>
                  <a:close/>
                </a:path>
              </a:pathLst>
            </a:custGeom>
            <a:solidFill>
              <a:srgbClr val="2C5967"/>
            </a:solidFill>
            <a:ln w="6417" cap="flat">
              <a:noFill/>
              <a:prstDash val="solid"/>
              <a:miter/>
            </a:ln>
          </p:spPr>
          <p:txBody>
            <a:bodyPr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srgbClr val="7C8A98"/>
                </a:solidFill>
                <a:effectLst/>
                <a:uLnTx/>
                <a:uFillTx/>
                <a:latin typeface="Oracle Sans Tab"/>
                <a:ea typeface="+mn-ea"/>
                <a:cs typeface="+mn-cs"/>
              </a:endParaRPr>
            </a:p>
          </p:txBody>
        </p:sp>
        <p:sp>
          <p:nvSpPr>
            <p:cNvPr id="96" name="Freeform: Shape 143">
              <a:extLst>
                <a:ext uri="{FF2B5EF4-FFF2-40B4-BE49-F238E27FC236}">
                  <a16:creationId xmlns:a16="http://schemas.microsoft.com/office/drawing/2014/main" id="{AB4E2C39-2A68-E56F-77D4-F2945D5C2FD9}"/>
                </a:ext>
              </a:extLst>
            </p:cNvPr>
            <p:cNvSpPr/>
            <p:nvPr/>
          </p:nvSpPr>
          <p:spPr>
            <a:xfrm>
              <a:off x="7419602" y="3219089"/>
              <a:ext cx="105043" cy="105029"/>
            </a:xfrm>
            <a:custGeom>
              <a:avLst/>
              <a:gdLst>
                <a:gd name="connsiteX0" fmla="*/ 105044 w 105043"/>
                <a:gd name="connsiteY0" fmla="*/ 0 h 105029"/>
                <a:gd name="connsiteX1" fmla="*/ 0 w 105043"/>
                <a:gd name="connsiteY1" fmla="*/ 0 h 105029"/>
                <a:gd name="connsiteX2" fmla="*/ 0 w 105043"/>
                <a:gd name="connsiteY2" fmla="*/ 105030 h 105029"/>
                <a:gd name="connsiteX3" fmla="*/ 105044 w 105043"/>
                <a:gd name="connsiteY3" fmla="*/ 105030 h 105029"/>
                <a:gd name="connsiteX4" fmla="*/ 105044 w 105043"/>
                <a:gd name="connsiteY4" fmla="*/ 0 h 105029"/>
                <a:gd name="connsiteX5" fmla="*/ 87333 w 105043"/>
                <a:gd name="connsiteY5" fmla="*/ 87328 h 105029"/>
                <a:gd name="connsiteX6" fmla="*/ 17711 w 105043"/>
                <a:gd name="connsiteY6" fmla="*/ 87328 h 105029"/>
                <a:gd name="connsiteX7" fmla="*/ 17711 w 105043"/>
                <a:gd name="connsiteY7" fmla="*/ 16521 h 105029"/>
                <a:gd name="connsiteX8" fmla="*/ 87333 w 105043"/>
                <a:gd name="connsiteY8" fmla="*/ 16521 h 105029"/>
                <a:gd name="connsiteX9" fmla="*/ 87333 w 105043"/>
                <a:gd name="connsiteY9" fmla="*/ 87328 h 105029"/>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Lst>
              <a:rect l="l" t="t" r="r" b="b"/>
              <a:pathLst>
                <a:path w="105043" h="105029">
                  <a:moveTo>
                    <a:pt x="105044" y="0"/>
                  </a:moveTo>
                  <a:lnTo>
                    <a:pt x="0" y="0"/>
                  </a:lnTo>
                  <a:lnTo>
                    <a:pt x="0" y="105030"/>
                  </a:lnTo>
                  <a:lnTo>
                    <a:pt x="105044" y="105030"/>
                  </a:lnTo>
                  <a:lnTo>
                    <a:pt x="105044" y="0"/>
                  </a:lnTo>
                  <a:close/>
                  <a:moveTo>
                    <a:pt x="87333" y="87328"/>
                  </a:moveTo>
                  <a:lnTo>
                    <a:pt x="17711" y="87328"/>
                  </a:lnTo>
                  <a:lnTo>
                    <a:pt x="17711" y="16521"/>
                  </a:lnTo>
                  <a:lnTo>
                    <a:pt x="87333" y="16521"/>
                  </a:lnTo>
                  <a:lnTo>
                    <a:pt x="87333" y="87328"/>
                  </a:lnTo>
                  <a:close/>
                </a:path>
              </a:pathLst>
            </a:custGeom>
            <a:solidFill>
              <a:srgbClr val="2C5967"/>
            </a:solidFill>
            <a:ln w="6417" cap="flat">
              <a:noFill/>
              <a:prstDash val="solid"/>
              <a:miter/>
            </a:ln>
          </p:spPr>
          <p:txBody>
            <a:bodyPr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srgbClr val="7C8A98"/>
                </a:solidFill>
                <a:effectLst/>
                <a:uLnTx/>
                <a:uFillTx/>
                <a:latin typeface="Oracle Sans Tab"/>
                <a:ea typeface="+mn-ea"/>
                <a:cs typeface="+mn-cs"/>
              </a:endParaRPr>
            </a:p>
          </p:txBody>
        </p:sp>
        <p:sp>
          <p:nvSpPr>
            <p:cNvPr id="97" name="Freeform: Shape 144">
              <a:extLst>
                <a:ext uri="{FF2B5EF4-FFF2-40B4-BE49-F238E27FC236}">
                  <a16:creationId xmlns:a16="http://schemas.microsoft.com/office/drawing/2014/main" id="{C083CF5F-028F-779C-CB9C-809A15C816A7}"/>
                </a:ext>
              </a:extLst>
            </p:cNvPr>
            <p:cNvSpPr/>
            <p:nvPr/>
          </p:nvSpPr>
          <p:spPr>
            <a:xfrm>
              <a:off x="7537607" y="3101076"/>
              <a:ext cx="105043" cy="105029"/>
            </a:xfrm>
            <a:custGeom>
              <a:avLst/>
              <a:gdLst>
                <a:gd name="connsiteX0" fmla="*/ 105044 w 105043"/>
                <a:gd name="connsiteY0" fmla="*/ 0 h 105029"/>
                <a:gd name="connsiteX1" fmla="*/ 0 w 105043"/>
                <a:gd name="connsiteY1" fmla="*/ 0 h 105029"/>
                <a:gd name="connsiteX2" fmla="*/ 0 w 105043"/>
                <a:gd name="connsiteY2" fmla="*/ 105030 h 105029"/>
                <a:gd name="connsiteX3" fmla="*/ 105044 w 105043"/>
                <a:gd name="connsiteY3" fmla="*/ 105030 h 105029"/>
                <a:gd name="connsiteX4" fmla="*/ 105044 w 105043"/>
                <a:gd name="connsiteY4" fmla="*/ 0 h 105029"/>
                <a:gd name="connsiteX5" fmla="*/ 87333 w 105043"/>
                <a:gd name="connsiteY5" fmla="*/ 87328 h 105029"/>
                <a:gd name="connsiteX6" fmla="*/ 17711 w 105043"/>
                <a:gd name="connsiteY6" fmla="*/ 87328 h 105029"/>
                <a:gd name="connsiteX7" fmla="*/ 17711 w 105043"/>
                <a:gd name="connsiteY7" fmla="*/ 16521 h 105029"/>
                <a:gd name="connsiteX8" fmla="*/ 87333 w 105043"/>
                <a:gd name="connsiteY8" fmla="*/ 16521 h 105029"/>
                <a:gd name="connsiteX9" fmla="*/ 87333 w 105043"/>
                <a:gd name="connsiteY9" fmla="*/ 87328 h 105029"/>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Lst>
              <a:rect l="l" t="t" r="r" b="b"/>
              <a:pathLst>
                <a:path w="105043" h="105029">
                  <a:moveTo>
                    <a:pt x="105044" y="0"/>
                  </a:moveTo>
                  <a:lnTo>
                    <a:pt x="0" y="0"/>
                  </a:lnTo>
                  <a:lnTo>
                    <a:pt x="0" y="105030"/>
                  </a:lnTo>
                  <a:lnTo>
                    <a:pt x="105044" y="105030"/>
                  </a:lnTo>
                  <a:lnTo>
                    <a:pt x="105044" y="0"/>
                  </a:lnTo>
                  <a:close/>
                  <a:moveTo>
                    <a:pt x="87333" y="87328"/>
                  </a:moveTo>
                  <a:lnTo>
                    <a:pt x="17711" y="87328"/>
                  </a:lnTo>
                  <a:lnTo>
                    <a:pt x="17711" y="16521"/>
                  </a:lnTo>
                  <a:lnTo>
                    <a:pt x="87333" y="16521"/>
                  </a:lnTo>
                  <a:lnTo>
                    <a:pt x="87333" y="87328"/>
                  </a:lnTo>
                  <a:close/>
                </a:path>
              </a:pathLst>
            </a:custGeom>
            <a:solidFill>
              <a:srgbClr val="2C5967"/>
            </a:solidFill>
            <a:ln w="6417" cap="flat">
              <a:noFill/>
              <a:prstDash val="solid"/>
              <a:miter/>
            </a:ln>
          </p:spPr>
          <p:txBody>
            <a:bodyPr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srgbClr val="7C8A98"/>
                </a:solidFill>
                <a:effectLst/>
                <a:uLnTx/>
                <a:uFillTx/>
                <a:latin typeface="Oracle Sans Tab"/>
                <a:ea typeface="+mn-ea"/>
                <a:cs typeface="+mn-cs"/>
              </a:endParaRPr>
            </a:p>
          </p:txBody>
        </p:sp>
        <p:sp>
          <p:nvSpPr>
            <p:cNvPr id="98" name="Freeform: Shape 145">
              <a:extLst>
                <a:ext uri="{FF2B5EF4-FFF2-40B4-BE49-F238E27FC236}">
                  <a16:creationId xmlns:a16="http://schemas.microsoft.com/office/drawing/2014/main" id="{2075062D-00F6-18DF-8D38-B4BE9DE0CF0D}"/>
                </a:ext>
              </a:extLst>
            </p:cNvPr>
            <p:cNvSpPr/>
            <p:nvPr/>
          </p:nvSpPr>
          <p:spPr>
            <a:xfrm>
              <a:off x="7537607" y="3219089"/>
              <a:ext cx="105043" cy="105029"/>
            </a:xfrm>
            <a:custGeom>
              <a:avLst/>
              <a:gdLst>
                <a:gd name="connsiteX0" fmla="*/ 105044 w 105043"/>
                <a:gd name="connsiteY0" fmla="*/ 0 h 105029"/>
                <a:gd name="connsiteX1" fmla="*/ 0 w 105043"/>
                <a:gd name="connsiteY1" fmla="*/ 0 h 105029"/>
                <a:gd name="connsiteX2" fmla="*/ 0 w 105043"/>
                <a:gd name="connsiteY2" fmla="*/ 105030 h 105029"/>
                <a:gd name="connsiteX3" fmla="*/ 105044 w 105043"/>
                <a:gd name="connsiteY3" fmla="*/ 105030 h 105029"/>
                <a:gd name="connsiteX4" fmla="*/ 105044 w 105043"/>
                <a:gd name="connsiteY4" fmla="*/ 0 h 105029"/>
                <a:gd name="connsiteX5" fmla="*/ 87333 w 105043"/>
                <a:gd name="connsiteY5" fmla="*/ 87328 h 105029"/>
                <a:gd name="connsiteX6" fmla="*/ 17711 w 105043"/>
                <a:gd name="connsiteY6" fmla="*/ 87328 h 105029"/>
                <a:gd name="connsiteX7" fmla="*/ 17711 w 105043"/>
                <a:gd name="connsiteY7" fmla="*/ 16521 h 105029"/>
                <a:gd name="connsiteX8" fmla="*/ 87333 w 105043"/>
                <a:gd name="connsiteY8" fmla="*/ 16521 h 105029"/>
                <a:gd name="connsiteX9" fmla="*/ 87333 w 105043"/>
                <a:gd name="connsiteY9" fmla="*/ 87328 h 105029"/>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Lst>
              <a:rect l="l" t="t" r="r" b="b"/>
              <a:pathLst>
                <a:path w="105043" h="105029">
                  <a:moveTo>
                    <a:pt x="105044" y="0"/>
                  </a:moveTo>
                  <a:lnTo>
                    <a:pt x="0" y="0"/>
                  </a:lnTo>
                  <a:lnTo>
                    <a:pt x="0" y="105030"/>
                  </a:lnTo>
                  <a:lnTo>
                    <a:pt x="105044" y="105030"/>
                  </a:lnTo>
                  <a:lnTo>
                    <a:pt x="105044" y="0"/>
                  </a:lnTo>
                  <a:close/>
                  <a:moveTo>
                    <a:pt x="87333" y="87328"/>
                  </a:moveTo>
                  <a:lnTo>
                    <a:pt x="17711" y="87328"/>
                  </a:lnTo>
                  <a:lnTo>
                    <a:pt x="17711" y="16521"/>
                  </a:lnTo>
                  <a:lnTo>
                    <a:pt x="87333" y="16521"/>
                  </a:lnTo>
                  <a:lnTo>
                    <a:pt x="87333" y="87328"/>
                  </a:lnTo>
                  <a:close/>
                </a:path>
              </a:pathLst>
            </a:custGeom>
            <a:solidFill>
              <a:srgbClr val="2C5967"/>
            </a:solidFill>
            <a:ln w="6417" cap="flat">
              <a:noFill/>
              <a:prstDash val="solid"/>
              <a:miter/>
            </a:ln>
          </p:spPr>
          <p:txBody>
            <a:bodyPr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srgbClr val="7C8A98"/>
                </a:solidFill>
                <a:effectLst/>
                <a:uLnTx/>
                <a:uFillTx/>
                <a:latin typeface="Oracle Sans Tab"/>
                <a:ea typeface="+mn-ea"/>
                <a:cs typeface="+mn-cs"/>
              </a:endParaRPr>
            </a:p>
          </p:txBody>
        </p:sp>
        <p:sp>
          <p:nvSpPr>
            <p:cNvPr id="99" name="Freeform: Shape 146">
              <a:extLst>
                <a:ext uri="{FF2B5EF4-FFF2-40B4-BE49-F238E27FC236}">
                  <a16:creationId xmlns:a16="http://schemas.microsoft.com/office/drawing/2014/main" id="{344878A1-53CD-15B6-371A-6194E12732E4}"/>
                </a:ext>
              </a:extLst>
            </p:cNvPr>
            <p:cNvSpPr/>
            <p:nvPr/>
          </p:nvSpPr>
          <p:spPr>
            <a:xfrm>
              <a:off x="7219011" y="3353620"/>
              <a:ext cx="231263" cy="153413"/>
            </a:xfrm>
            <a:custGeom>
              <a:avLst/>
              <a:gdLst>
                <a:gd name="connsiteX0" fmla="*/ 231263 w 231263"/>
                <a:gd name="connsiteY0" fmla="*/ 0 h 153413"/>
                <a:gd name="connsiteX1" fmla="*/ 100295 w 231263"/>
                <a:gd name="connsiteY1" fmla="*/ 0 h 153413"/>
                <a:gd name="connsiteX2" fmla="*/ 0 w 231263"/>
                <a:gd name="connsiteY2" fmla="*/ 0 h 153413"/>
                <a:gd name="connsiteX3" fmla="*/ 0 w 231263"/>
                <a:gd name="connsiteY3" fmla="*/ 153414 h 153413"/>
                <a:gd name="connsiteX4" fmla="*/ 36576 w 231263"/>
                <a:gd name="connsiteY4" fmla="*/ 153414 h 153413"/>
                <a:gd name="connsiteX5" fmla="*/ 231263 w 231263"/>
                <a:gd name="connsiteY5" fmla="*/ 153414 h 153413"/>
                <a:gd name="connsiteX6" fmla="*/ 231263 w 231263"/>
                <a:gd name="connsiteY6" fmla="*/ 0 h 153413"/>
                <a:gd name="connsiteX7" fmla="*/ 36576 w 231263"/>
                <a:gd name="connsiteY7" fmla="*/ 135710 h 153413"/>
                <a:gd name="connsiteX8" fmla="*/ 17711 w 231263"/>
                <a:gd name="connsiteY8" fmla="*/ 135710 h 153413"/>
                <a:gd name="connsiteX9" fmla="*/ 17711 w 231263"/>
                <a:gd name="connsiteY9" fmla="*/ 133355 h 153413"/>
                <a:gd name="connsiteX10" fmla="*/ 17711 w 231263"/>
                <a:gd name="connsiteY10" fmla="*/ 17704 h 153413"/>
                <a:gd name="connsiteX11" fmla="*/ 214772 w 231263"/>
                <a:gd name="connsiteY11" fmla="*/ 17704 h 153413"/>
                <a:gd name="connsiteX12" fmla="*/ 214772 w 231263"/>
                <a:gd name="connsiteY12" fmla="*/ 135710 h 153413"/>
                <a:gd name="connsiteX13" fmla="*/ 36576 w 231263"/>
                <a:gd name="connsiteY13" fmla="*/ 135710 h 153413"/>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Lst>
              <a:rect l="l" t="t" r="r" b="b"/>
              <a:pathLst>
                <a:path w="231263" h="153413">
                  <a:moveTo>
                    <a:pt x="231263" y="0"/>
                  </a:moveTo>
                  <a:lnTo>
                    <a:pt x="100295" y="0"/>
                  </a:lnTo>
                  <a:lnTo>
                    <a:pt x="0" y="0"/>
                  </a:lnTo>
                  <a:lnTo>
                    <a:pt x="0" y="153414"/>
                  </a:lnTo>
                  <a:lnTo>
                    <a:pt x="36576" y="153414"/>
                  </a:lnTo>
                  <a:lnTo>
                    <a:pt x="231263" y="153414"/>
                  </a:lnTo>
                  <a:lnTo>
                    <a:pt x="231263" y="0"/>
                  </a:lnTo>
                  <a:close/>
                  <a:moveTo>
                    <a:pt x="36576" y="135710"/>
                  </a:moveTo>
                  <a:lnTo>
                    <a:pt x="17711" y="135710"/>
                  </a:lnTo>
                  <a:lnTo>
                    <a:pt x="17711" y="133355"/>
                  </a:lnTo>
                  <a:lnTo>
                    <a:pt x="17711" y="17704"/>
                  </a:lnTo>
                  <a:lnTo>
                    <a:pt x="214772" y="17704"/>
                  </a:lnTo>
                  <a:lnTo>
                    <a:pt x="214772" y="135710"/>
                  </a:lnTo>
                  <a:lnTo>
                    <a:pt x="36576" y="135710"/>
                  </a:lnTo>
                  <a:close/>
                </a:path>
              </a:pathLst>
            </a:custGeom>
            <a:solidFill>
              <a:srgbClr val="2C5967"/>
            </a:solidFill>
            <a:ln w="6417" cap="flat">
              <a:noFill/>
              <a:prstDash val="solid"/>
              <a:miter/>
            </a:ln>
          </p:spPr>
          <p:txBody>
            <a:bodyPr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srgbClr val="7C8A98"/>
                </a:solidFill>
                <a:effectLst/>
                <a:uLnTx/>
                <a:uFillTx/>
                <a:latin typeface="Oracle Sans Tab"/>
                <a:ea typeface="+mn-ea"/>
                <a:cs typeface="+mn-cs"/>
              </a:endParaRPr>
            </a:p>
          </p:txBody>
        </p:sp>
        <p:sp>
          <p:nvSpPr>
            <p:cNvPr id="100" name="Freeform: Shape 147">
              <a:extLst>
                <a:ext uri="{FF2B5EF4-FFF2-40B4-BE49-F238E27FC236}">
                  <a16:creationId xmlns:a16="http://schemas.microsoft.com/office/drawing/2014/main" id="{B3B44461-945B-B7D3-D1F6-796DC22B2B56}"/>
                </a:ext>
              </a:extLst>
            </p:cNvPr>
            <p:cNvSpPr/>
            <p:nvPr/>
          </p:nvSpPr>
          <p:spPr>
            <a:xfrm>
              <a:off x="7256742" y="3400823"/>
              <a:ext cx="48383" cy="61364"/>
            </a:xfrm>
            <a:custGeom>
              <a:avLst/>
              <a:gdLst>
                <a:gd name="connsiteX0" fmla="*/ 28363 w 48383"/>
                <a:gd name="connsiteY0" fmla="*/ 61364 h 61364"/>
                <a:gd name="connsiteX1" fmla="*/ 48383 w 48383"/>
                <a:gd name="connsiteY1" fmla="*/ 57822 h 61364"/>
                <a:gd name="connsiteX2" fmla="*/ 48383 w 48383"/>
                <a:gd name="connsiteY2" fmla="*/ 29505 h 61364"/>
                <a:gd name="connsiteX3" fmla="*/ 27143 w 48383"/>
                <a:gd name="connsiteY3" fmla="*/ 29505 h 61364"/>
                <a:gd name="connsiteX4" fmla="*/ 27143 w 48383"/>
                <a:gd name="connsiteY4" fmla="*/ 35402 h 61364"/>
                <a:gd name="connsiteX5" fmla="*/ 36576 w 48383"/>
                <a:gd name="connsiteY5" fmla="*/ 38944 h 61364"/>
                <a:gd name="connsiteX6" fmla="*/ 36576 w 48383"/>
                <a:gd name="connsiteY6" fmla="*/ 50744 h 61364"/>
                <a:gd name="connsiteX7" fmla="*/ 29517 w 48383"/>
                <a:gd name="connsiteY7" fmla="*/ 50744 h 61364"/>
                <a:gd name="connsiteX8" fmla="*/ 16555 w 48383"/>
                <a:gd name="connsiteY8" fmla="*/ 46022 h 61364"/>
                <a:gd name="connsiteX9" fmla="*/ 11807 w 48383"/>
                <a:gd name="connsiteY9" fmla="*/ 30679 h 61364"/>
                <a:gd name="connsiteX10" fmla="*/ 16555 w 48383"/>
                <a:gd name="connsiteY10" fmla="*/ 16523 h 61364"/>
                <a:gd name="connsiteX11" fmla="*/ 30673 w 48383"/>
                <a:gd name="connsiteY11" fmla="*/ 11801 h 61364"/>
                <a:gd name="connsiteX12" fmla="*/ 36576 w 48383"/>
                <a:gd name="connsiteY12" fmla="*/ 11801 h 61364"/>
                <a:gd name="connsiteX13" fmla="*/ 43698 w 48383"/>
                <a:gd name="connsiteY13" fmla="*/ 14162 h 61364"/>
                <a:gd name="connsiteX14" fmla="*/ 43698 w 48383"/>
                <a:gd name="connsiteY14" fmla="*/ 3542 h 61364"/>
                <a:gd name="connsiteX15" fmla="*/ 36576 w 48383"/>
                <a:gd name="connsiteY15" fmla="*/ 1181 h 61364"/>
                <a:gd name="connsiteX16" fmla="*/ 30673 w 48383"/>
                <a:gd name="connsiteY16" fmla="*/ 0 h 61364"/>
                <a:gd name="connsiteX17" fmla="*/ 14181 w 48383"/>
                <a:gd name="connsiteY17" fmla="*/ 3542 h 61364"/>
                <a:gd name="connsiteX18" fmla="*/ 3529 w 48383"/>
                <a:gd name="connsiteY18" fmla="*/ 14162 h 61364"/>
                <a:gd name="connsiteX19" fmla="*/ 0 w 48383"/>
                <a:gd name="connsiteY19" fmla="*/ 30679 h 61364"/>
                <a:gd name="connsiteX20" fmla="*/ 7123 w 48383"/>
                <a:gd name="connsiteY20" fmla="*/ 54286 h 61364"/>
                <a:gd name="connsiteX21" fmla="*/ 28363 w 48383"/>
                <a:gd name="connsiteY21" fmla="*/ 61364 h 61364"/>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Lst>
              <a:rect l="l" t="t" r="r" b="b"/>
              <a:pathLst>
                <a:path w="48383" h="61364">
                  <a:moveTo>
                    <a:pt x="28363" y="61364"/>
                  </a:moveTo>
                  <a:cubicBezTo>
                    <a:pt x="35421" y="61364"/>
                    <a:pt x="42479" y="60184"/>
                    <a:pt x="48383" y="57822"/>
                  </a:cubicBezTo>
                  <a:lnTo>
                    <a:pt x="48383" y="29505"/>
                  </a:lnTo>
                  <a:lnTo>
                    <a:pt x="27143" y="29505"/>
                  </a:lnTo>
                  <a:lnTo>
                    <a:pt x="27143" y="35402"/>
                  </a:lnTo>
                  <a:lnTo>
                    <a:pt x="36576" y="38944"/>
                  </a:lnTo>
                  <a:lnTo>
                    <a:pt x="36576" y="50744"/>
                  </a:lnTo>
                  <a:cubicBezTo>
                    <a:pt x="34266" y="50744"/>
                    <a:pt x="31892" y="50744"/>
                    <a:pt x="29517" y="50744"/>
                  </a:cubicBezTo>
                  <a:cubicBezTo>
                    <a:pt x="23614" y="50744"/>
                    <a:pt x="18865" y="49564"/>
                    <a:pt x="16555" y="46022"/>
                  </a:cubicBezTo>
                  <a:cubicBezTo>
                    <a:pt x="14181" y="42486"/>
                    <a:pt x="11807" y="37763"/>
                    <a:pt x="11807" y="30679"/>
                  </a:cubicBezTo>
                  <a:cubicBezTo>
                    <a:pt x="11807" y="24782"/>
                    <a:pt x="12962" y="20059"/>
                    <a:pt x="16555" y="16523"/>
                  </a:cubicBezTo>
                  <a:cubicBezTo>
                    <a:pt x="20085" y="12981"/>
                    <a:pt x="24769" y="11801"/>
                    <a:pt x="30673" y="11801"/>
                  </a:cubicBezTo>
                  <a:cubicBezTo>
                    <a:pt x="33047" y="11801"/>
                    <a:pt x="35421" y="11801"/>
                    <a:pt x="36576" y="11801"/>
                  </a:cubicBezTo>
                  <a:cubicBezTo>
                    <a:pt x="38950" y="11801"/>
                    <a:pt x="41324" y="12981"/>
                    <a:pt x="43698" y="14162"/>
                  </a:cubicBezTo>
                  <a:lnTo>
                    <a:pt x="43698" y="3542"/>
                  </a:lnTo>
                  <a:cubicBezTo>
                    <a:pt x="41324" y="2361"/>
                    <a:pt x="38950" y="2361"/>
                    <a:pt x="36576" y="1181"/>
                  </a:cubicBezTo>
                  <a:cubicBezTo>
                    <a:pt x="35421" y="0"/>
                    <a:pt x="33047" y="0"/>
                    <a:pt x="30673" y="0"/>
                  </a:cubicBezTo>
                  <a:cubicBezTo>
                    <a:pt x="23614" y="0"/>
                    <a:pt x="18865" y="1181"/>
                    <a:pt x="14181" y="3542"/>
                  </a:cubicBezTo>
                  <a:cubicBezTo>
                    <a:pt x="9433" y="5897"/>
                    <a:pt x="5904" y="9439"/>
                    <a:pt x="3529" y="14162"/>
                  </a:cubicBezTo>
                  <a:cubicBezTo>
                    <a:pt x="1219" y="18878"/>
                    <a:pt x="0" y="23601"/>
                    <a:pt x="0" y="30679"/>
                  </a:cubicBezTo>
                  <a:cubicBezTo>
                    <a:pt x="0" y="41305"/>
                    <a:pt x="2374" y="48383"/>
                    <a:pt x="7123" y="54286"/>
                  </a:cubicBezTo>
                  <a:cubicBezTo>
                    <a:pt x="11807" y="59003"/>
                    <a:pt x="18865" y="61364"/>
                    <a:pt x="28363" y="61364"/>
                  </a:cubicBezTo>
                  <a:close/>
                </a:path>
              </a:pathLst>
            </a:custGeom>
            <a:solidFill>
              <a:srgbClr val="2C5967"/>
            </a:solidFill>
            <a:ln w="6417" cap="flat">
              <a:noFill/>
              <a:prstDash val="solid"/>
              <a:miter/>
            </a:ln>
          </p:spPr>
          <p:txBody>
            <a:bodyPr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srgbClr val="7C8A98"/>
                </a:solidFill>
                <a:effectLst/>
                <a:uLnTx/>
                <a:uFillTx/>
                <a:latin typeface="Oracle Sans Tab"/>
                <a:ea typeface="+mn-ea"/>
                <a:cs typeface="+mn-cs"/>
              </a:endParaRPr>
            </a:p>
          </p:txBody>
        </p:sp>
        <p:sp>
          <p:nvSpPr>
            <p:cNvPr id="101" name="Freeform: Shape 148">
              <a:extLst>
                <a:ext uri="{FF2B5EF4-FFF2-40B4-BE49-F238E27FC236}">
                  <a16:creationId xmlns:a16="http://schemas.microsoft.com/office/drawing/2014/main" id="{3D4C0905-4120-1AC8-5E8D-D61B946F64E4}"/>
                </a:ext>
              </a:extLst>
            </p:cNvPr>
            <p:cNvSpPr/>
            <p:nvPr/>
          </p:nvSpPr>
          <p:spPr>
            <a:xfrm>
              <a:off x="7314558" y="3402003"/>
              <a:ext cx="43698" cy="59002"/>
            </a:xfrm>
            <a:custGeom>
              <a:avLst/>
              <a:gdLst>
                <a:gd name="connsiteX0" fmla="*/ 0 w 43698"/>
                <a:gd name="connsiteY0" fmla="*/ 0 h 59002"/>
                <a:gd name="connsiteX1" fmla="*/ 0 w 43698"/>
                <a:gd name="connsiteY1" fmla="*/ 59003 h 59002"/>
                <a:gd name="connsiteX2" fmla="*/ 13026 w 43698"/>
                <a:gd name="connsiteY2" fmla="*/ 59003 h 59002"/>
                <a:gd name="connsiteX3" fmla="*/ 13026 w 43698"/>
                <a:gd name="connsiteY3" fmla="*/ 40124 h 59002"/>
                <a:gd name="connsiteX4" fmla="*/ 21239 w 43698"/>
                <a:gd name="connsiteY4" fmla="*/ 40124 h 59002"/>
                <a:gd name="connsiteX5" fmla="*/ 37795 w 43698"/>
                <a:gd name="connsiteY5" fmla="*/ 35402 h 59002"/>
                <a:gd name="connsiteX6" fmla="*/ 43698 w 43698"/>
                <a:gd name="connsiteY6" fmla="*/ 20059 h 59002"/>
                <a:gd name="connsiteX7" fmla="*/ 37795 w 43698"/>
                <a:gd name="connsiteY7" fmla="*/ 4723 h 59002"/>
                <a:gd name="connsiteX8" fmla="*/ 21239 w 43698"/>
                <a:gd name="connsiteY8" fmla="*/ 0 h 59002"/>
                <a:gd name="connsiteX9" fmla="*/ 0 w 43698"/>
                <a:gd name="connsiteY9" fmla="*/ 0 h 59002"/>
                <a:gd name="connsiteX10" fmla="*/ 18929 w 43698"/>
                <a:gd name="connsiteY10" fmla="*/ 10620 h 59002"/>
                <a:gd name="connsiteX11" fmla="*/ 28362 w 43698"/>
                <a:gd name="connsiteY11" fmla="*/ 12981 h 59002"/>
                <a:gd name="connsiteX12" fmla="*/ 30736 w 43698"/>
                <a:gd name="connsiteY12" fmla="*/ 20059 h 59002"/>
                <a:gd name="connsiteX13" fmla="*/ 28362 w 43698"/>
                <a:gd name="connsiteY13" fmla="*/ 27143 h 59002"/>
                <a:gd name="connsiteX14" fmla="*/ 18929 w 43698"/>
                <a:gd name="connsiteY14" fmla="*/ 29505 h 59002"/>
                <a:gd name="connsiteX15" fmla="*/ 13026 w 43698"/>
                <a:gd name="connsiteY15" fmla="*/ 29505 h 59002"/>
                <a:gd name="connsiteX16" fmla="*/ 13026 w 43698"/>
                <a:gd name="connsiteY16" fmla="*/ 10620 h 59002"/>
                <a:gd name="connsiteX17" fmla="*/ 18929 w 43698"/>
                <a:gd name="connsiteY17" fmla="*/ 10620 h 59002"/>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Lst>
              <a:rect l="l" t="t" r="r" b="b"/>
              <a:pathLst>
                <a:path w="43698" h="59002">
                  <a:moveTo>
                    <a:pt x="0" y="0"/>
                  </a:moveTo>
                  <a:lnTo>
                    <a:pt x="0" y="59003"/>
                  </a:lnTo>
                  <a:lnTo>
                    <a:pt x="13026" y="59003"/>
                  </a:lnTo>
                  <a:lnTo>
                    <a:pt x="13026" y="40124"/>
                  </a:lnTo>
                  <a:lnTo>
                    <a:pt x="21239" y="40124"/>
                  </a:lnTo>
                  <a:cubicBezTo>
                    <a:pt x="28362" y="40124"/>
                    <a:pt x="34266" y="38944"/>
                    <a:pt x="37795" y="35402"/>
                  </a:cubicBezTo>
                  <a:cubicBezTo>
                    <a:pt x="41324" y="31860"/>
                    <a:pt x="43698" y="27143"/>
                    <a:pt x="43698" y="20059"/>
                  </a:cubicBezTo>
                  <a:cubicBezTo>
                    <a:pt x="43698" y="12981"/>
                    <a:pt x="41324" y="8258"/>
                    <a:pt x="37795" y="4723"/>
                  </a:cubicBezTo>
                  <a:cubicBezTo>
                    <a:pt x="34266" y="1181"/>
                    <a:pt x="28362" y="0"/>
                    <a:pt x="21239" y="0"/>
                  </a:cubicBezTo>
                  <a:lnTo>
                    <a:pt x="0" y="0"/>
                  </a:lnTo>
                  <a:close/>
                  <a:moveTo>
                    <a:pt x="18929" y="10620"/>
                  </a:moveTo>
                  <a:cubicBezTo>
                    <a:pt x="23614" y="10620"/>
                    <a:pt x="25988" y="11801"/>
                    <a:pt x="28362" y="12981"/>
                  </a:cubicBezTo>
                  <a:cubicBezTo>
                    <a:pt x="30736" y="14162"/>
                    <a:pt x="30736" y="16523"/>
                    <a:pt x="30736" y="20059"/>
                  </a:cubicBezTo>
                  <a:cubicBezTo>
                    <a:pt x="30736" y="23601"/>
                    <a:pt x="29517" y="25963"/>
                    <a:pt x="28362" y="27143"/>
                  </a:cubicBezTo>
                  <a:cubicBezTo>
                    <a:pt x="25988" y="28324"/>
                    <a:pt x="23614" y="29505"/>
                    <a:pt x="18929" y="29505"/>
                  </a:cubicBezTo>
                  <a:lnTo>
                    <a:pt x="13026" y="29505"/>
                  </a:lnTo>
                  <a:lnTo>
                    <a:pt x="13026" y="10620"/>
                  </a:lnTo>
                  <a:lnTo>
                    <a:pt x="18929" y="10620"/>
                  </a:lnTo>
                  <a:close/>
                </a:path>
              </a:pathLst>
            </a:custGeom>
            <a:solidFill>
              <a:srgbClr val="2C5967"/>
            </a:solidFill>
            <a:ln w="6417" cap="flat">
              <a:noFill/>
              <a:prstDash val="solid"/>
              <a:miter/>
            </a:ln>
          </p:spPr>
          <p:txBody>
            <a:bodyPr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srgbClr val="7C8A98"/>
                </a:solidFill>
                <a:effectLst/>
                <a:uLnTx/>
                <a:uFillTx/>
                <a:latin typeface="Oracle Sans Tab"/>
                <a:ea typeface="+mn-ea"/>
                <a:cs typeface="+mn-cs"/>
              </a:endParaRPr>
            </a:p>
          </p:txBody>
        </p:sp>
        <p:sp>
          <p:nvSpPr>
            <p:cNvPr id="102" name="Freeform: Shape 149">
              <a:extLst>
                <a:ext uri="{FF2B5EF4-FFF2-40B4-BE49-F238E27FC236}">
                  <a16:creationId xmlns:a16="http://schemas.microsoft.com/office/drawing/2014/main" id="{D4B68834-911E-C4E6-40EC-41F6BDDCCB77}"/>
                </a:ext>
              </a:extLst>
            </p:cNvPr>
            <p:cNvSpPr/>
            <p:nvPr/>
          </p:nvSpPr>
          <p:spPr>
            <a:xfrm>
              <a:off x="7364160" y="3403184"/>
              <a:ext cx="49537" cy="60183"/>
            </a:xfrm>
            <a:custGeom>
              <a:avLst/>
              <a:gdLst>
                <a:gd name="connsiteX0" fmla="*/ 49538 w 49537"/>
                <a:gd name="connsiteY0" fmla="*/ 30685 h 60183"/>
                <a:gd name="connsiteX1" fmla="*/ 49538 w 49537"/>
                <a:gd name="connsiteY1" fmla="*/ 0 h 60183"/>
                <a:gd name="connsiteX2" fmla="*/ 36576 w 49537"/>
                <a:gd name="connsiteY2" fmla="*/ 0 h 60183"/>
                <a:gd name="connsiteX3" fmla="*/ 36576 w 49537"/>
                <a:gd name="connsiteY3" fmla="*/ 30685 h 60183"/>
                <a:gd name="connsiteX4" fmla="*/ 34201 w 49537"/>
                <a:gd name="connsiteY4" fmla="*/ 44847 h 60183"/>
                <a:gd name="connsiteX5" fmla="*/ 24769 w 49537"/>
                <a:gd name="connsiteY5" fmla="*/ 49564 h 60183"/>
                <a:gd name="connsiteX6" fmla="*/ 15336 w 49537"/>
                <a:gd name="connsiteY6" fmla="*/ 44847 h 60183"/>
                <a:gd name="connsiteX7" fmla="*/ 12962 w 49537"/>
                <a:gd name="connsiteY7" fmla="*/ 30685 h 60183"/>
                <a:gd name="connsiteX8" fmla="*/ 12962 w 49537"/>
                <a:gd name="connsiteY8" fmla="*/ 0 h 60183"/>
                <a:gd name="connsiteX9" fmla="*/ 0 w 49537"/>
                <a:gd name="connsiteY9" fmla="*/ 0 h 60183"/>
                <a:gd name="connsiteX10" fmla="*/ 0 w 49537"/>
                <a:gd name="connsiteY10" fmla="*/ 30685 h 60183"/>
                <a:gd name="connsiteX11" fmla="*/ 5904 w 49537"/>
                <a:gd name="connsiteY11" fmla="*/ 53106 h 60183"/>
                <a:gd name="connsiteX12" fmla="*/ 24769 w 49537"/>
                <a:gd name="connsiteY12" fmla="*/ 60184 h 60183"/>
                <a:gd name="connsiteX13" fmla="*/ 43635 w 49537"/>
                <a:gd name="connsiteY13" fmla="*/ 53106 h 60183"/>
                <a:gd name="connsiteX14" fmla="*/ 49538 w 49537"/>
                <a:gd name="connsiteY14" fmla="*/ 30685 h 60183"/>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Lst>
              <a:rect l="l" t="t" r="r" b="b"/>
              <a:pathLst>
                <a:path w="49537" h="60183">
                  <a:moveTo>
                    <a:pt x="49538" y="30685"/>
                  </a:moveTo>
                  <a:lnTo>
                    <a:pt x="49538" y="0"/>
                  </a:lnTo>
                  <a:lnTo>
                    <a:pt x="36576" y="0"/>
                  </a:lnTo>
                  <a:lnTo>
                    <a:pt x="36576" y="30685"/>
                  </a:lnTo>
                  <a:cubicBezTo>
                    <a:pt x="36576" y="36582"/>
                    <a:pt x="35357" y="41305"/>
                    <a:pt x="34201" y="44847"/>
                  </a:cubicBezTo>
                  <a:cubicBezTo>
                    <a:pt x="31827" y="47202"/>
                    <a:pt x="29517" y="49564"/>
                    <a:pt x="24769" y="49564"/>
                  </a:cubicBezTo>
                  <a:cubicBezTo>
                    <a:pt x="21239" y="49564"/>
                    <a:pt x="17711" y="48383"/>
                    <a:pt x="15336" y="44847"/>
                  </a:cubicBezTo>
                  <a:cubicBezTo>
                    <a:pt x="12962" y="42486"/>
                    <a:pt x="12962" y="37763"/>
                    <a:pt x="12962" y="30685"/>
                  </a:cubicBezTo>
                  <a:lnTo>
                    <a:pt x="12962" y="0"/>
                  </a:lnTo>
                  <a:lnTo>
                    <a:pt x="0" y="0"/>
                  </a:lnTo>
                  <a:lnTo>
                    <a:pt x="0" y="30685"/>
                  </a:lnTo>
                  <a:cubicBezTo>
                    <a:pt x="0" y="40125"/>
                    <a:pt x="2374" y="48383"/>
                    <a:pt x="5904" y="53106"/>
                  </a:cubicBezTo>
                  <a:cubicBezTo>
                    <a:pt x="9433" y="57829"/>
                    <a:pt x="16491" y="60184"/>
                    <a:pt x="24769" y="60184"/>
                  </a:cubicBezTo>
                  <a:cubicBezTo>
                    <a:pt x="33047" y="60184"/>
                    <a:pt x="38950" y="57829"/>
                    <a:pt x="43635" y="53106"/>
                  </a:cubicBezTo>
                  <a:cubicBezTo>
                    <a:pt x="47164" y="47202"/>
                    <a:pt x="49538" y="40125"/>
                    <a:pt x="49538" y="30685"/>
                  </a:cubicBezTo>
                  <a:close/>
                </a:path>
              </a:pathLst>
            </a:custGeom>
            <a:solidFill>
              <a:srgbClr val="2C5967"/>
            </a:solidFill>
            <a:ln w="6417" cap="flat">
              <a:noFill/>
              <a:prstDash val="solid"/>
              <a:miter/>
            </a:ln>
          </p:spPr>
          <p:txBody>
            <a:bodyPr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srgbClr val="7C8A98"/>
                </a:solidFill>
                <a:effectLst/>
                <a:uLnTx/>
                <a:uFillTx/>
                <a:latin typeface="Oracle Sans Tab"/>
                <a:ea typeface="+mn-ea"/>
                <a:cs typeface="+mn-cs"/>
              </a:endParaRPr>
            </a:p>
          </p:txBody>
        </p:sp>
      </p:grpSp>
      <p:grpSp>
        <p:nvGrpSpPr>
          <p:cNvPr id="72" name="Graphic 2">
            <a:extLst>
              <a:ext uri="{FF2B5EF4-FFF2-40B4-BE49-F238E27FC236}">
                <a16:creationId xmlns:a16="http://schemas.microsoft.com/office/drawing/2014/main" id="{E8FAB000-41BB-27E3-A07F-B2F0333C6F28}"/>
              </a:ext>
            </a:extLst>
          </p:cNvPr>
          <p:cNvGrpSpPr/>
          <p:nvPr/>
        </p:nvGrpSpPr>
        <p:grpSpPr>
          <a:xfrm>
            <a:off x="4834905" y="2395992"/>
            <a:ext cx="458969" cy="412529"/>
            <a:chOff x="7219011" y="3034990"/>
            <a:chExt cx="489733" cy="472043"/>
          </a:xfrm>
          <a:solidFill>
            <a:srgbClr val="2C5967"/>
          </a:solidFill>
        </p:grpSpPr>
        <p:sp>
          <p:nvSpPr>
            <p:cNvPr id="77" name="Freeform: Shape 29">
              <a:extLst>
                <a:ext uri="{FF2B5EF4-FFF2-40B4-BE49-F238E27FC236}">
                  <a16:creationId xmlns:a16="http://schemas.microsoft.com/office/drawing/2014/main" id="{AC100922-4592-8082-3698-E4FD27A91E92}"/>
                </a:ext>
              </a:extLst>
            </p:cNvPr>
            <p:cNvSpPr/>
            <p:nvPr/>
          </p:nvSpPr>
          <p:spPr>
            <a:xfrm>
              <a:off x="7236722" y="3034990"/>
              <a:ext cx="472022" cy="472043"/>
            </a:xfrm>
            <a:custGeom>
              <a:avLst/>
              <a:gdLst>
                <a:gd name="connsiteX0" fmla="*/ 451938 w 472022"/>
                <a:gd name="connsiteY0" fmla="*/ 0 h 472043"/>
                <a:gd name="connsiteX1" fmla="*/ 18865 w 472022"/>
                <a:gd name="connsiteY1" fmla="*/ 0 h 472043"/>
                <a:gd name="connsiteX2" fmla="*/ 0 w 472022"/>
                <a:gd name="connsiteY2" fmla="*/ 20062 h 472043"/>
                <a:gd name="connsiteX3" fmla="*/ 0 w 472022"/>
                <a:gd name="connsiteY3" fmla="*/ 306830 h 472043"/>
                <a:gd name="connsiteX4" fmla="*/ 17646 w 472022"/>
                <a:gd name="connsiteY4" fmla="*/ 306830 h 472043"/>
                <a:gd name="connsiteX5" fmla="*/ 17646 w 472022"/>
                <a:gd name="connsiteY5" fmla="*/ 20062 h 472043"/>
                <a:gd name="connsiteX6" fmla="*/ 18865 w 472022"/>
                <a:gd name="connsiteY6" fmla="*/ 17702 h 472043"/>
                <a:gd name="connsiteX7" fmla="*/ 451938 w 472022"/>
                <a:gd name="connsiteY7" fmla="*/ 17702 h 472043"/>
                <a:gd name="connsiteX8" fmla="*/ 454312 w 472022"/>
                <a:gd name="connsiteY8" fmla="*/ 20062 h 472043"/>
                <a:gd name="connsiteX9" fmla="*/ 454312 w 472022"/>
                <a:gd name="connsiteY9" fmla="*/ 453159 h 472043"/>
                <a:gd name="connsiteX10" fmla="*/ 451938 w 472022"/>
                <a:gd name="connsiteY10" fmla="*/ 455521 h 472043"/>
                <a:gd name="connsiteX11" fmla="*/ 226578 w 472022"/>
                <a:gd name="connsiteY11" fmla="*/ 455521 h 472043"/>
                <a:gd name="connsiteX12" fmla="*/ 226578 w 472022"/>
                <a:gd name="connsiteY12" fmla="*/ 472044 h 472043"/>
                <a:gd name="connsiteX13" fmla="*/ 451938 w 472022"/>
                <a:gd name="connsiteY13" fmla="*/ 472044 h 472043"/>
                <a:gd name="connsiteX14" fmla="*/ 472023 w 472022"/>
                <a:gd name="connsiteY14" fmla="*/ 451979 h 472043"/>
                <a:gd name="connsiteX15" fmla="*/ 472023 w 472022"/>
                <a:gd name="connsiteY15" fmla="*/ 20062 h 472043"/>
                <a:gd name="connsiteX16" fmla="*/ 451938 w 472022"/>
                <a:gd name="connsiteY16" fmla="*/ 0 h 472043"/>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Lst>
              <a:rect l="l" t="t" r="r" b="b"/>
              <a:pathLst>
                <a:path w="472022" h="472043">
                  <a:moveTo>
                    <a:pt x="451938" y="0"/>
                  </a:moveTo>
                  <a:lnTo>
                    <a:pt x="18865" y="0"/>
                  </a:lnTo>
                  <a:cubicBezTo>
                    <a:pt x="8214" y="0"/>
                    <a:pt x="0" y="8260"/>
                    <a:pt x="0" y="20062"/>
                  </a:cubicBezTo>
                  <a:lnTo>
                    <a:pt x="0" y="306830"/>
                  </a:lnTo>
                  <a:lnTo>
                    <a:pt x="17646" y="306830"/>
                  </a:lnTo>
                  <a:lnTo>
                    <a:pt x="17646" y="20062"/>
                  </a:lnTo>
                  <a:cubicBezTo>
                    <a:pt x="17646" y="18882"/>
                    <a:pt x="17646" y="17702"/>
                    <a:pt x="18865" y="17702"/>
                  </a:cubicBezTo>
                  <a:lnTo>
                    <a:pt x="451938" y="17702"/>
                  </a:lnTo>
                  <a:cubicBezTo>
                    <a:pt x="453157" y="17702"/>
                    <a:pt x="454312" y="18882"/>
                    <a:pt x="454312" y="20062"/>
                  </a:cubicBezTo>
                  <a:lnTo>
                    <a:pt x="454312" y="453159"/>
                  </a:lnTo>
                  <a:cubicBezTo>
                    <a:pt x="454312" y="454340"/>
                    <a:pt x="453157" y="455521"/>
                    <a:pt x="451938" y="455521"/>
                  </a:cubicBezTo>
                  <a:lnTo>
                    <a:pt x="226578" y="455521"/>
                  </a:lnTo>
                  <a:lnTo>
                    <a:pt x="226578" y="472044"/>
                  </a:lnTo>
                  <a:lnTo>
                    <a:pt x="451938" y="472044"/>
                  </a:lnTo>
                  <a:cubicBezTo>
                    <a:pt x="462590" y="472044"/>
                    <a:pt x="472023" y="463786"/>
                    <a:pt x="472023" y="451979"/>
                  </a:cubicBezTo>
                  <a:lnTo>
                    <a:pt x="472023" y="20062"/>
                  </a:lnTo>
                  <a:cubicBezTo>
                    <a:pt x="472023" y="8260"/>
                    <a:pt x="462590" y="0"/>
                    <a:pt x="451938" y="0"/>
                  </a:cubicBezTo>
                  <a:close/>
                </a:path>
              </a:pathLst>
            </a:custGeom>
            <a:solidFill>
              <a:srgbClr val="2C5967"/>
            </a:solidFill>
            <a:ln w="6417" cap="flat">
              <a:noFill/>
              <a:prstDash val="solid"/>
              <a:miter/>
            </a:ln>
          </p:spPr>
          <p:txBody>
            <a:bodyPr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srgbClr val="7C8A98"/>
                </a:solidFill>
                <a:effectLst/>
                <a:uLnTx/>
                <a:uFillTx/>
                <a:latin typeface="Oracle Sans Tab"/>
                <a:ea typeface="+mn-ea"/>
                <a:cs typeface="+mn-cs"/>
              </a:endParaRPr>
            </a:p>
          </p:txBody>
        </p:sp>
        <p:sp>
          <p:nvSpPr>
            <p:cNvPr id="78" name="Freeform: Shape 30">
              <a:extLst>
                <a:ext uri="{FF2B5EF4-FFF2-40B4-BE49-F238E27FC236}">
                  <a16:creationId xmlns:a16="http://schemas.microsoft.com/office/drawing/2014/main" id="{81EBB713-0CFF-1A22-010D-1CB8F4B4FF97}"/>
                </a:ext>
              </a:extLst>
            </p:cNvPr>
            <p:cNvSpPr/>
            <p:nvPr/>
          </p:nvSpPr>
          <p:spPr>
            <a:xfrm>
              <a:off x="7463300" y="3337097"/>
              <a:ext cx="181725" cy="103850"/>
            </a:xfrm>
            <a:custGeom>
              <a:avLst/>
              <a:gdLst>
                <a:gd name="connsiteX0" fmla="*/ 181725 w 181725"/>
                <a:gd name="connsiteY0" fmla="*/ 0 h 103850"/>
                <a:gd name="connsiteX1" fmla="*/ 0 w 181725"/>
                <a:gd name="connsiteY1" fmla="*/ 0 h 103850"/>
                <a:gd name="connsiteX2" fmla="*/ 0 w 181725"/>
                <a:gd name="connsiteY2" fmla="*/ 3542 h 103850"/>
                <a:gd name="connsiteX3" fmla="*/ 0 w 181725"/>
                <a:gd name="connsiteY3" fmla="*/ 12981 h 103850"/>
                <a:gd name="connsiteX4" fmla="*/ 0 w 181725"/>
                <a:gd name="connsiteY4" fmla="*/ 16523 h 103850"/>
                <a:gd name="connsiteX5" fmla="*/ 164015 w 181725"/>
                <a:gd name="connsiteY5" fmla="*/ 16523 h 103850"/>
                <a:gd name="connsiteX6" fmla="*/ 164015 w 181725"/>
                <a:gd name="connsiteY6" fmla="*/ 87327 h 103850"/>
                <a:gd name="connsiteX7" fmla="*/ 0 w 181725"/>
                <a:gd name="connsiteY7" fmla="*/ 87327 h 103850"/>
                <a:gd name="connsiteX8" fmla="*/ 0 w 181725"/>
                <a:gd name="connsiteY8" fmla="*/ 103850 h 103850"/>
                <a:gd name="connsiteX9" fmla="*/ 181725 w 181725"/>
                <a:gd name="connsiteY9" fmla="*/ 103850 h 103850"/>
                <a:gd name="connsiteX10" fmla="*/ 181725 w 181725"/>
                <a:gd name="connsiteY10" fmla="*/ 0 h 10385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Lst>
              <a:rect l="l" t="t" r="r" b="b"/>
              <a:pathLst>
                <a:path w="181725" h="103850">
                  <a:moveTo>
                    <a:pt x="181725" y="0"/>
                  </a:moveTo>
                  <a:lnTo>
                    <a:pt x="0" y="0"/>
                  </a:lnTo>
                  <a:lnTo>
                    <a:pt x="0" y="3542"/>
                  </a:lnTo>
                  <a:lnTo>
                    <a:pt x="0" y="12981"/>
                  </a:lnTo>
                  <a:lnTo>
                    <a:pt x="0" y="16523"/>
                  </a:lnTo>
                  <a:lnTo>
                    <a:pt x="164015" y="16523"/>
                  </a:lnTo>
                  <a:lnTo>
                    <a:pt x="164015" y="87327"/>
                  </a:lnTo>
                  <a:lnTo>
                    <a:pt x="0" y="87327"/>
                  </a:lnTo>
                  <a:lnTo>
                    <a:pt x="0" y="103850"/>
                  </a:lnTo>
                  <a:lnTo>
                    <a:pt x="181725" y="103850"/>
                  </a:lnTo>
                  <a:lnTo>
                    <a:pt x="181725" y="0"/>
                  </a:lnTo>
                  <a:close/>
                </a:path>
              </a:pathLst>
            </a:custGeom>
            <a:solidFill>
              <a:srgbClr val="2C5967"/>
            </a:solidFill>
            <a:ln w="6417" cap="flat">
              <a:noFill/>
              <a:prstDash val="solid"/>
              <a:miter/>
            </a:ln>
          </p:spPr>
          <p:txBody>
            <a:bodyPr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srgbClr val="7C8A98"/>
                </a:solidFill>
                <a:effectLst/>
                <a:uLnTx/>
                <a:uFillTx/>
                <a:latin typeface="Oracle Sans Tab"/>
                <a:ea typeface="+mn-ea"/>
                <a:cs typeface="+mn-cs"/>
              </a:endParaRPr>
            </a:p>
          </p:txBody>
        </p:sp>
        <p:sp>
          <p:nvSpPr>
            <p:cNvPr id="79" name="Freeform: Shape 1119">
              <a:extLst>
                <a:ext uri="{FF2B5EF4-FFF2-40B4-BE49-F238E27FC236}">
                  <a16:creationId xmlns:a16="http://schemas.microsoft.com/office/drawing/2014/main" id="{8B842F5F-DF51-A969-8D78-B8FD312DC6EC}"/>
                </a:ext>
              </a:extLst>
            </p:cNvPr>
            <p:cNvSpPr/>
            <p:nvPr/>
          </p:nvSpPr>
          <p:spPr>
            <a:xfrm>
              <a:off x="7575403" y="3376041"/>
              <a:ext cx="25923" cy="25962"/>
            </a:xfrm>
            <a:custGeom>
              <a:avLst/>
              <a:gdLst>
                <a:gd name="connsiteX0" fmla="*/ 12961 w 25923"/>
                <a:gd name="connsiteY0" fmla="*/ 25963 h 25962"/>
                <a:gd name="connsiteX1" fmla="*/ 25924 w 25923"/>
                <a:gd name="connsiteY1" fmla="*/ 12981 h 25962"/>
                <a:gd name="connsiteX2" fmla="*/ 12961 w 25923"/>
                <a:gd name="connsiteY2" fmla="*/ 0 h 25962"/>
                <a:gd name="connsiteX3" fmla="*/ 0 w 25923"/>
                <a:gd name="connsiteY3" fmla="*/ 12981 h 25962"/>
                <a:gd name="connsiteX4" fmla="*/ 12961 w 25923"/>
                <a:gd name="connsiteY4" fmla="*/ 25963 h 25962"/>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25923" h="25962">
                  <a:moveTo>
                    <a:pt x="12961" y="25963"/>
                  </a:moveTo>
                  <a:cubicBezTo>
                    <a:pt x="20148" y="25963"/>
                    <a:pt x="25924" y="20149"/>
                    <a:pt x="25924" y="12981"/>
                  </a:cubicBezTo>
                  <a:cubicBezTo>
                    <a:pt x="25924" y="5807"/>
                    <a:pt x="20148" y="0"/>
                    <a:pt x="12961" y="0"/>
                  </a:cubicBezTo>
                  <a:cubicBezTo>
                    <a:pt x="5775" y="0"/>
                    <a:pt x="0" y="5807"/>
                    <a:pt x="0" y="12981"/>
                  </a:cubicBezTo>
                  <a:cubicBezTo>
                    <a:pt x="0" y="20149"/>
                    <a:pt x="5775" y="25963"/>
                    <a:pt x="12961" y="25963"/>
                  </a:cubicBezTo>
                  <a:close/>
                </a:path>
              </a:pathLst>
            </a:custGeom>
            <a:solidFill>
              <a:srgbClr val="2C5967"/>
            </a:solidFill>
            <a:ln w="6417" cap="flat">
              <a:noFill/>
              <a:prstDash val="solid"/>
              <a:miter/>
            </a:ln>
          </p:spPr>
          <p:txBody>
            <a:bodyPr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srgbClr val="7C8A98"/>
                </a:solidFill>
                <a:effectLst/>
                <a:uLnTx/>
                <a:uFillTx/>
                <a:latin typeface="Oracle Sans Tab"/>
                <a:ea typeface="+mn-ea"/>
                <a:cs typeface="+mn-cs"/>
              </a:endParaRPr>
            </a:p>
          </p:txBody>
        </p:sp>
        <p:sp>
          <p:nvSpPr>
            <p:cNvPr id="80" name="Freeform: Shape 1120">
              <a:extLst>
                <a:ext uri="{FF2B5EF4-FFF2-40B4-BE49-F238E27FC236}">
                  <a16:creationId xmlns:a16="http://schemas.microsoft.com/office/drawing/2014/main" id="{D2883085-04A6-A604-0682-F7D1EA0A1C25}"/>
                </a:ext>
              </a:extLst>
            </p:cNvPr>
            <p:cNvSpPr/>
            <p:nvPr/>
          </p:nvSpPr>
          <p:spPr>
            <a:xfrm>
              <a:off x="7301596" y="3101076"/>
              <a:ext cx="105043" cy="105029"/>
            </a:xfrm>
            <a:custGeom>
              <a:avLst/>
              <a:gdLst>
                <a:gd name="connsiteX0" fmla="*/ 105044 w 105043"/>
                <a:gd name="connsiteY0" fmla="*/ 0 h 105029"/>
                <a:gd name="connsiteX1" fmla="*/ 0 w 105043"/>
                <a:gd name="connsiteY1" fmla="*/ 0 h 105029"/>
                <a:gd name="connsiteX2" fmla="*/ 0 w 105043"/>
                <a:gd name="connsiteY2" fmla="*/ 105030 h 105029"/>
                <a:gd name="connsiteX3" fmla="*/ 105044 w 105043"/>
                <a:gd name="connsiteY3" fmla="*/ 105030 h 105029"/>
                <a:gd name="connsiteX4" fmla="*/ 105044 w 105043"/>
                <a:gd name="connsiteY4" fmla="*/ 0 h 105029"/>
                <a:gd name="connsiteX5" fmla="*/ 87333 w 105043"/>
                <a:gd name="connsiteY5" fmla="*/ 87328 h 105029"/>
                <a:gd name="connsiteX6" fmla="*/ 17711 w 105043"/>
                <a:gd name="connsiteY6" fmla="*/ 87328 h 105029"/>
                <a:gd name="connsiteX7" fmla="*/ 17711 w 105043"/>
                <a:gd name="connsiteY7" fmla="*/ 16521 h 105029"/>
                <a:gd name="connsiteX8" fmla="*/ 87333 w 105043"/>
                <a:gd name="connsiteY8" fmla="*/ 16521 h 105029"/>
                <a:gd name="connsiteX9" fmla="*/ 87333 w 105043"/>
                <a:gd name="connsiteY9" fmla="*/ 87328 h 105029"/>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Lst>
              <a:rect l="l" t="t" r="r" b="b"/>
              <a:pathLst>
                <a:path w="105043" h="105029">
                  <a:moveTo>
                    <a:pt x="105044" y="0"/>
                  </a:moveTo>
                  <a:lnTo>
                    <a:pt x="0" y="0"/>
                  </a:lnTo>
                  <a:lnTo>
                    <a:pt x="0" y="105030"/>
                  </a:lnTo>
                  <a:lnTo>
                    <a:pt x="105044" y="105030"/>
                  </a:lnTo>
                  <a:lnTo>
                    <a:pt x="105044" y="0"/>
                  </a:lnTo>
                  <a:close/>
                  <a:moveTo>
                    <a:pt x="87333" y="87328"/>
                  </a:moveTo>
                  <a:lnTo>
                    <a:pt x="17711" y="87328"/>
                  </a:lnTo>
                  <a:lnTo>
                    <a:pt x="17711" y="16521"/>
                  </a:lnTo>
                  <a:lnTo>
                    <a:pt x="87333" y="16521"/>
                  </a:lnTo>
                  <a:lnTo>
                    <a:pt x="87333" y="87328"/>
                  </a:lnTo>
                  <a:close/>
                </a:path>
              </a:pathLst>
            </a:custGeom>
            <a:solidFill>
              <a:srgbClr val="2C5967"/>
            </a:solidFill>
            <a:ln w="6417" cap="flat">
              <a:noFill/>
              <a:prstDash val="solid"/>
              <a:miter/>
            </a:ln>
          </p:spPr>
          <p:txBody>
            <a:bodyPr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srgbClr val="7C8A98"/>
                </a:solidFill>
                <a:effectLst/>
                <a:uLnTx/>
                <a:uFillTx/>
                <a:latin typeface="Oracle Sans Tab"/>
                <a:ea typeface="+mn-ea"/>
                <a:cs typeface="+mn-cs"/>
              </a:endParaRPr>
            </a:p>
          </p:txBody>
        </p:sp>
        <p:sp>
          <p:nvSpPr>
            <p:cNvPr id="81" name="Freeform: Shape 1121">
              <a:extLst>
                <a:ext uri="{FF2B5EF4-FFF2-40B4-BE49-F238E27FC236}">
                  <a16:creationId xmlns:a16="http://schemas.microsoft.com/office/drawing/2014/main" id="{E75E4EE9-25B3-61A7-EBC8-462CBAB65C8E}"/>
                </a:ext>
              </a:extLst>
            </p:cNvPr>
            <p:cNvSpPr/>
            <p:nvPr/>
          </p:nvSpPr>
          <p:spPr>
            <a:xfrm>
              <a:off x="7419602" y="3101076"/>
              <a:ext cx="105043" cy="105029"/>
            </a:xfrm>
            <a:custGeom>
              <a:avLst/>
              <a:gdLst>
                <a:gd name="connsiteX0" fmla="*/ 105044 w 105043"/>
                <a:gd name="connsiteY0" fmla="*/ 0 h 105029"/>
                <a:gd name="connsiteX1" fmla="*/ 0 w 105043"/>
                <a:gd name="connsiteY1" fmla="*/ 0 h 105029"/>
                <a:gd name="connsiteX2" fmla="*/ 0 w 105043"/>
                <a:gd name="connsiteY2" fmla="*/ 105030 h 105029"/>
                <a:gd name="connsiteX3" fmla="*/ 105044 w 105043"/>
                <a:gd name="connsiteY3" fmla="*/ 105030 h 105029"/>
                <a:gd name="connsiteX4" fmla="*/ 105044 w 105043"/>
                <a:gd name="connsiteY4" fmla="*/ 0 h 105029"/>
                <a:gd name="connsiteX5" fmla="*/ 87333 w 105043"/>
                <a:gd name="connsiteY5" fmla="*/ 87328 h 105029"/>
                <a:gd name="connsiteX6" fmla="*/ 17711 w 105043"/>
                <a:gd name="connsiteY6" fmla="*/ 87328 h 105029"/>
                <a:gd name="connsiteX7" fmla="*/ 17711 w 105043"/>
                <a:gd name="connsiteY7" fmla="*/ 16521 h 105029"/>
                <a:gd name="connsiteX8" fmla="*/ 87333 w 105043"/>
                <a:gd name="connsiteY8" fmla="*/ 16521 h 105029"/>
                <a:gd name="connsiteX9" fmla="*/ 87333 w 105043"/>
                <a:gd name="connsiteY9" fmla="*/ 87328 h 105029"/>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Lst>
              <a:rect l="l" t="t" r="r" b="b"/>
              <a:pathLst>
                <a:path w="105043" h="105029">
                  <a:moveTo>
                    <a:pt x="105044" y="0"/>
                  </a:moveTo>
                  <a:lnTo>
                    <a:pt x="0" y="0"/>
                  </a:lnTo>
                  <a:lnTo>
                    <a:pt x="0" y="105030"/>
                  </a:lnTo>
                  <a:lnTo>
                    <a:pt x="105044" y="105030"/>
                  </a:lnTo>
                  <a:lnTo>
                    <a:pt x="105044" y="0"/>
                  </a:lnTo>
                  <a:close/>
                  <a:moveTo>
                    <a:pt x="87333" y="87328"/>
                  </a:moveTo>
                  <a:lnTo>
                    <a:pt x="17711" y="87328"/>
                  </a:lnTo>
                  <a:lnTo>
                    <a:pt x="17711" y="16521"/>
                  </a:lnTo>
                  <a:lnTo>
                    <a:pt x="87333" y="16521"/>
                  </a:lnTo>
                  <a:lnTo>
                    <a:pt x="87333" y="87328"/>
                  </a:lnTo>
                  <a:close/>
                </a:path>
              </a:pathLst>
            </a:custGeom>
            <a:solidFill>
              <a:srgbClr val="2C5967"/>
            </a:solidFill>
            <a:ln w="6417" cap="flat">
              <a:noFill/>
              <a:prstDash val="solid"/>
              <a:miter/>
            </a:ln>
          </p:spPr>
          <p:txBody>
            <a:bodyPr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srgbClr val="7C8A98"/>
                </a:solidFill>
                <a:effectLst/>
                <a:uLnTx/>
                <a:uFillTx/>
                <a:latin typeface="Oracle Sans Tab"/>
                <a:ea typeface="+mn-ea"/>
                <a:cs typeface="+mn-cs"/>
              </a:endParaRPr>
            </a:p>
          </p:txBody>
        </p:sp>
        <p:sp>
          <p:nvSpPr>
            <p:cNvPr id="82" name="Freeform: Shape 1122">
              <a:extLst>
                <a:ext uri="{FF2B5EF4-FFF2-40B4-BE49-F238E27FC236}">
                  <a16:creationId xmlns:a16="http://schemas.microsoft.com/office/drawing/2014/main" id="{1B77296C-D5FF-EF43-2AFC-522BDF9FAF5D}"/>
                </a:ext>
              </a:extLst>
            </p:cNvPr>
            <p:cNvSpPr/>
            <p:nvPr/>
          </p:nvSpPr>
          <p:spPr>
            <a:xfrm>
              <a:off x="7301596" y="3219089"/>
              <a:ext cx="105043" cy="105029"/>
            </a:xfrm>
            <a:custGeom>
              <a:avLst/>
              <a:gdLst>
                <a:gd name="connsiteX0" fmla="*/ 105044 w 105043"/>
                <a:gd name="connsiteY0" fmla="*/ 0 h 105029"/>
                <a:gd name="connsiteX1" fmla="*/ 0 w 105043"/>
                <a:gd name="connsiteY1" fmla="*/ 0 h 105029"/>
                <a:gd name="connsiteX2" fmla="*/ 0 w 105043"/>
                <a:gd name="connsiteY2" fmla="*/ 105030 h 105029"/>
                <a:gd name="connsiteX3" fmla="*/ 105044 w 105043"/>
                <a:gd name="connsiteY3" fmla="*/ 105030 h 105029"/>
                <a:gd name="connsiteX4" fmla="*/ 105044 w 105043"/>
                <a:gd name="connsiteY4" fmla="*/ 0 h 105029"/>
                <a:gd name="connsiteX5" fmla="*/ 87333 w 105043"/>
                <a:gd name="connsiteY5" fmla="*/ 87328 h 105029"/>
                <a:gd name="connsiteX6" fmla="*/ 17711 w 105043"/>
                <a:gd name="connsiteY6" fmla="*/ 87328 h 105029"/>
                <a:gd name="connsiteX7" fmla="*/ 17711 w 105043"/>
                <a:gd name="connsiteY7" fmla="*/ 16521 h 105029"/>
                <a:gd name="connsiteX8" fmla="*/ 87333 w 105043"/>
                <a:gd name="connsiteY8" fmla="*/ 16521 h 105029"/>
                <a:gd name="connsiteX9" fmla="*/ 87333 w 105043"/>
                <a:gd name="connsiteY9" fmla="*/ 87328 h 105029"/>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Lst>
              <a:rect l="l" t="t" r="r" b="b"/>
              <a:pathLst>
                <a:path w="105043" h="105029">
                  <a:moveTo>
                    <a:pt x="105044" y="0"/>
                  </a:moveTo>
                  <a:lnTo>
                    <a:pt x="0" y="0"/>
                  </a:lnTo>
                  <a:lnTo>
                    <a:pt x="0" y="105030"/>
                  </a:lnTo>
                  <a:lnTo>
                    <a:pt x="105044" y="105030"/>
                  </a:lnTo>
                  <a:lnTo>
                    <a:pt x="105044" y="0"/>
                  </a:lnTo>
                  <a:close/>
                  <a:moveTo>
                    <a:pt x="87333" y="87328"/>
                  </a:moveTo>
                  <a:lnTo>
                    <a:pt x="17711" y="87328"/>
                  </a:lnTo>
                  <a:lnTo>
                    <a:pt x="17711" y="16521"/>
                  </a:lnTo>
                  <a:lnTo>
                    <a:pt x="87333" y="16521"/>
                  </a:lnTo>
                  <a:lnTo>
                    <a:pt x="87333" y="87328"/>
                  </a:lnTo>
                  <a:close/>
                </a:path>
              </a:pathLst>
            </a:custGeom>
            <a:solidFill>
              <a:srgbClr val="2C5967"/>
            </a:solidFill>
            <a:ln w="6417" cap="flat">
              <a:noFill/>
              <a:prstDash val="solid"/>
              <a:miter/>
            </a:ln>
          </p:spPr>
          <p:txBody>
            <a:bodyPr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srgbClr val="7C8A98"/>
                </a:solidFill>
                <a:effectLst/>
                <a:uLnTx/>
                <a:uFillTx/>
                <a:latin typeface="Oracle Sans Tab"/>
                <a:ea typeface="+mn-ea"/>
                <a:cs typeface="+mn-cs"/>
              </a:endParaRPr>
            </a:p>
          </p:txBody>
        </p:sp>
        <p:sp>
          <p:nvSpPr>
            <p:cNvPr id="83" name="Freeform: Shape 1123">
              <a:extLst>
                <a:ext uri="{FF2B5EF4-FFF2-40B4-BE49-F238E27FC236}">
                  <a16:creationId xmlns:a16="http://schemas.microsoft.com/office/drawing/2014/main" id="{3D0CAF67-9364-C36C-5194-E9785A63BCC0}"/>
                </a:ext>
              </a:extLst>
            </p:cNvPr>
            <p:cNvSpPr/>
            <p:nvPr/>
          </p:nvSpPr>
          <p:spPr>
            <a:xfrm>
              <a:off x="7419602" y="3219089"/>
              <a:ext cx="105043" cy="105029"/>
            </a:xfrm>
            <a:custGeom>
              <a:avLst/>
              <a:gdLst>
                <a:gd name="connsiteX0" fmla="*/ 105044 w 105043"/>
                <a:gd name="connsiteY0" fmla="*/ 0 h 105029"/>
                <a:gd name="connsiteX1" fmla="*/ 0 w 105043"/>
                <a:gd name="connsiteY1" fmla="*/ 0 h 105029"/>
                <a:gd name="connsiteX2" fmla="*/ 0 w 105043"/>
                <a:gd name="connsiteY2" fmla="*/ 105030 h 105029"/>
                <a:gd name="connsiteX3" fmla="*/ 105044 w 105043"/>
                <a:gd name="connsiteY3" fmla="*/ 105030 h 105029"/>
                <a:gd name="connsiteX4" fmla="*/ 105044 w 105043"/>
                <a:gd name="connsiteY4" fmla="*/ 0 h 105029"/>
                <a:gd name="connsiteX5" fmla="*/ 87333 w 105043"/>
                <a:gd name="connsiteY5" fmla="*/ 87328 h 105029"/>
                <a:gd name="connsiteX6" fmla="*/ 17711 w 105043"/>
                <a:gd name="connsiteY6" fmla="*/ 87328 h 105029"/>
                <a:gd name="connsiteX7" fmla="*/ 17711 w 105043"/>
                <a:gd name="connsiteY7" fmla="*/ 16521 h 105029"/>
                <a:gd name="connsiteX8" fmla="*/ 87333 w 105043"/>
                <a:gd name="connsiteY8" fmla="*/ 16521 h 105029"/>
                <a:gd name="connsiteX9" fmla="*/ 87333 w 105043"/>
                <a:gd name="connsiteY9" fmla="*/ 87328 h 105029"/>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Lst>
              <a:rect l="l" t="t" r="r" b="b"/>
              <a:pathLst>
                <a:path w="105043" h="105029">
                  <a:moveTo>
                    <a:pt x="105044" y="0"/>
                  </a:moveTo>
                  <a:lnTo>
                    <a:pt x="0" y="0"/>
                  </a:lnTo>
                  <a:lnTo>
                    <a:pt x="0" y="105030"/>
                  </a:lnTo>
                  <a:lnTo>
                    <a:pt x="105044" y="105030"/>
                  </a:lnTo>
                  <a:lnTo>
                    <a:pt x="105044" y="0"/>
                  </a:lnTo>
                  <a:close/>
                  <a:moveTo>
                    <a:pt x="87333" y="87328"/>
                  </a:moveTo>
                  <a:lnTo>
                    <a:pt x="17711" y="87328"/>
                  </a:lnTo>
                  <a:lnTo>
                    <a:pt x="17711" y="16521"/>
                  </a:lnTo>
                  <a:lnTo>
                    <a:pt x="87333" y="16521"/>
                  </a:lnTo>
                  <a:lnTo>
                    <a:pt x="87333" y="87328"/>
                  </a:lnTo>
                  <a:close/>
                </a:path>
              </a:pathLst>
            </a:custGeom>
            <a:solidFill>
              <a:srgbClr val="2C5967"/>
            </a:solidFill>
            <a:ln w="6417" cap="flat">
              <a:noFill/>
              <a:prstDash val="solid"/>
              <a:miter/>
            </a:ln>
          </p:spPr>
          <p:txBody>
            <a:bodyPr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srgbClr val="7C8A98"/>
                </a:solidFill>
                <a:effectLst/>
                <a:uLnTx/>
                <a:uFillTx/>
                <a:latin typeface="Oracle Sans Tab"/>
                <a:ea typeface="+mn-ea"/>
                <a:cs typeface="+mn-cs"/>
              </a:endParaRPr>
            </a:p>
          </p:txBody>
        </p:sp>
        <p:sp>
          <p:nvSpPr>
            <p:cNvPr id="84" name="Freeform: Shape 1140">
              <a:extLst>
                <a:ext uri="{FF2B5EF4-FFF2-40B4-BE49-F238E27FC236}">
                  <a16:creationId xmlns:a16="http://schemas.microsoft.com/office/drawing/2014/main" id="{33499AC8-B795-3153-12A7-9F1FFCD63DA8}"/>
                </a:ext>
              </a:extLst>
            </p:cNvPr>
            <p:cNvSpPr/>
            <p:nvPr/>
          </p:nvSpPr>
          <p:spPr>
            <a:xfrm>
              <a:off x="7537607" y="3101076"/>
              <a:ext cx="105043" cy="105029"/>
            </a:xfrm>
            <a:custGeom>
              <a:avLst/>
              <a:gdLst>
                <a:gd name="connsiteX0" fmla="*/ 105044 w 105043"/>
                <a:gd name="connsiteY0" fmla="*/ 0 h 105029"/>
                <a:gd name="connsiteX1" fmla="*/ 0 w 105043"/>
                <a:gd name="connsiteY1" fmla="*/ 0 h 105029"/>
                <a:gd name="connsiteX2" fmla="*/ 0 w 105043"/>
                <a:gd name="connsiteY2" fmla="*/ 105030 h 105029"/>
                <a:gd name="connsiteX3" fmla="*/ 105044 w 105043"/>
                <a:gd name="connsiteY3" fmla="*/ 105030 h 105029"/>
                <a:gd name="connsiteX4" fmla="*/ 105044 w 105043"/>
                <a:gd name="connsiteY4" fmla="*/ 0 h 105029"/>
                <a:gd name="connsiteX5" fmla="*/ 87333 w 105043"/>
                <a:gd name="connsiteY5" fmla="*/ 87328 h 105029"/>
                <a:gd name="connsiteX6" fmla="*/ 17711 w 105043"/>
                <a:gd name="connsiteY6" fmla="*/ 87328 h 105029"/>
                <a:gd name="connsiteX7" fmla="*/ 17711 w 105043"/>
                <a:gd name="connsiteY7" fmla="*/ 16521 h 105029"/>
                <a:gd name="connsiteX8" fmla="*/ 87333 w 105043"/>
                <a:gd name="connsiteY8" fmla="*/ 16521 h 105029"/>
                <a:gd name="connsiteX9" fmla="*/ 87333 w 105043"/>
                <a:gd name="connsiteY9" fmla="*/ 87328 h 105029"/>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Lst>
              <a:rect l="l" t="t" r="r" b="b"/>
              <a:pathLst>
                <a:path w="105043" h="105029">
                  <a:moveTo>
                    <a:pt x="105044" y="0"/>
                  </a:moveTo>
                  <a:lnTo>
                    <a:pt x="0" y="0"/>
                  </a:lnTo>
                  <a:lnTo>
                    <a:pt x="0" y="105030"/>
                  </a:lnTo>
                  <a:lnTo>
                    <a:pt x="105044" y="105030"/>
                  </a:lnTo>
                  <a:lnTo>
                    <a:pt x="105044" y="0"/>
                  </a:lnTo>
                  <a:close/>
                  <a:moveTo>
                    <a:pt x="87333" y="87328"/>
                  </a:moveTo>
                  <a:lnTo>
                    <a:pt x="17711" y="87328"/>
                  </a:lnTo>
                  <a:lnTo>
                    <a:pt x="17711" y="16521"/>
                  </a:lnTo>
                  <a:lnTo>
                    <a:pt x="87333" y="16521"/>
                  </a:lnTo>
                  <a:lnTo>
                    <a:pt x="87333" y="87328"/>
                  </a:lnTo>
                  <a:close/>
                </a:path>
              </a:pathLst>
            </a:custGeom>
            <a:solidFill>
              <a:srgbClr val="2C5967"/>
            </a:solidFill>
            <a:ln w="6417" cap="flat">
              <a:noFill/>
              <a:prstDash val="solid"/>
              <a:miter/>
            </a:ln>
          </p:spPr>
          <p:txBody>
            <a:bodyPr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srgbClr val="7C8A98"/>
                </a:solidFill>
                <a:effectLst/>
                <a:uLnTx/>
                <a:uFillTx/>
                <a:latin typeface="Oracle Sans Tab"/>
                <a:ea typeface="+mn-ea"/>
                <a:cs typeface="+mn-cs"/>
              </a:endParaRPr>
            </a:p>
          </p:txBody>
        </p:sp>
        <p:sp>
          <p:nvSpPr>
            <p:cNvPr id="85" name="Freeform: Shape 1141">
              <a:extLst>
                <a:ext uri="{FF2B5EF4-FFF2-40B4-BE49-F238E27FC236}">
                  <a16:creationId xmlns:a16="http://schemas.microsoft.com/office/drawing/2014/main" id="{2DAEDDFB-6F8D-84C2-7B4E-ED4B142272B7}"/>
                </a:ext>
              </a:extLst>
            </p:cNvPr>
            <p:cNvSpPr/>
            <p:nvPr/>
          </p:nvSpPr>
          <p:spPr>
            <a:xfrm>
              <a:off x="7537607" y="3219089"/>
              <a:ext cx="105043" cy="105029"/>
            </a:xfrm>
            <a:custGeom>
              <a:avLst/>
              <a:gdLst>
                <a:gd name="connsiteX0" fmla="*/ 105044 w 105043"/>
                <a:gd name="connsiteY0" fmla="*/ 0 h 105029"/>
                <a:gd name="connsiteX1" fmla="*/ 0 w 105043"/>
                <a:gd name="connsiteY1" fmla="*/ 0 h 105029"/>
                <a:gd name="connsiteX2" fmla="*/ 0 w 105043"/>
                <a:gd name="connsiteY2" fmla="*/ 105030 h 105029"/>
                <a:gd name="connsiteX3" fmla="*/ 105044 w 105043"/>
                <a:gd name="connsiteY3" fmla="*/ 105030 h 105029"/>
                <a:gd name="connsiteX4" fmla="*/ 105044 w 105043"/>
                <a:gd name="connsiteY4" fmla="*/ 0 h 105029"/>
                <a:gd name="connsiteX5" fmla="*/ 87333 w 105043"/>
                <a:gd name="connsiteY5" fmla="*/ 87328 h 105029"/>
                <a:gd name="connsiteX6" fmla="*/ 17711 w 105043"/>
                <a:gd name="connsiteY6" fmla="*/ 87328 h 105029"/>
                <a:gd name="connsiteX7" fmla="*/ 17711 w 105043"/>
                <a:gd name="connsiteY7" fmla="*/ 16521 h 105029"/>
                <a:gd name="connsiteX8" fmla="*/ 87333 w 105043"/>
                <a:gd name="connsiteY8" fmla="*/ 16521 h 105029"/>
                <a:gd name="connsiteX9" fmla="*/ 87333 w 105043"/>
                <a:gd name="connsiteY9" fmla="*/ 87328 h 105029"/>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Lst>
              <a:rect l="l" t="t" r="r" b="b"/>
              <a:pathLst>
                <a:path w="105043" h="105029">
                  <a:moveTo>
                    <a:pt x="105044" y="0"/>
                  </a:moveTo>
                  <a:lnTo>
                    <a:pt x="0" y="0"/>
                  </a:lnTo>
                  <a:lnTo>
                    <a:pt x="0" y="105030"/>
                  </a:lnTo>
                  <a:lnTo>
                    <a:pt x="105044" y="105030"/>
                  </a:lnTo>
                  <a:lnTo>
                    <a:pt x="105044" y="0"/>
                  </a:lnTo>
                  <a:close/>
                  <a:moveTo>
                    <a:pt x="87333" y="87328"/>
                  </a:moveTo>
                  <a:lnTo>
                    <a:pt x="17711" y="87328"/>
                  </a:lnTo>
                  <a:lnTo>
                    <a:pt x="17711" y="16521"/>
                  </a:lnTo>
                  <a:lnTo>
                    <a:pt x="87333" y="16521"/>
                  </a:lnTo>
                  <a:lnTo>
                    <a:pt x="87333" y="87328"/>
                  </a:lnTo>
                  <a:close/>
                </a:path>
              </a:pathLst>
            </a:custGeom>
            <a:solidFill>
              <a:srgbClr val="2C5967"/>
            </a:solidFill>
            <a:ln w="6417" cap="flat">
              <a:noFill/>
              <a:prstDash val="solid"/>
              <a:miter/>
            </a:ln>
          </p:spPr>
          <p:txBody>
            <a:bodyPr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srgbClr val="7C8A98"/>
                </a:solidFill>
                <a:effectLst/>
                <a:uLnTx/>
                <a:uFillTx/>
                <a:latin typeface="Oracle Sans Tab"/>
                <a:ea typeface="+mn-ea"/>
                <a:cs typeface="+mn-cs"/>
              </a:endParaRPr>
            </a:p>
          </p:txBody>
        </p:sp>
        <p:sp>
          <p:nvSpPr>
            <p:cNvPr id="86" name="Freeform: Shape 1143">
              <a:extLst>
                <a:ext uri="{FF2B5EF4-FFF2-40B4-BE49-F238E27FC236}">
                  <a16:creationId xmlns:a16="http://schemas.microsoft.com/office/drawing/2014/main" id="{D2BAFC08-9DD3-AC48-F10A-13DBDC99BB2A}"/>
                </a:ext>
              </a:extLst>
            </p:cNvPr>
            <p:cNvSpPr/>
            <p:nvPr/>
          </p:nvSpPr>
          <p:spPr>
            <a:xfrm>
              <a:off x="7219011" y="3353620"/>
              <a:ext cx="231263" cy="153413"/>
            </a:xfrm>
            <a:custGeom>
              <a:avLst/>
              <a:gdLst>
                <a:gd name="connsiteX0" fmla="*/ 231263 w 231263"/>
                <a:gd name="connsiteY0" fmla="*/ 0 h 153413"/>
                <a:gd name="connsiteX1" fmla="*/ 100295 w 231263"/>
                <a:gd name="connsiteY1" fmla="*/ 0 h 153413"/>
                <a:gd name="connsiteX2" fmla="*/ 0 w 231263"/>
                <a:gd name="connsiteY2" fmla="*/ 0 h 153413"/>
                <a:gd name="connsiteX3" fmla="*/ 0 w 231263"/>
                <a:gd name="connsiteY3" fmla="*/ 153414 h 153413"/>
                <a:gd name="connsiteX4" fmla="*/ 36576 w 231263"/>
                <a:gd name="connsiteY4" fmla="*/ 153414 h 153413"/>
                <a:gd name="connsiteX5" fmla="*/ 231263 w 231263"/>
                <a:gd name="connsiteY5" fmla="*/ 153414 h 153413"/>
                <a:gd name="connsiteX6" fmla="*/ 231263 w 231263"/>
                <a:gd name="connsiteY6" fmla="*/ 0 h 153413"/>
                <a:gd name="connsiteX7" fmla="*/ 36576 w 231263"/>
                <a:gd name="connsiteY7" fmla="*/ 135710 h 153413"/>
                <a:gd name="connsiteX8" fmla="*/ 17711 w 231263"/>
                <a:gd name="connsiteY8" fmla="*/ 135710 h 153413"/>
                <a:gd name="connsiteX9" fmla="*/ 17711 w 231263"/>
                <a:gd name="connsiteY9" fmla="*/ 133355 h 153413"/>
                <a:gd name="connsiteX10" fmla="*/ 17711 w 231263"/>
                <a:gd name="connsiteY10" fmla="*/ 17704 h 153413"/>
                <a:gd name="connsiteX11" fmla="*/ 214772 w 231263"/>
                <a:gd name="connsiteY11" fmla="*/ 17704 h 153413"/>
                <a:gd name="connsiteX12" fmla="*/ 214772 w 231263"/>
                <a:gd name="connsiteY12" fmla="*/ 135710 h 153413"/>
                <a:gd name="connsiteX13" fmla="*/ 36576 w 231263"/>
                <a:gd name="connsiteY13" fmla="*/ 135710 h 153413"/>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Lst>
              <a:rect l="l" t="t" r="r" b="b"/>
              <a:pathLst>
                <a:path w="231263" h="153413">
                  <a:moveTo>
                    <a:pt x="231263" y="0"/>
                  </a:moveTo>
                  <a:lnTo>
                    <a:pt x="100295" y="0"/>
                  </a:lnTo>
                  <a:lnTo>
                    <a:pt x="0" y="0"/>
                  </a:lnTo>
                  <a:lnTo>
                    <a:pt x="0" y="153414"/>
                  </a:lnTo>
                  <a:lnTo>
                    <a:pt x="36576" y="153414"/>
                  </a:lnTo>
                  <a:lnTo>
                    <a:pt x="231263" y="153414"/>
                  </a:lnTo>
                  <a:lnTo>
                    <a:pt x="231263" y="0"/>
                  </a:lnTo>
                  <a:close/>
                  <a:moveTo>
                    <a:pt x="36576" y="135710"/>
                  </a:moveTo>
                  <a:lnTo>
                    <a:pt x="17711" y="135710"/>
                  </a:lnTo>
                  <a:lnTo>
                    <a:pt x="17711" y="133355"/>
                  </a:lnTo>
                  <a:lnTo>
                    <a:pt x="17711" y="17704"/>
                  </a:lnTo>
                  <a:lnTo>
                    <a:pt x="214772" y="17704"/>
                  </a:lnTo>
                  <a:lnTo>
                    <a:pt x="214772" y="135710"/>
                  </a:lnTo>
                  <a:lnTo>
                    <a:pt x="36576" y="135710"/>
                  </a:lnTo>
                  <a:close/>
                </a:path>
              </a:pathLst>
            </a:custGeom>
            <a:solidFill>
              <a:srgbClr val="2C5967"/>
            </a:solidFill>
            <a:ln w="6417" cap="flat">
              <a:noFill/>
              <a:prstDash val="solid"/>
              <a:miter/>
            </a:ln>
          </p:spPr>
          <p:txBody>
            <a:bodyPr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srgbClr val="7C8A98"/>
                </a:solidFill>
                <a:effectLst/>
                <a:uLnTx/>
                <a:uFillTx/>
                <a:latin typeface="Oracle Sans Tab"/>
                <a:ea typeface="+mn-ea"/>
                <a:cs typeface="+mn-cs"/>
              </a:endParaRPr>
            </a:p>
          </p:txBody>
        </p:sp>
        <p:sp>
          <p:nvSpPr>
            <p:cNvPr id="87" name="Freeform: Shape 1144">
              <a:extLst>
                <a:ext uri="{FF2B5EF4-FFF2-40B4-BE49-F238E27FC236}">
                  <a16:creationId xmlns:a16="http://schemas.microsoft.com/office/drawing/2014/main" id="{4B8CCD12-1E79-B5C4-9A86-B8DFA6E28E93}"/>
                </a:ext>
              </a:extLst>
            </p:cNvPr>
            <p:cNvSpPr/>
            <p:nvPr/>
          </p:nvSpPr>
          <p:spPr>
            <a:xfrm>
              <a:off x="7256742" y="3400823"/>
              <a:ext cx="48383" cy="61364"/>
            </a:xfrm>
            <a:custGeom>
              <a:avLst/>
              <a:gdLst>
                <a:gd name="connsiteX0" fmla="*/ 28363 w 48383"/>
                <a:gd name="connsiteY0" fmla="*/ 61364 h 61364"/>
                <a:gd name="connsiteX1" fmla="*/ 48383 w 48383"/>
                <a:gd name="connsiteY1" fmla="*/ 57822 h 61364"/>
                <a:gd name="connsiteX2" fmla="*/ 48383 w 48383"/>
                <a:gd name="connsiteY2" fmla="*/ 29505 h 61364"/>
                <a:gd name="connsiteX3" fmla="*/ 27143 w 48383"/>
                <a:gd name="connsiteY3" fmla="*/ 29505 h 61364"/>
                <a:gd name="connsiteX4" fmla="*/ 27143 w 48383"/>
                <a:gd name="connsiteY4" fmla="*/ 35402 h 61364"/>
                <a:gd name="connsiteX5" fmla="*/ 36576 w 48383"/>
                <a:gd name="connsiteY5" fmla="*/ 38944 h 61364"/>
                <a:gd name="connsiteX6" fmla="*/ 36576 w 48383"/>
                <a:gd name="connsiteY6" fmla="*/ 50744 h 61364"/>
                <a:gd name="connsiteX7" fmla="*/ 29517 w 48383"/>
                <a:gd name="connsiteY7" fmla="*/ 50744 h 61364"/>
                <a:gd name="connsiteX8" fmla="*/ 16555 w 48383"/>
                <a:gd name="connsiteY8" fmla="*/ 46022 h 61364"/>
                <a:gd name="connsiteX9" fmla="*/ 11807 w 48383"/>
                <a:gd name="connsiteY9" fmla="*/ 30679 h 61364"/>
                <a:gd name="connsiteX10" fmla="*/ 16555 w 48383"/>
                <a:gd name="connsiteY10" fmla="*/ 16523 h 61364"/>
                <a:gd name="connsiteX11" fmla="*/ 30673 w 48383"/>
                <a:gd name="connsiteY11" fmla="*/ 11801 h 61364"/>
                <a:gd name="connsiteX12" fmla="*/ 36576 w 48383"/>
                <a:gd name="connsiteY12" fmla="*/ 11801 h 61364"/>
                <a:gd name="connsiteX13" fmla="*/ 43698 w 48383"/>
                <a:gd name="connsiteY13" fmla="*/ 14162 h 61364"/>
                <a:gd name="connsiteX14" fmla="*/ 43698 w 48383"/>
                <a:gd name="connsiteY14" fmla="*/ 3542 h 61364"/>
                <a:gd name="connsiteX15" fmla="*/ 36576 w 48383"/>
                <a:gd name="connsiteY15" fmla="*/ 1181 h 61364"/>
                <a:gd name="connsiteX16" fmla="*/ 30673 w 48383"/>
                <a:gd name="connsiteY16" fmla="*/ 0 h 61364"/>
                <a:gd name="connsiteX17" fmla="*/ 14181 w 48383"/>
                <a:gd name="connsiteY17" fmla="*/ 3542 h 61364"/>
                <a:gd name="connsiteX18" fmla="*/ 3529 w 48383"/>
                <a:gd name="connsiteY18" fmla="*/ 14162 h 61364"/>
                <a:gd name="connsiteX19" fmla="*/ 0 w 48383"/>
                <a:gd name="connsiteY19" fmla="*/ 30679 h 61364"/>
                <a:gd name="connsiteX20" fmla="*/ 7123 w 48383"/>
                <a:gd name="connsiteY20" fmla="*/ 54286 h 61364"/>
                <a:gd name="connsiteX21" fmla="*/ 28363 w 48383"/>
                <a:gd name="connsiteY21" fmla="*/ 61364 h 61364"/>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Lst>
              <a:rect l="l" t="t" r="r" b="b"/>
              <a:pathLst>
                <a:path w="48383" h="61364">
                  <a:moveTo>
                    <a:pt x="28363" y="61364"/>
                  </a:moveTo>
                  <a:cubicBezTo>
                    <a:pt x="35421" y="61364"/>
                    <a:pt x="42479" y="60184"/>
                    <a:pt x="48383" y="57822"/>
                  </a:cubicBezTo>
                  <a:lnTo>
                    <a:pt x="48383" y="29505"/>
                  </a:lnTo>
                  <a:lnTo>
                    <a:pt x="27143" y="29505"/>
                  </a:lnTo>
                  <a:lnTo>
                    <a:pt x="27143" y="35402"/>
                  </a:lnTo>
                  <a:lnTo>
                    <a:pt x="36576" y="38944"/>
                  </a:lnTo>
                  <a:lnTo>
                    <a:pt x="36576" y="50744"/>
                  </a:lnTo>
                  <a:cubicBezTo>
                    <a:pt x="34266" y="50744"/>
                    <a:pt x="31892" y="50744"/>
                    <a:pt x="29517" y="50744"/>
                  </a:cubicBezTo>
                  <a:cubicBezTo>
                    <a:pt x="23614" y="50744"/>
                    <a:pt x="18865" y="49564"/>
                    <a:pt x="16555" y="46022"/>
                  </a:cubicBezTo>
                  <a:cubicBezTo>
                    <a:pt x="14181" y="42486"/>
                    <a:pt x="11807" y="37763"/>
                    <a:pt x="11807" y="30679"/>
                  </a:cubicBezTo>
                  <a:cubicBezTo>
                    <a:pt x="11807" y="24782"/>
                    <a:pt x="12962" y="20059"/>
                    <a:pt x="16555" y="16523"/>
                  </a:cubicBezTo>
                  <a:cubicBezTo>
                    <a:pt x="20085" y="12981"/>
                    <a:pt x="24769" y="11801"/>
                    <a:pt x="30673" y="11801"/>
                  </a:cubicBezTo>
                  <a:cubicBezTo>
                    <a:pt x="33047" y="11801"/>
                    <a:pt x="35421" y="11801"/>
                    <a:pt x="36576" y="11801"/>
                  </a:cubicBezTo>
                  <a:cubicBezTo>
                    <a:pt x="38950" y="11801"/>
                    <a:pt x="41324" y="12981"/>
                    <a:pt x="43698" y="14162"/>
                  </a:cubicBezTo>
                  <a:lnTo>
                    <a:pt x="43698" y="3542"/>
                  </a:lnTo>
                  <a:cubicBezTo>
                    <a:pt x="41324" y="2361"/>
                    <a:pt x="38950" y="2361"/>
                    <a:pt x="36576" y="1181"/>
                  </a:cubicBezTo>
                  <a:cubicBezTo>
                    <a:pt x="35421" y="0"/>
                    <a:pt x="33047" y="0"/>
                    <a:pt x="30673" y="0"/>
                  </a:cubicBezTo>
                  <a:cubicBezTo>
                    <a:pt x="23614" y="0"/>
                    <a:pt x="18865" y="1181"/>
                    <a:pt x="14181" y="3542"/>
                  </a:cubicBezTo>
                  <a:cubicBezTo>
                    <a:pt x="9433" y="5897"/>
                    <a:pt x="5904" y="9439"/>
                    <a:pt x="3529" y="14162"/>
                  </a:cubicBezTo>
                  <a:cubicBezTo>
                    <a:pt x="1219" y="18878"/>
                    <a:pt x="0" y="23601"/>
                    <a:pt x="0" y="30679"/>
                  </a:cubicBezTo>
                  <a:cubicBezTo>
                    <a:pt x="0" y="41305"/>
                    <a:pt x="2374" y="48383"/>
                    <a:pt x="7123" y="54286"/>
                  </a:cubicBezTo>
                  <a:cubicBezTo>
                    <a:pt x="11807" y="59003"/>
                    <a:pt x="18865" y="61364"/>
                    <a:pt x="28363" y="61364"/>
                  </a:cubicBezTo>
                  <a:close/>
                </a:path>
              </a:pathLst>
            </a:custGeom>
            <a:solidFill>
              <a:srgbClr val="2C5967"/>
            </a:solidFill>
            <a:ln w="6417" cap="flat">
              <a:noFill/>
              <a:prstDash val="solid"/>
              <a:miter/>
            </a:ln>
          </p:spPr>
          <p:txBody>
            <a:bodyPr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srgbClr val="7C8A98"/>
                </a:solidFill>
                <a:effectLst/>
                <a:uLnTx/>
                <a:uFillTx/>
                <a:latin typeface="Oracle Sans Tab"/>
                <a:ea typeface="+mn-ea"/>
                <a:cs typeface="+mn-cs"/>
              </a:endParaRPr>
            </a:p>
          </p:txBody>
        </p:sp>
        <p:sp>
          <p:nvSpPr>
            <p:cNvPr id="88" name="Freeform: Shape 1145">
              <a:extLst>
                <a:ext uri="{FF2B5EF4-FFF2-40B4-BE49-F238E27FC236}">
                  <a16:creationId xmlns:a16="http://schemas.microsoft.com/office/drawing/2014/main" id="{DB392F96-1D64-317C-E6BB-414B2AF5E741}"/>
                </a:ext>
              </a:extLst>
            </p:cNvPr>
            <p:cNvSpPr/>
            <p:nvPr/>
          </p:nvSpPr>
          <p:spPr>
            <a:xfrm>
              <a:off x="7314558" y="3402003"/>
              <a:ext cx="43698" cy="59002"/>
            </a:xfrm>
            <a:custGeom>
              <a:avLst/>
              <a:gdLst>
                <a:gd name="connsiteX0" fmla="*/ 0 w 43698"/>
                <a:gd name="connsiteY0" fmla="*/ 0 h 59002"/>
                <a:gd name="connsiteX1" fmla="*/ 0 w 43698"/>
                <a:gd name="connsiteY1" fmla="*/ 59003 h 59002"/>
                <a:gd name="connsiteX2" fmla="*/ 13026 w 43698"/>
                <a:gd name="connsiteY2" fmla="*/ 59003 h 59002"/>
                <a:gd name="connsiteX3" fmla="*/ 13026 w 43698"/>
                <a:gd name="connsiteY3" fmla="*/ 40124 h 59002"/>
                <a:gd name="connsiteX4" fmla="*/ 21239 w 43698"/>
                <a:gd name="connsiteY4" fmla="*/ 40124 h 59002"/>
                <a:gd name="connsiteX5" fmla="*/ 37795 w 43698"/>
                <a:gd name="connsiteY5" fmla="*/ 35402 h 59002"/>
                <a:gd name="connsiteX6" fmla="*/ 43698 w 43698"/>
                <a:gd name="connsiteY6" fmla="*/ 20059 h 59002"/>
                <a:gd name="connsiteX7" fmla="*/ 37795 w 43698"/>
                <a:gd name="connsiteY7" fmla="*/ 4723 h 59002"/>
                <a:gd name="connsiteX8" fmla="*/ 21239 w 43698"/>
                <a:gd name="connsiteY8" fmla="*/ 0 h 59002"/>
                <a:gd name="connsiteX9" fmla="*/ 0 w 43698"/>
                <a:gd name="connsiteY9" fmla="*/ 0 h 59002"/>
                <a:gd name="connsiteX10" fmla="*/ 18929 w 43698"/>
                <a:gd name="connsiteY10" fmla="*/ 10620 h 59002"/>
                <a:gd name="connsiteX11" fmla="*/ 28362 w 43698"/>
                <a:gd name="connsiteY11" fmla="*/ 12981 h 59002"/>
                <a:gd name="connsiteX12" fmla="*/ 30736 w 43698"/>
                <a:gd name="connsiteY12" fmla="*/ 20059 h 59002"/>
                <a:gd name="connsiteX13" fmla="*/ 28362 w 43698"/>
                <a:gd name="connsiteY13" fmla="*/ 27143 h 59002"/>
                <a:gd name="connsiteX14" fmla="*/ 18929 w 43698"/>
                <a:gd name="connsiteY14" fmla="*/ 29505 h 59002"/>
                <a:gd name="connsiteX15" fmla="*/ 13026 w 43698"/>
                <a:gd name="connsiteY15" fmla="*/ 29505 h 59002"/>
                <a:gd name="connsiteX16" fmla="*/ 13026 w 43698"/>
                <a:gd name="connsiteY16" fmla="*/ 10620 h 59002"/>
                <a:gd name="connsiteX17" fmla="*/ 18929 w 43698"/>
                <a:gd name="connsiteY17" fmla="*/ 10620 h 59002"/>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Lst>
              <a:rect l="l" t="t" r="r" b="b"/>
              <a:pathLst>
                <a:path w="43698" h="59002">
                  <a:moveTo>
                    <a:pt x="0" y="0"/>
                  </a:moveTo>
                  <a:lnTo>
                    <a:pt x="0" y="59003"/>
                  </a:lnTo>
                  <a:lnTo>
                    <a:pt x="13026" y="59003"/>
                  </a:lnTo>
                  <a:lnTo>
                    <a:pt x="13026" y="40124"/>
                  </a:lnTo>
                  <a:lnTo>
                    <a:pt x="21239" y="40124"/>
                  </a:lnTo>
                  <a:cubicBezTo>
                    <a:pt x="28362" y="40124"/>
                    <a:pt x="34266" y="38944"/>
                    <a:pt x="37795" y="35402"/>
                  </a:cubicBezTo>
                  <a:cubicBezTo>
                    <a:pt x="41324" y="31860"/>
                    <a:pt x="43698" y="27143"/>
                    <a:pt x="43698" y="20059"/>
                  </a:cubicBezTo>
                  <a:cubicBezTo>
                    <a:pt x="43698" y="12981"/>
                    <a:pt x="41324" y="8258"/>
                    <a:pt x="37795" y="4723"/>
                  </a:cubicBezTo>
                  <a:cubicBezTo>
                    <a:pt x="34266" y="1181"/>
                    <a:pt x="28362" y="0"/>
                    <a:pt x="21239" y="0"/>
                  </a:cubicBezTo>
                  <a:lnTo>
                    <a:pt x="0" y="0"/>
                  </a:lnTo>
                  <a:close/>
                  <a:moveTo>
                    <a:pt x="18929" y="10620"/>
                  </a:moveTo>
                  <a:cubicBezTo>
                    <a:pt x="23614" y="10620"/>
                    <a:pt x="25988" y="11801"/>
                    <a:pt x="28362" y="12981"/>
                  </a:cubicBezTo>
                  <a:cubicBezTo>
                    <a:pt x="30736" y="14162"/>
                    <a:pt x="30736" y="16523"/>
                    <a:pt x="30736" y="20059"/>
                  </a:cubicBezTo>
                  <a:cubicBezTo>
                    <a:pt x="30736" y="23601"/>
                    <a:pt x="29517" y="25963"/>
                    <a:pt x="28362" y="27143"/>
                  </a:cubicBezTo>
                  <a:cubicBezTo>
                    <a:pt x="25988" y="28324"/>
                    <a:pt x="23614" y="29505"/>
                    <a:pt x="18929" y="29505"/>
                  </a:cubicBezTo>
                  <a:lnTo>
                    <a:pt x="13026" y="29505"/>
                  </a:lnTo>
                  <a:lnTo>
                    <a:pt x="13026" y="10620"/>
                  </a:lnTo>
                  <a:lnTo>
                    <a:pt x="18929" y="10620"/>
                  </a:lnTo>
                  <a:close/>
                </a:path>
              </a:pathLst>
            </a:custGeom>
            <a:solidFill>
              <a:srgbClr val="2C5967"/>
            </a:solidFill>
            <a:ln w="6417" cap="flat">
              <a:noFill/>
              <a:prstDash val="solid"/>
              <a:miter/>
            </a:ln>
          </p:spPr>
          <p:txBody>
            <a:bodyPr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srgbClr val="7C8A98"/>
                </a:solidFill>
                <a:effectLst/>
                <a:uLnTx/>
                <a:uFillTx/>
                <a:latin typeface="Oracle Sans Tab"/>
                <a:ea typeface="+mn-ea"/>
                <a:cs typeface="+mn-cs"/>
              </a:endParaRPr>
            </a:p>
          </p:txBody>
        </p:sp>
        <p:sp>
          <p:nvSpPr>
            <p:cNvPr id="89" name="Freeform: Shape 1147">
              <a:extLst>
                <a:ext uri="{FF2B5EF4-FFF2-40B4-BE49-F238E27FC236}">
                  <a16:creationId xmlns:a16="http://schemas.microsoft.com/office/drawing/2014/main" id="{EC90057C-F79D-2E5C-B1F7-E60862AC1F61}"/>
                </a:ext>
              </a:extLst>
            </p:cNvPr>
            <p:cNvSpPr/>
            <p:nvPr/>
          </p:nvSpPr>
          <p:spPr>
            <a:xfrm>
              <a:off x="7364160" y="3403184"/>
              <a:ext cx="49537" cy="60183"/>
            </a:xfrm>
            <a:custGeom>
              <a:avLst/>
              <a:gdLst>
                <a:gd name="connsiteX0" fmla="*/ 49538 w 49537"/>
                <a:gd name="connsiteY0" fmla="*/ 30685 h 60183"/>
                <a:gd name="connsiteX1" fmla="*/ 49538 w 49537"/>
                <a:gd name="connsiteY1" fmla="*/ 0 h 60183"/>
                <a:gd name="connsiteX2" fmla="*/ 36576 w 49537"/>
                <a:gd name="connsiteY2" fmla="*/ 0 h 60183"/>
                <a:gd name="connsiteX3" fmla="*/ 36576 w 49537"/>
                <a:gd name="connsiteY3" fmla="*/ 30685 h 60183"/>
                <a:gd name="connsiteX4" fmla="*/ 34201 w 49537"/>
                <a:gd name="connsiteY4" fmla="*/ 44847 h 60183"/>
                <a:gd name="connsiteX5" fmla="*/ 24769 w 49537"/>
                <a:gd name="connsiteY5" fmla="*/ 49564 h 60183"/>
                <a:gd name="connsiteX6" fmla="*/ 15336 w 49537"/>
                <a:gd name="connsiteY6" fmla="*/ 44847 h 60183"/>
                <a:gd name="connsiteX7" fmla="*/ 12962 w 49537"/>
                <a:gd name="connsiteY7" fmla="*/ 30685 h 60183"/>
                <a:gd name="connsiteX8" fmla="*/ 12962 w 49537"/>
                <a:gd name="connsiteY8" fmla="*/ 0 h 60183"/>
                <a:gd name="connsiteX9" fmla="*/ 0 w 49537"/>
                <a:gd name="connsiteY9" fmla="*/ 0 h 60183"/>
                <a:gd name="connsiteX10" fmla="*/ 0 w 49537"/>
                <a:gd name="connsiteY10" fmla="*/ 30685 h 60183"/>
                <a:gd name="connsiteX11" fmla="*/ 5904 w 49537"/>
                <a:gd name="connsiteY11" fmla="*/ 53106 h 60183"/>
                <a:gd name="connsiteX12" fmla="*/ 24769 w 49537"/>
                <a:gd name="connsiteY12" fmla="*/ 60184 h 60183"/>
                <a:gd name="connsiteX13" fmla="*/ 43635 w 49537"/>
                <a:gd name="connsiteY13" fmla="*/ 53106 h 60183"/>
                <a:gd name="connsiteX14" fmla="*/ 49538 w 49537"/>
                <a:gd name="connsiteY14" fmla="*/ 30685 h 60183"/>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Lst>
              <a:rect l="l" t="t" r="r" b="b"/>
              <a:pathLst>
                <a:path w="49537" h="60183">
                  <a:moveTo>
                    <a:pt x="49538" y="30685"/>
                  </a:moveTo>
                  <a:lnTo>
                    <a:pt x="49538" y="0"/>
                  </a:lnTo>
                  <a:lnTo>
                    <a:pt x="36576" y="0"/>
                  </a:lnTo>
                  <a:lnTo>
                    <a:pt x="36576" y="30685"/>
                  </a:lnTo>
                  <a:cubicBezTo>
                    <a:pt x="36576" y="36582"/>
                    <a:pt x="35357" y="41305"/>
                    <a:pt x="34201" y="44847"/>
                  </a:cubicBezTo>
                  <a:cubicBezTo>
                    <a:pt x="31827" y="47202"/>
                    <a:pt x="29517" y="49564"/>
                    <a:pt x="24769" y="49564"/>
                  </a:cubicBezTo>
                  <a:cubicBezTo>
                    <a:pt x="21239" y="49564"/>
                    <a:pt x="17711" y="48383"/>
                    <a:pt x="15336" y="44847"/>
                  </a:cubicBezTo>
                  <a:cubicBezTo>
                    <a:pt x="12962" y="42486"/>
                    <a:pt x="12962" y="37763"/>
                    <a:pt x="12962" y="30685"/>
                  </a:cubicBezTo>
                  <a:lnTo>
                    <a:pt x="12962" y="0"/>
                  </a:lnTo>
                  <a:lnTo>
                    <a:pt x="0" y="0"/>
                  </a:lnTo>
                  <a:lnTo>
                    <a:pt x="0" y="30685"/>
                  </a:lnTo>
                  <a:cubicBezTo>
                    <a:pt x="0" y="40125"/>
                    <a:pt x="2374" y="48383"/>
                    <a:pt x="5904" y="53106"/>
                  </a:cubicBezTo>
                  <a:cubicBezTo>
                    <a:pt x="9433" y="57829"/>
                    <a:pt x="16491" y="60184"/>
                    <a:pt x="24769" y="60184"/>
                  </a:cubicBezTo>
                  <a:cubicBezTo>
                    <a:pt x="33047" y="60184"/>
                    <a:pt x="38950" y="57829"/>
                    <a:pt x="43635" y="53106"/>
                  </a:cubicBezTo>
                  <a:cubicBezTo>
                    <a:pt x="47164" y="47202"/>
                    <a:pt x="49538" y="40125"/>
                    <a:pt x="49538" y="30685"/>
                  </a:cubicBezTo>
                  <a:close/>
                </a:path>
              </a:pathLst>
            </a:custGeom>
            <a:solidFill>
              <a:srgbClr val="2C5967"/>
            </a:solidFill>
            <a:ln w="6417" cap="flat">
              <a:noFill/>
              <a:prstDash val="solid"/>
              <a:miter/>
            </a:ln>
          </p:spPr>
          <p:txBody>
            <a:bodyPr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srgbClr val="7C8A98"/>
                </a:solidFill>
                <a:effectLst/>
                <a:uLnTx/>
                <a:uFillTx/>
                <a:latin typeface="Oracle Sans Tab"/>
                <a:ea typeface="+mn-ea"/>
                <a:cs typeface="+mn-cs"/>
              </a:endParaRPr>
            </a:p>
          </p:txBody>
        </p:sp>
      </p:grpSp>
      <p:sp>
        <p:nvSpPr>
          <p:cNvPr id="73" name="TextBox 72">
            <a:extLst>
              <a:ext uri="{FF2B5EF4-FFF2-40B4-BE49-F238E27FC236}">
                <a16:creationId xmlns:a16="http://schemas.microsoft.com/office/drawing/2014/main" id="{2C2A3070-3FD3-DB74-3501-C54CA7ADEFD3}"/>
              </a:ext>
            </a:extLst>
          </p:cNvPr>
          <p:cNvSpPr txBox="1"/>
          <p:nvPr/>
        </p:nvSpPr>
        <p:spPr>
          <a:xfrm>
            <a:off x="4216158" y="2821582"/>
            <a:ext cx="775521" cy="184666"/>
          </a:xfrm>
          <a:prstGeom prst="rect">
            <a:avLst/>
          </a:prstGeom>
          <a:noFill/>
        </p:spPr>
        <p:txBody>
          <a:bodyPr wrap="square">
            <a:sp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600" b="0" i="0" u="none" strike="noStrike" kern="1200" cap="none" spc="0" normalizeH="0" baseline="0" noProof="0" dirty="0">
                <a:ln>
                  <a:noFill/>
                </a:ln>
                <a:solidFill>
                  <a:srgbClr val="2B2E32"/>
                </a:solidFill>
                <a:effectLst/>
                <a:uLnTx/>
                <a:uFillTx/>
                <a:latin typeface="Oracle Sans Tab"/>
                <a:ea typeface="+mn-ea"/>
                <a:cs typeface="+mn-cs"/>
              </a:rPr>
              <a:t>OCI GPU</a:t>
            </a:r>
            <a:endParaRPr kumimoji="0" lang="en-US" sz="600" b="0" i="0" u="none" strike="noStrike" kern="1200" cap="none" spc="0" normalizeH="0" baseline="0" noProof="0" dirty="0">
              <a:ln>
                <a:noFill/>
              </a:ln>
              <a:solidFill>
                <a:srgbClr val="7C8A98"/>
              </a:solidFill>
              <a:effectLst/>
              <a:uLnTx/>
              <a:uFillTx/>
              <a:latin typeface="Oracle Sans Tab"/>
              <a:ea typeface="+mn-ea"/>
              <a:cs typeface="+mn-cs"/>
            </a:endParaRPr>
          </a:p>
        </p:txBody>
      </p:sp>
      <p:sp>
        <p:nvSpPr>
          <p:cNvPr id="74" name="TextBox 73">
            <a:extLst>
              <a:ext uri="{FF2B5EF4-FFF2-40B4-BE49-F238E27FC236}">
                <a16:creationId xmlns:a16="http://schemas.microsoft.com/office/drawing/2014/main" id="{2F61E1F7-9F96-639A-FEB2-2CCE22783F8E}"/>
              </a:ext>
            </a:extLst>
          </p:cNvPr>
          <p:cNvSpPr txBox="1"/>
          <p:nvPr/>
        </p:nvSpPr>
        <p:spPr>
          <a:xfrm>
            <a:off x="4817868" y="2816125"/>
            <a:ext cx="775521" cy="184666"/>
          </a:xfrm>
          <a:prstGeom prst="rect">
            <a:avLst/>
          </a:prstGeom>
          <a:noFill/>
        </p:spPr>
        <p:txBody>
          <a:bodyPr wrap="square">
            <a:sp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600" b="0" i="0" u="none" strike="noStrike" kern="1200" cap="none" spc="0" normalizeH="0" baseline="0" noProof="0" dirty="0">
                <a:ln>
                  <a:noFill/>
                </a:ln>
                <a:solidFill>
                  <a:srgbClr val="2B2E32"/>
                </a:solidFill>
                <a:effectLst/>
                <a:uLnTx/>
                <a:uFillTx/>
                <a:latin typeface="Oracle Sans Tab"/>
                <a:ea typeface="+mn-ea"/>
                <a:cs typeface="+mn-cs"/>
              </a:rPr>
              <a:t>OCI GPU</a:t>
            </a:r>
            <a:endParaRPr kumimoji="0" lang="en-US" sz="600" b="0" i="0" u="none" strike="noStrike" kern="1200" cap="none" spc="0" normalizeH="0" baseline="0" noProof="0" dirty="0">
              <a:ln>
                <a:noFill/>
              </a:ln>
              <a:solidFill>
                <a:srgbClr val="7C8A98"/>
              </a:solidFill>
              <a:effectLst/>
              <a:uLnTx/>
              <a:uFillTx/>
              <a:latin typeface="Oracle Sans Tab"/>
              <a:ea typeface="+mn-ea"/>
              <a:cs typeface="+mn-cs"/>
            </a:endParaRPr>
          </a:p>
        </p:txBody>
      </p:sp>
      <p:pic>
        <p:nvPicPr>
          <p:cNvPr id="75" name="Picture 2" descr="OpenShift - Wikipedia">
            <a:extLst>
              <a:ext uri="{FF2B5EF4-FFF2-40B4-BE49-F238E27FC236}">
                <a16:creationId xmlns:a16="http://schemas.microsoft.com/office/drawing/2014/main" id="{DA901B6D-4BB5-ED8A-C668-C4914289AA9B}"/>
              </a:ext>
            </a:extLst>
          </p:cNvPr>
          <p:cNvPicPr>
            <a:picLocks noChangeAspect="1" noChangeArrowheads="1"/>
          </p:cNvPicPr>
          <p:nvPr/>
        </p:nvPicPr>
        <p:blipFill rotWithShape="1">
          <a:blip r:embed="rId5">
            <a:alphaModFix amt="70000"/>
            <a:extLst>
              <a:ext uri="{28A0092B-C50C-407E-A947-70E740481C1C}">
                <a14:useLocalDpi xmlns:a14="http://schemas.microsoft.com/office/drawing/2010/main" val="0"/>
              </a:ext>
            </a:extLst>
          </a:blip>
          <a:srcRect b="21959"/>
          <a:stretch/>
        </p:blipFill>
        <p:spPr bwMode="auto">
          <a:xfrm>
            <a:off x="5231931" y="1155646"/>
            <a:ext cx="401726" cy="334910"/>
          </a:xfrm>
          <a:prstGeom prst="rect">
            <a:avLst/>
          </a:prstGeom>
          <a:noFill/>
          <a:extLst>
            <a:ext uri="{909E8E84-426E-40DD-AFC4-6F175D3DCCD1}">
              <a14:hiddenFill xmlns:a14="http://schemas.microsoft.com/office/drawing/2010/main">
                <a:solidFill>
                  <a:srgbClr val="FFFFFF"/>
                </a:solidFill>
              </a14:hiddenFill>
            </a:ext>
          </a:extLst>
        </p:spPr>
      </p:pic>
      <p:sp>
        <p:nvSpPr>
          <p:cNvPr id="76" name="Rectangle: Rounded Corners 2">
            <a:extLst>
              <a:ext uri="{FF2B5EF4-FFF2-40B4-BE49-F238E27FC236}">
                <a16:creationId xmlns:a16="http://schemas.microsoft.com/office/drawing/2014/main" id="{DE903222-2B2B-6A1F-2B5F-286209C8D811}"/>
              </a:ext>
            </a:extLst>
          </p:cNvPr>
          <p:cNvSpPr/>
          <p:nvPr/>
        </p:nvSpPr>
        <p:spPr>
          <a:xfrm>
            <a:off x="4060430" y="1269746"/>
            <a:ext cx="1388443" cy="1885116"/>
          </a:xfrm>
          <a:prstGeom prst="roundRect">
            <a:avLst>
              <a:gd name="adj" fmla="val 5089"/>
            </a:avLst>
          </a:prstGeom>
          <a:noFill/>
          <a:ln w="19050">
            <a:solidFill>
              <a:srgbClr val="AE562C"/>
            </a:solidFill>
            <a:prstDash val="sysDot"/>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srgbClr val="F3F3F3"/>
              </a:solidFill>
              <a:effectLst/>
              <a:uLnTx/>
              <a:uFillTx/>
              <a:latin typeface="Oracle Sans Tab"/>
              <a:ea typeface="+mn-ea"/>
              <a:cs typeface="+mn-cs"/>
            </a:endParaRPr>
          </a:p>
        </p:txBody>
      </p:sp>
      <p:cxnSp>
        <p:nvCxnSpPr>
          <p:cNvPr id="103" name="Straight Arrow Connector 102">
            <a:extLst>
              <a:ext uri="{FF2B5EF4-FFF2-40B4-BE49-F238E27FC236}">
                <a16:creationId xmlns:a16="http://schemas.microsoft.com/office/drawing/2014/main" id="{86F6DC10-420A-A812-2531-A7B70434209B}"/>
              </a:ext>
            </a:extLst>
          </p:cNvPr>
          <p:cNvCxnSpPr>
            <a:cxnSpLocks/>
          </p:cNvCxnSpPr>
          <p:nvPr/>
        </p:nvCxnSpPr>
        <p:spPr>
          <a:xfrm flipH="1" flipV="1">
            <a:off x="6787277" y="3457448"/>
            <a:ext cx="672887" cy="3948"/>
          </a:xfrm>
          <a:prstGeom prst="straightConnector1">
            <a:avLst/>
          </a:prstGeom>
          <a:ln w="28575">
            <a:solidFill>
              <a:srgbClr val="2C5967"/>
            </a:solidFill>
            <a:tailEnd type="triangle"/>
          </a:ln>
        </p:spPr>
        <p:style>
          <a:lnRef idx="1">
            <a:schemeClr val="accent1"/>
          </a:lnRef>
          <a:fillRef idx="0">
            <a:schemeClr val="accent1"/>
          </a:fillRef>
          <a:effectRef idx="0">
            <a:schemeClr val="accent1"/>
          </a:effectRef>
          <a:fontRef idx="minor">
            <a:schemeClr val="tx1"/>
          </a:fontRef>
        </p:style>
      </p:cxnSp>
      <p:grpSp>
        <p:nvGrpSpPr>
          <p:cNvPr id="104" name="Group 103">
            <a:extLst>
              <a:ext uri="{FF2B5EF4-FFF2-40B4-BE49-F238E27FC236}">
                <a16:creationId xmlns:a16="http://schemas.microsoft.com/office/drawing/2014/main" id="{F5A37DC9-FF12-99DE-C6AE-67CDDDE09447}"/>
              </a:ext>
            </a:extLst>
          </p:cNvPr>
          <p:cNvGrpSpPr/>
          <p:nvPr/>
        </p:nvGrpSpPr>
        <p:grpSpPr>
          <a:xfrm>
            <a:off x="4338166" y="1497163"/>
            <a:ext cx="832970" cy="826455"/>
            <a:chOff x="5494215" y="3985204"/>
            <a:chExt cx="965305" cy="983829"/>
          </a:xfrm>
        </p:grpSpPr>
        <p:grpSp>
          <p:nvGrpSpPr>
            <p:cNvPr id="105" name="Graphic 3">
              <a:extLst>
                <a:ext uri="{FF2B5EF4-FFF2-40B4-BE49-F238E27FC236}">
                  <a16:creationId xmlns:a16="http://schemas.microsoft.com/office/drawing/2014/main" id="{27426CA0-69A4-EE4C-61AA-F952A9708EEB}"/>
                </a:ext>
              </a:extLst>
            </p:cNvPr>
            <p:cNvGrpSpPr/>
            <p:nvPr/>
          </p:nvGrpSpPr>
          <p:grpSpPr>
            <a:xfrm>
              <a:off x="5627274" y="3985204"/>
              <a:ext cx="722531" cy="746874"/>
              <a:chOff x="9189623" y="2363804"/>
              <a:chExt cx="472985" cy="513347"/>
            </a:xfrm>
          </p:grpSpPr>
          <p:sp>
            <p:nvSpPr>
              <p:cNvPr id="107" name="Freeform: Shape 15">
                <a:extLst>
                  <a:ext uri="{FF2B5EF4-FFF2-40B4-BE49-F238E27FC236}">
                    <a16:creationId xmlns:a16="http://schemas.microsoft.com/office/drawing/2014/main" id="{E4E21474-E6A0-440A-8458-761BA6F41951}"/>
                  </a:ext>
                </a:extLst>
              </p:cNvPr>
              <p:cNvSpPr/>
              <p:nvPr/>
            </p:nvSpPr>
            <p:spPr>
              <a:xfrm>
                <a:off x="9189623" y="2363804"/>
                <a:ext cx="472985" cy="513347"/>
              </a:xfrm>
              <a:custGeom>
                <a:avLst/>
                <a:gdLst>
                  <a:gd name="connsiteX0" fmla="*/ 235883 w 472985"/>
                  <a:gd name="connsiteY0" fmla="*/ 12193 h 513347"/>
                  <a:gd name="connsiteX1" fmla="*/ 271369 w 472985"/>
                  <a:gd name="connsiteY1" fmla="*/ 26826 h 513347"/>
                  <a:gd name="connsiteX2" fmla="*/ 284779 w 472985"/>
                  <a:gd name="connsiteY2" fmla="*/ 73161 h 513347"/>
                  <a:gd name="connsiteX3" fmla="*/ 374038 w 472985"/>
                  <a:gd name="connsiteY3" fmla="*/ 124374 h 513347"/>
                  <a:gd name="connsiteX4" fmla="*/ 407021 w 472985"/>
                  <a:gd name="connsiteY4" fmla="*/ 109741 h 513347"/>
                  <a:gd name="connsiteX5" fmla="*/ 442442 w 472985"/>
                  <a:gd name="connsiteY5" fmla="*/ 124374 h 513347"/>
                  <a:gd name="connsiteX6" fmla="*/ 457136 w 472985"/>
                  <a:gd name="connsiteY6" fmla="*/ 159735 h 513347"/>
                  <a:gd name="connsiteX7" fmla="*/ 442442 w 472985"/>
                  <a:gd name="connsiteY7" fmla="*/ 195096 h 513347"/>
                  <a:gd name="connsiteX8" fmla="*/ 417993 w 472985"/>
                  <a:gd name="connsiteY8" fmla="*/ 209729 h 513347"/>
                  <a:gd name="connsiteX9" fmla="*/ 417993 w 472985"/>
                  <a:gd name="connsiteY9" fmla="*/ 312154 h 513347"/>
                  <a:gd name="connsiteX10" fmla="*/ 442442 w 472985"/>
                  <a:gd name="connsiteY10" fmla="*/ 324346 h 513347"/>
                  <a:gd name="connsiteX11" fmla="*/ 457136 w 472985"/>
                  <a:gd name="connsiteY11" fmla="*/ 359709 h 513347"/>
                  <a:gd name="connsiteX12" fmla="*/ 442442 w 472985"/>
                  <a:gd name="connsiteY12" fmla="*/ 395072 h 513347"/>
                  <a:gd name="connsiteX13" fmla="*/ 407021 w 472985"/>
                  <a:gd name="connsiteY13" fmla="*/ 409703 h 513347"/>
                  <a:gd name="connsiteX14" fmla="*/ 371535 w 472985"/>
                  <a:gd name="connsiteY14" fmla="*/ 395072 h 513347"/>
                  <a:gd name="connsiteX15" fmla="*/ 370316 w 472985"/>
                  <a:gd name="connsiteY15" fmla="*/ 392634 h 513347"/>
                  <a:gd name="connsiteX16" fmla="*/ 283561 w 472985"/>
                  <a:gd name="connsiteY16" fmla="*/ 442627 h 513347"/>
                  <a:gd name="connsiteX17" fmla="*/ 270085 w 472985"/>
                  <a:gd name="connsiteY17" fmla="*/ 487744 h 513347"/>
                  <a:gd name="connsiteX18" fmla="*/ 234664 w 472985"/>
                  <a:gd name="connsiteY18" fmla="*/ 502375 h 513347"/>
                  <a:gd name="connsiteX19" fmla="*/ 199243 w 472985"/>
                  <a:gd name="connsiteY19" fmla="*/ 487744 h 513347"/>
                  <a:gd name="connsiteX20" fmla="*/ 185768 w 472985"/>
                  <a:gd name="connsiteY20" fmla="*/ 443847 h 513347"/>
                  <a:gd name="connsiteX21" fmla="*/ 97793 w 472985"/>
                  <a:gd name="connsiteY21" fmla="*/ 390195 h 513347"/>
                  <a:gd name="connsiteX22" fmla="*/ 96574 w 472985"/>
                  <a:gd name="connsiteY22" fmla="*/ 391415 h 513347"/>
                  <a:gd name="connsiteX23" fmla="*/ 61088 w 472985"/>
                  <a:gd name="connsiteY23" fmla="*/ 406045 h 513347"/>
                  <a:gd name="connsiteX24" fmla="*/ 25667 w 472985"/>
                  <a:gd name="connsiteY24" fmla="*/ 391415 h 513347"/>
                  <a:gd name="connsiteX25" fmla="*/ 12192 w 472985"/>
                  <a:gd name="connsiteY25" fmla="*/ 357271 h 513347"/>
                  <a:gd name="connsiteX26" fmla="*/ 26887 w 472985"/>
                  <a:gd name="connsiteY26" fmla="*/ 321907 h 513347"/>
                  <a:gd name="connsiteX27" fmla="*/ 48896 w 472985"/>
                  <a:gd name="connsiteY27" fmla="*/ 309715 h 513347"/>
                  <a:gd name="connsiteX28" fmla="*/ 48896 w 472985"/>
                  <a:gd name="connsiteY28" fmla="*/ 207290 h 513347"/>
                  <a:gd name="connsiteX29" fmla="*/ 26887 w 472985"/>
                  <a:gd name="connsiteY29" fmla="*/ 195096 h 513347"/>
                  <a:gd name="connsiteX30" fmla="*/ 12192 w 472985"/>
                  <a:gd name="connsiteY30" fmla="*/ 158516 h 513347"/>
                  <a:gd name="connsiteX31" fmla="*/ 26887 w 472985"/>
                  <a:gd name="connsiteY31" fmla="*/ 123155 h 513347"/>
                  <a:gd name="connsiteX32" fmla="*/ 61088 w 472985"/>
                  <a:gd name="connsiteY32" fmla="*/ 109741 h 513347"/>
                  <a:gd name="connsiteX33" fmla="*/ 95354 w 472985"/>
                  <a:gd name="connsiteY33" fmla="*/ 123155 h 513347"/>
                  <a:gd name="connsiteX34" fmla="*/ 185768 w 472985"/>
                  <a:gd name="connsiteY34" fmla="*/ 70723 h 513347"/>
                  <a:gd name="connsiteX35" fmla="*/ 199243 w 472985"/>
                  <a:gd name="connsiteY35" fmla="*/ 26826 h 513347"/>
                  <a:gd name="connsiteX36" fmla="*/ 235883 w 472985"/>
                  <a:gd name="connsiteY36" fmla="*/ 12193 h 513347"/>
                  <a:gd name="connsiteX37" fmla="*/ 235883 w 472985"/>
                  <a:gd name="connsiteY37" fmla="*/ 0 h 513347"/>
                  <a:gd name="connsiteX38" fmla="*/ 191864 w 472985"/>
                  <a:gd name="connsiteY38" fmla="*/ 18291 h 513347"/>
                  <a:gd name="connsiteX39" fmla="*/ 173576 w 472985"/>
                  <a:gd name="connsiteY39" fmla="*/ 64626 h 513347"/>
                  <a:gd name="connsiteX40" fmla="*/ 96574 w 472985"/>
                  <a:gd name="connsiteY40" fmla="*/ 108522 h 513347"/>
                  <a:gd name="connsiteX41" fmla="*/ 61088 w 472985"/>
                  <a:gd name="connsiteY41" fmla="*/ 97548 h 513347"/>
                  <a:gd name="connsiteX42" fmla="*/ 18352 w 472985"/>
                  <a:gd name="connsiteY42" fmla="*/ 115839 h 513347"/>
                  <a:gd name="connsiteX43" fmla="*/ 0 w 472985"/>
                  <a:gd name="connsiteY43" fmla="*/ 159735 h 513347"/>
                  <a:gd name="connsiteX44" fmla="*/ 18352 w 472985"/>
                  <a:gd name="connsiteY44" fmla="*/ 203632 h 513347"/>
                  <a:gd name="connsiteX45" fmla="*/ 36640 w 472985"/>
                  <a:gd name="connsiteY45" fmla="*/ 215825 h 513347"/>
                  <a:gd name="connsiteX46" fmla="*/ 36640 w 472985"/>
                  <a:gd name="connsiteY46" fmla="*/ 301180 h 513347"/>
                  <a:gd name="connsiteX47" fmla="*/ 18352 w 472985"/>
                  <a:gd name="connsiteY47" fmla="*/ 313374 h 513347"/>
                  <a:gd name="connsiteX48" fmla="*/ 0 w 472985"/>
                  <a:gd name="connsiteY48" fmla="*/ 357271 h 513347"/>
                  <a:gd name="connsiteX49" fmla="*/ 18352 w 472985"/>
                  <a:gd name="connsiteY49" fmla="*/ 401168 h 513347"/>
                  <a:gd name="connsiteX50" fmla="*/ 62307 w 472985"/>
                  <a:gd name="connsiteY50" fmla="*/ 419456 h 513347"/>
                  <a:gd name="connsiteX51" fmla="*/ 100231 w 472985"/>
                  <a:gd name="connsiteY51" fmla="*/ 407264 h 513347"/>
                  <a:gd name="connsiteX52" fmla="*/ 174795 w 472985"/>
                  <a:gd name="connsiteY52" fmla="*/ 449943 h 513347"/>
                  <a:gd name="connsiteX53" fmla="*/ 193083 w 472985"/>
                  <a:gd name="connsiteY53" fmla="*/ 495059 h 513347"/>
                  <a:gd name="connsiteX54" fmla="*/ 237103 w 472985"/>
                  <a:gd name="connsiteY54" fmla="*/ 513347 h 513347"/>
                  <a:gd name="connsiteX55" fmla="*/ 281122 w 472985"/>
                  <a:gd name="connsiteY55" fmla="*/ 495059 h 513347"/>
                  <a:gd name="connsiteX56" fmla="*/ 299474 w 472985"/>
                  <a:gd name="connsiteY56" fmla="*/ 447504 h 513347"/>
                  <a:gd name="connsiteX57" fmla="*/ 371535 w 472985"/>
                  <a:gd name="connsiteY57" fmla="*/ 406045 h 513347"/>
                  <a:gd name="connsiteX58" fmla="*/ 410678 w 472985"/>
                  <a:gd name="connsiteY58" fmla="*/ 419456 h 513347"/>
                  <a:gd name="connsiteX59" fmla="*/ 454697 w 472985"/>
                  <a:gd name="connsiteY59" fmla="*/ 401168 h 513347"/>
                  <a:gd name="connsiteX60" fmla="*/ 472985 w 472985"/>
                  <a:gd name="connsiteY60" fmla="*/ 357271 h 513347"/>
                  <a:gd name="connsiteX61" fmla="*/ 454697 w 472985"/>
                  <a:gd name="connsiteY61" fmla="*/ 313374 h 513347"/>
                  <a:gd name="connsiteX62" fmla="*/ 433907 w 472985"/>
                  <a:gd name="connsiteY62" fmla="*/ 299960 h 513347"/>
                  <a:gd name="connsiteX63" fmla="*/ 433907 w 472985"/>
                  <a:gd name="connsiteY63" fmla="*/ 215825 h 513347"/>
                  <a:gd name="connsiteX64" fmla="*/ 454697 w 472985"/>
                  <a:gd name="connsiteY64" fmla="*/ 201193 h 513347"/>
                  <a:gd name="connsiteX65" fmla="*/ 472985 w 472985"/>
                  <a:gd name="connsiteY65" fmla="*/ 157297 h 513347"/>
                  <a:gd name="connsiteX66" fmla="*/ 454697 w 472985"/>
                  <a:gd name="connsiteY66" fmla="*/ 113400 h 513347"/>
                  <a:gd name="connsiteX67" fmla="*/ 410678 w 472985"/>
                  <a:gd name="connsiteY67" fmla="*/ 95110 h 513347"/>
                  <a:gd name="connsiteX68" fmla="*/ 374038 w 472985"/>
                  <a:gd name="connsiteY68" fmla="*/ 107303 h 513347"/>
                  <a:gd name="connsiteX69" fmla="*/ 299474 w 472985"/>
                  <a:gd name="connsiteY69" fmla="*/ 64626 h 513347"/>
                  <a:gd name="connsiteX70" fmla="*/ 281122 w 472985"/>
                  <a:gd name="connsiteY70" fmla="*/ 15852 h 513347"/>
                  <a:gd name="connsiteX71" fmla="*/ 235883 w 472985"/>
                  <a:gd name="connsiteY71" fmla="*/ 0 h 513347"/>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 ang="0">
                    <a:pos x="connsiteX39" y="connsiteY39"/>
                  </a:cxn>
                  <a:cxn ang="0">
                    <a:pos x="connsiteX40" y="connsiteY40"/>
                  </a:cxn>
                  <a:cxn ang="0">
                    <a:pos x="connsiteX41" y="connsiteY41"/>
                  </a:cxn>
                  <a:cxn ang="0">
                    <a:pos x="connsiteX42" y="connsiteY42"/>
                  </a:cxn>
                  <a:cxn ang="0">
                    <a:pos x="connsiteX43" y="connsiteY43"/>
                  </a:cxn>
                  <a:cxn ang="0">
                    <a:pos x="connsiteX44" y="connsiteY44"/>
                  </a:cxn>
                  <a:cxn ang="0">
                    <a:pos x="connsiteX45" y="connsiteY45"/>
                  </a:cxn>
                  <a:cxn ang="0">
                    <a:pos x="connsiteX46" y="connsiteY46"/>
                  </a:cxn>
                  <a:cxn ang="0">
                    <a:pos x="connsiteX47" y="connsiteY47"/>
                  </a:cxn>
                  <a:cxn ang="0">
                    <a:pos x="connsiteX48" y="connsiteY48"/>
                  </a:cxn>
                  <a:cxn ang="0">
                    <a:pos x="connsiteX49" y="connsiteY49"/>
                  </a:cxn>
                  <a:cxn ang="0">
                    <a:pos x="connsiteX50" y="connsiteY50"/>
                  </a:cxn>
                  <a:cxn ang="0">
                    <a:pos x="connsiteX51" y="connsiteY51"/>
                  </a:cxn>
                  <a:cxn ang="0">
                    <a:pos x="connsiteX52" y="connsiteY52"/>
                  </a:cxn>
                  <a:cxn ang="0">
                    <a:pos x="connsiteX53" y="connsiteY53"/>
                  </a:cxn>
                  <a:cxn ang="0">
                    <a:pos x="connsiteX54" y="connsiteY54"/>
                  </a:cxn>
                  <a:cxn ang="0">
                    <a:pos x="connsiteX55" y="connsiteY55"/>
                  </a:cxn>
                  <a:cxn ang="0">
                    <a:pos x="connsiteX56" y="connsiteY56"/>
                  </a:cxn>
                  <a:cxn ang="0">
                    <a:pos x="connsiteX57" y="connsiteY57"/>
                  </a:cxn>
                  <a:cxn ang="0">
                    <a:pos x="connsiteX58" y="connsiteY58"/>
                  </a:cxn>
                  <a:cxn ang="0">
                    <a:pos x="connsiteX59" y="connsiteY59"/>
                  </a:cxn>
                  <a:cxn ang="0">
                    <a:pos x="connsiteX60" y="connsiteY60"/>
                  </a:cxn>
                  <a:cxn ang="0">
                    <a:pos x="connsiteX61" y="connsiteY61"/>
                  </a:cxn>
                  <a:cxn ang="0">
                    <a:pos x="connsiteX62" y="connsiteY62"/>
                  </a:cxn>
                  <a:cxn ang="0">
                    <a:pos x="connsiteX63" y="connsiteY63"/>
                  </a:cxn>
                  <a:cxn ang="0">
                    <a:pos x="connsiteX64" y="connsiteY64"/>
                  </a:cxn>
                  <a:cxn ang="0">
                    <a:pos x="connsiteX65" y="connsiteY65"/>
                  </a:cxn>
                  <a:cxn ang="0">
                    <a:pos x="connsiteX66" y="connsiteY66"/>
                  </a:cxn>
                  <a:cxn ang="0">
                    <a:pos x="connsiteX67" y="connsiteY67"/>
                  </a:cxn>
                  <a:cxn ang="0">
                    <a:pos x="connsiteX68" y="connsiteY68"/>
                  </a:cxn>
                  <a:cxn ang="0">
                    <a:pos x="connsiteX69" y="connsiteY69"/>
                  </a:cxn>
                  <a:cxn ang="0">
                    <a:pos x="connsiteX70" y="connsiteY70"/>
                  </a:cxn>
                  <a:cxn ang="0">
                    <a:pos x="connsiteX71" y="connsiteY71"/>
                  </a:cxn>
                </a:cxnLst>
                <a:rect l="l" t="t" r="r" b="b"/>
                <a:pathLst>
                  <a:path w="472985" h="513347">
                    <a:moveTo>
                      <a:pt x="235883" y="12193"/>
                    </a:moveTo>
                    <a:cubicBezTo>
                      <a:pt x="248140" y="12193"/>
                      <a:pt x="261551" y="17071"/>
                      <a:pt x="271369" y="26826"/>
                    </a:cubicBezTo>
                    <a:cubicBezTo>
                      <a:pt x="283561" y="39020"/>
                      <a:pt x="288438" y="56090"/>
                      <a:pt x="284779" y="73161"/>
                    </a:cubicBezTo>
                    <a:lnTo>
                      <a:pt x="374038" y="124374"/>
                    </a:lnTo>
                    <a:cubicBezTo>
                      <a:pt x="382572" y="114619"/>
                      <a:pt x="394764" y="109741"/>
                      <a:pt x="407021" y="109741"/>
                    </a:cubicBezTo>
                    <a:cubicBezTo>
                      <a:pt x="419212" y="109741"/>
                      <a:pt x="432688" y="114619"/>
                      <a:pt x="442442" y="124374"/>
                    </a:cubicBezTo>
                    <a:cubicBezTo>
                      <a:pt x="452259" y="134129"/>
                      <a:pt x="457136" y="146323"/>
                      <a:pt x="457136" y="159735"/>
                    </a:cubicBezTo>
                    <a:cubicBezTo>
                      <a:pt x="457136" y="173148"/>
                      <a:pt x="452259" y="185342"/>
                      <a:pt x="442442" y="195096"/>
                    </a:cubicBezTo>
                    <a:cubicBezTo>
                      <a:pt x="435126" y="202412"/>
                      <a:pt x="426592" y="207290"/>
                      <a:pt x="417993" y="209729"/>
                    </a:cubicBezTo>
                    <a:lnTo>
                      <a:pt x="417993" y="312154"/>
                    </a:lnTo>
                    <a:cubicBezTo>
                      <a:pt x="427811" y="314593"/>
                      <a:pt x="435126" y="317032"/>
                      <a:pt x="442442" y="324346"/>
                    </a:cubicBezTo>
                    <a:cubicBezTo>
                      <a:pt x="452259" y="334106"/>
                      <a:pt x="457136" y="346298"/>
                      <a:pt x="457136" y="359709"/>
                    </a:cubicBezTo>
                    <a:cubicBezTo>
                      <a:pt x="457136" y="373120"/>
                      <a:pt x="452259" y="385319"/>
                      <a:pt x="442442" y="395072"/>
                    </a:cubicBezTo>
                    <a:cubicBezTo>
                      <a:pt x="432688" y="404826"/>
                      <a:pt x="420432" y="409703"/>
                      <a:pt x="407021" y="409703"/>
                    </a:cubicBezTo>
                    <a:cubicBezTo>
                      <a:pt x="394764" y="409703"/>
                      <a:pt x="381353" y="404826"/>
                      <a:pt x="371535" y="395072"/>
                    </a:cubicBezTo>
                    <a:cubicBezTo>
                      <a:pt x="370316" y="393853"/>
                      <a:pt x="370316" y="393853"/>
                      <a:pt x="370316" y="392634"/>
                    </a:cubicBezTo>
                    <a:lnTo>
                      <a:pt x="283561" y="442627"/>
                    </a:lnTo>
                    <a:cubicBezTo>
                      <a:pt x="287218" y="458477"/>
                      <a:pt x="282341" y="476765"/>
                      <a:pt x="270085" y="487744"/>
                    </a:cubicBezTo>
                    <a:cubicBezTo>
                      <a:pt x="260332" y="497498"/>
                      <a:pt x="248140" y="502375"/>
                      <a:pt x="234664" y="502375"/>
                    </a:cubicBezTo>
                    <a:cubicBezTo>
                      <a:pt x="221253" y="502375"/>
                      <a:pt x="208997" y="497498"/>
                      <a:pt x="199243" y="487744"/>
                    </a:cubicBezTo>
                    <a:cubicBezTo>
                      <a:pt x="188206" y="476765"/>
                      <a:pt x="182110" y="459696"/>
                      <a:pt x="185768" y="443847"/>
                    </a:cubicBezTo>
                    <a:lnTo>
                      <a:pt x="97793" y="390195"/>
                    </a:lnTo>
                    <a:lnTo>
                      <a:pt x="96574" y="391415"/>
                    </a:lnTo>
                    <a:cubicBezTo>
                      <a:pt x="86756" y="401168"/>
                      <a:pt x="74564" y="406045"/>
                      <a:pt x="61088" y="406045"/>
                    </a:cubicBezTo>
                    <a:cubicBezTo>
                      <a:pt x="48896" y="406045"/>
                      <a:pt x="35421" y="401168"/>
                      <a:pt x="25667" y="391415"/>
                    </a:cubicBezTo>
                    <a:cubicBezTo>
                      <a:pt x="17133" y="382874"/>
                      <a:pt x="12192" y="369463"/>
                      <a:pt x="12192" y="357271"/>
                    </a:cubicBezTo>
                    <a:cubicBezTo>
                      <a:pt x="12192" y="343859"/>
                      <a:pt x="17133" y="331661"/>
                      <a:pt x="26887" y="321907"/>
                    </a:cubicBezTo>
                    <a:cubicBezTo>
                      <a:pt x="32983" y="315813"/>
                      <a:pt x="40362" y="310935"/>
                      <a:pt x="48896" y="309715"/>
                    </a:cubicBezTo>
                    <a:lnTo>
                      <a:pt x="48896" y="207290"/>
                    </a:lnTo>
                    <a:cubicBezTo>
                      <a:pt x="40362" y="204851"/>
                      <a:pt x="32983" y="201193"/>
                      <a:pt x="26887" y="195096"/>
                    </a:cubicBezTo>
                    <a:cubicBezTo>
                      <a:pt x="17133" y="184122"/>
                      <a:pt x="12192" y="171929"/>
                      <a:pt x="12192" y="158516"/>
                    </a:cubicBezTo>
                    <a:cubicBezTo>
                      <a:pt x="12192" y="145103"/>
                      <a:pt x="17133" y="132910"/>
                      <a:pt x="26887" y="123155"/>
                    </a:cubicBezTo>
                    <a:cubicBezTo>
                      <a:pt x="36640" y="114619"/>
                      <a:pt x="48896" y="109741"/>
                      <a:pt x="61088" y="109741"/>
                    </a:cubicBezTo>
                    <a:cubicBezTo>
                      <a:pt x="73345" y="109741"/>
                      <a:pt x="85536" y="114619"/>
                      <a:pt x="95354" y="123155"/>
                    </a:cubicBezTo>
                    <a:lnTo>
                      <a:pt x="185768" y="70723"/>
                    </a:lnTo>
                    <a:cubicBezTo>
                      <a:pt x="182110" y="54871"/>
                      <a:pt x="186987" y="37800"/>
                      <a:pt x="199243" y="26826"/>
                    </a:cubicBezTo>
                    <a:cubicBezTo>
                      <a:pt x="210216" y="17071"/>
                      <a:pt x="222472" y="12193"/>
                      <a:pt x="235883" y="12193"/>
                    </a:cubicBezTo>
                    <a:close/>
                    <a:moveTo>
                      <a:pt x="235883" y="0"/>
                    </a:moveTo>
                    <a:cubicBezTo>
                      <a:pt x="220034" y="0"/>
                      <a:pt x="204120" y="6097"/>
                      <a:pt x="191864" y="18291"/>
                    </a:cubicBezTo>
                    <a:cubicBezTo>
                      <a:pt x="179672" y="30484"/>
                      <a:pt x="173576" y="47555"/>
                      <a:pt x="173576" y="64626"/>
                    </a:cubicBezTo>
                    <a:lnTo>
                      <a:pt x="96574" y="108522"/>
                    </a:lnTo>
                    <a:cubicBezTo>
                      <a:pt x="86756" y="101206"/>
                      <a:pt x="74564" y="97548"/>
                      <a:pt x="61088" y="97548"/>
                    </a:cubicBezTo>
                    <a:cubicBezTo>
                      <a:pt x="45239" y="97548"/>
                      <a:pt x="29325" y="103645"/>
                      <a:pt x="18352" y="115839"/>
                    </a:cubicBezTo>
                    <a:cubicBezTo>
                      <a:pt x="6096" y="128032"/>
                      <a:pt x="0" y="142664"/>
                      <a:pt x="0" y="159735"/>
                    </a:cubicBezTo>
                    <a:cubicBezTo>
                      <a:pt x="0" y="175587"/>
                      <a:pt x="6096" y="191438"/>
                      <a:pt x="18352" y="203632"/>
                    </a:cubicBezTo>
                    <a:cubicBezTo>
                      <a:pt x="23229" y="208510"/>
                      <a:pt x="30544" y="213387"/>
                      <a:pt x="36640" y="215825"/>
                    </a:cubicBezTo>
                    <a:lnTo>
                      <a:pt x="36640" y="301180"/>
                    </a:lnTo>
                    <a:cubicBezTo>
                      <a:pt x="29325" y="304838"/>
                      <a:pt x="23229" y="308496"/>
                      <a:pt x="18352" y="313374"/>
                    </a:cubicBezTo>
                    <a:cubicBezTo>
                      <a:pt x="6096" y="325565"/>
                      <a:pt x="0" y="340202"/>
                      <a:pt x="0" y="357271"/>
                    </a:cubicBezTo>
                    <a:cubicBezTo>
                      <a:pt x="0" y="373120"/>
                      <a:pt x="6096" y="388976"/>
                      <a:pt x="18352" y="401168"/>
                    </a:cubicBezTo>
                    <a:cubicBezTo>
                      <a:pt x="30544" y="413360"/>
                      <a:pt x="45239" y="419456"/>
                      <a:pt x="62307" y="419456"/>
                    </a:cubicBezTo>
                    <a:cubicBezTo>
                      <a:pt x="75783" y="419456"/>
                      <a:pt x="89194" y="414579"/>
                      <a:pt x="100231" y="407264"/>
                    </a:cubicBezTo>
                    <a:lnTo>
                      <a:pt x="174795" y="449943"/>
                    </a:lnTo>
                    <a:cubicBezTo>
                      <a:pt x="174795" y="467011"/>
                      <a:pt x="180891" y="482861"/>
                      <a:pt x="193083" y="495059"/>
                    </a:cubicBezTo>
                    <a:cubicBezTo>
                      <a:pt x="205339" y="507251"/>
                      <a:pt x="220034" y="513347"/>
                      <a:pt x="237103" y="513347"/>
                    </a:cubicBezTo>
                    <a:cubicBezTo>
                      <a:pt x="253016" y="513347"/>
                      <a:pt x="268866" y="507251"/>
                      <a:pt x="281122" y="495059"/>
                    </a:cubicBezTo>
                    <a:cubicBezTo>
                      <a:pt x="293314" y="482861"/>
                      <a:pt x="300693" y="464573"/>
                      <a:pt x="299474" y="447504"/>
                    </a:cubicBezTo>
                    <a:lnTo>
                      <a:pt x="371535" y="406045"/>
                    </a:lnTo>
                    <a:cubicBezTo>
                      <a:pt x="382572" y="414579"/>
                      <a:pt x="395983" y="419456"/>
                      <a:pt x="410678" y="419456"/>
                    </a:cubicBezTo>
                    <a:cubicBezTo>
                      <a:pt x="426592" y="419456"/>
                      <a:pt x="442442" y="413360"/>
                      <a:pt x="454697" y="401168"/>
                    </a:cubicBezTo>
                    <a:cubicBezTo>
                      <a:pt x="466890" y="388976"/>
                      <a:pt x="472985" y="374339"/>
                      <a:pt x="472985" y="357271"/>
                    </a:cubicBezTo>
                    <a:cubicBezTo>
                      <a:pt x="472985" y="341421"/>
                      <a:pt x="466890" y="325565"/>
                      <a:pt x="454697" y="313374"/>
                    </a:cubicBezTo>
                    <a:cubicBezTo>
                      <a:pt x="448537" y="307277"/>
                      <a:pt x="442442" y="303619"/>
                      <a:pt x="433907" y="299960"/>
                    </a:cubicBezTo>
                    <a:lnTo>
                      <a:pt x="433907" y="215825"/>
                    </a:lnTo>
                    <a:cubicBezTo>
                      <a:pt x="441222" y="212167"/>
                      <a:pt x="448537" y="207290"/>
                      <a:pt x="454697" y="201193"/>
                    </a:cubicBezTo>
                    <a:cubicBezTo>
                      <a:pt x="466890" y="189000"/>
                      <a:pt x="472985" y="174367"/>
                      <a:pt x="472985" y="157297"/>
                    </a:cubicBezTo>
                    <a:cubicBezTo>
                      <a:pt x="472985" y="141445"/>
                      <a:pt x="466890" y="125593"/>
                      <a:pt x="454697" y="113400"/>
                    </a:cubicBezTo>
                    <a:cubicBezTo>
                      <a:pt x="442442" y="101206"/>
                      <a:pt x="427811" y="95110"/>
                      <a:pt x="410678" y="95110"/>
                    </a:cubicBezTo>
                    <a:cubicBezTo>
                      <a:pt x="397203" y="95110"/>
                      <a:pt x="385011" y="98767"/>
                      <a:pt x="374038" y="107303"/>
                    </a:cubicBezTo>
                    <a:lnTo>
                      <a:pt x="299474" y="64626"/>
                    </a:lnTo>
                    <a:cubicBezTo>
                      <a:pt x="300693" y="46335"/>
                      <a:pt x="294533" y="29265"/>
                      <a:pt x="281122" y="15852"/>
                    </a:cubicBezTo>
                    <a:cubicBezTo>
                      <a:pt x="267646" y="6097"/>
                      <a:pt x="251797" y="0"/>
                      <a:pt x="235883" y="0"/>
                    </a:cubicBezTo>
                    <a:close/>
                  </a:path>
                </a:pathLst>
              </a:custGeom>
              <a:solidFill>
                <a:srgbClr val="FFFFFF"/>
              </a:solidFill>
              <a:ln w="6417" cap="flat">
                <a:noFill/>
                <a:prstDash val="solid"/>
                <a:miter/>
              </a:ln>
            </p:spPr>
            <p:txBody>
              <a:bodyPr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srgbClr val="7C8A98"/>
                  </a:solidFill>
                  <a:effectLst/>
                  <a:uLnTx/>
                  <a:uFillTx/>
                  <a:latin typeface="Oracle Sans Tab"/>
                  <a:ea typeface="+mn-ea"/>
                  <a:cs typeface="+mn-cs"/>
                </a:endParaRPr>
              </a:p>
            </p:txBody>
          </p:sp>
          <p:sp>
            <p:nvSpPr>
              <p:cNvPr id="108" name="Freeform: Shape 16">
                <a:extLst>
                  <a:ext uri="{FF2B5EF4-FFF2-40B4-BE49-F238E27FC236}">
                    <a16:creationId xmlns:a16="http://schemas.microsoft.com/office/drawing/2014/main" id="{6D43B23A-EA5E-A723-CEC9-1D2D415B9327}"/>
                  </a:ext>
                </a:extLst>
              </p:cNvPr>
              <p:cNvSpPr/>
              <p:nvPr/>
            </p:nvSpPr>
            <p:spPr>
              <a:xfrm>
                <a:off x="9201815" y="2376001"/>
                <a:ext cx="446163" cy="487738"/>
              </a:xfrm>
              <a:custGeom>
                <a:avLst/>
                <a:gdLst>
                  <a:gd name="connsiteX0" fmla="*/ 405801 w 446163"/>
                  <a:gd name="connsiteY0" fmla="*/ 297522 h 487738"/>
                  <a:gd name="connsiteX1" fmla="*/ 405801 w 446163"/>
                  <a:gd name="connsiteY1" fmla="*/ 195096 h 487738"/>
                  <a:gd name="connsiteX2" fmla="*/ 430250 w 446163"/>
                  <a:gd name="connsiteY2" fmla="*/ 180464 h 487738"/>
                  <a:gd name="connsiteX3" fmla="*/ 444944 w 446163"/>
                  <a:gd name="connsiteY3" fmla="*/ 145103 h 487738"/>
                  <a:gd name="connsiteX4" fmla="*/ 430250 w 446163"/>
                  <a:gd name="connsiteY4" fmla="*/ 109741 h 487738"/>
                  <a:gd name="connsiteX5" fmla="*/ 360626 w 446163"/>
                  <a:gd name="connsiteY5" fmla="*/ 109741 h 487738"/>
                  <a:gd name="connsiteX6" fmla="*/ 271369 w 446163"/>
                  <a:gd name="connsiteY6" fmla="*/ 60968 h 487738"/>
                  <a:gd name="connsiteX7" fmla="*/ 257957 w 446163"/>
                  <a:gd name="connsiteY7" fmla="*/ 14632 h 487738"/>
                  <a:gd name="connsiteX8" fmla="*/ 188270 w 446163"/>
                  <a:gd name="connsiteY8" fmla="*/ 14632 h 487738"/>
                  <a:gd name="connsiteX9" fmla="*/ 174795 w 446163"/>
                  <a:gd name="connsiteY9" fmla="*/ 58529 h 487738"/>
                  <a:gd name="connsiteX10" fmla="*/ 84382 w 446163"/>
                  <a:gd name="connsiteY10" fmla="*/ 110961 h 487738"/>
                  <a:gd name="connsiteX11" fmla="*/ 14695 w 446163"/>
                  <a:gd name="connsiteY11" fmla="*/ 112181 h 487738"/>
                  <a:gd name="connsiteX12" fmla="*/ 0 w 446163"/>
                  <a:gd name="connsiteY12" fmla="*/ 146322 h 487738"/>
                  <a:gd name="connsiteX13" fmla="*/ 14695 w 446163"/>
                  <a:gd name="connsiteY13" fmla="*/ 181683 h 487738"/>
                  <a:gd name="connsiteX14" fmla="*/ 36704 w 446163"/>
                  <a:gd name="connsiteY14" fmla="*/ 193877 h 487738"/>
                  <a:gd name="connsiteX15" fmla="*/ 36704 w 446163"/>
                  <a:gd name="connsiteY15" fmla="*/ 296303 h 487738"/>
                  <a:gd name="connsiteX16" fmla="*/ 14695 w 446163"/>
                  <a:gd name="connsiteY16" fmla="*/ 308496 h 487738"/>
                  <a:gd name="connsiteX17" fmla="*/ 0 w 446163"/>
                  <a:gd name="connsiteY17" fmla="*/ 345079 h 487738"/>
                  <a:gd name="connsiteX18" fmla="*/ 14695 w 446163"/>
                  <a:gd name="connsiteY18" fmla="*/ 380436 h 487738"/>
                  <a:gd name="connsiteX19" fmla="*/ 48896 w 446163"/>
                  <a:gd name="connsiteY19" fmla="*/ 393854 h 487738"/>
                  <a:gd name="connsiteX20" fmla="*/ 84382 w 446163"/>
                  <a:gd name="connsiteY20" fmla="*/ 379217 h 487738"/>
                  <a:gd name="connsiteX21" fmla="*/ 85600 w 446163"/>
                  <a:gd name="connsiteY21" fmla="*/ 377998 h 487738"/>
                  <a:gd name="connsiteX22" fmla="*/ 174795 w 446163"/>
                  <a:gd name="connsiteY22" fmla="*/ 429210 h 487738"/>
                  <a:gd name="connsiteX23" fmla="*/ 188270 w 446163"/>
                  <a:gd name="connsiteY23" fmla="*/ 473108 h 487738"/>
                  <a:gd name="connsiteX24" fmla="*/ 223691 w 446163"/>
                  <a:gd name="connsiteY24" fmla="*/ 487738 h 487738"/>
                  <a:gd name="connsiteX25" fmla="*/ 259176 w 446163"/>
                  <a:gd name="connsiteY25" fmla="*/ 473108 h 487738"/>
                  <a:gd name="connsiteX26" fmla="*/ 272587 w 446163"/>
                  <a:gd name="connsiteY26" fmla="*/ 427991 h 487738"/>
                  <a:gd name="connsiteX27" fmla="*/ 359343 w 446163"/>
                  <a:gd name="connsiteY27" fmla="*/ 377998 h 487738"/>
                  <a:gd name="connsiteX28" fmla="*/ 360626 w 446163"/>
                  <a:gd name="connsiteY28" fmla="*/ 380436 h 487738"/>
                  <a:gd name="connsiteX29" fmla="*/ 396047 w 446163"/>
                  <a:gd name="connsiteY29" fmla="*/ 395073 h 487738"/>
                  <a:gd name="connsiteX30" fmla="*/ 431468 w 446163"/>
                  <a:gd name="connsiteY30" fmla="*/ 380436 h 487738"/>
                  <a:gd name="connsiteX31" fmla="*/ 446163 w 446163"/>
                  <a:gd name="connsiteY31" fmla="*/ 345079 h 487738"/>
                  <a:gd name="connsiteX32" fmla="*/ 431468 w 446163"/>
                  <a:gd name="connsiteY32" fmla="*/ 309716 h 487738"/>
                  <a:gd name="connsiteX33" fmla="*/ 405801 w 446163"/>
                  <a:gd name="connsiteY33" fmla="*/ 297522 h 487738"/>
                  <a:gd name="connsiteX34" fmla="*/ 261615 w 446163"/>
                  <a:gd name="connsiteY34" fmla="*/ 407265 h 487738"/>
                  <a:gd name="connsiteX35" fmla="*/ 257957 w 446163"/>
                  <a:gd name="connsiteY35" fmla="*/ 403607 h 487738"/>
                  <a:gd name="connsiteX36" fmla="*/ 234728 w 446163"/>
                  <a:gd name="connsiteY36" fmla="*/ 391415 h 487738"/>
                  <a:gd name="connsiteX37" fmla="*/ 234728 w 446163"/>
                  <a:gd name="connsiteY37" fmla="*/ 306057 h 487738"/>
                  <a:gd name="connsiteX38" fmla="*/ 278683 w 446163"/>
                  <a:gd name="connsiteY38" fmla="*/ 290206 h 487738"/>
                  <a:gd name="connsiteX39" fmla="*/ 347151 w 446163"/>
                  <a:gd name="connsiteY39" fmla="*/ 329223 h 487738"/>
                  <a:gd name="connsiteX40" fmla="*/ 347151 w 446163"/>
                  <a:gd name="connsiteY40" fmla="*/ 357271 h 487738"/>
                  <a:gd name="connsiteX41" fmla="*/ 261615 w 446163"/>
                  <a:gd name="connsiteY41" fmla="*/ 407265 h 487738"/>
                  <a:gd name="connsiteX42" fmla="*/ 188270 w 446163"/>
                  <a:gd name="connsiteY42" fmla="*/ 403607 h 487738"/>
                  <a:gd name="connsiteX43" fmla="*/ 183393 w 446163"/>
                  <a:gd name="connsiteY43" fmla="*/ 408484 h 487738"/>
                  <a:gd name="connsiteX44" fmla="*/ 96574 w 446163"/>
                  <a:gd name="connsiteY44" fmla="*/ 358490 h 487738"/>
                  <a:gd name="connsiteX45" fmla="*/ 96574 w 446163"/>
                  <a:gd name="connsiteY45" fmla="*/ 329223 h 487738"/>
                  <a:gd name="connsiteX46" fmla="*/ 165041 w 446163"/>
                  <a:gd name="connsiteY46" fmla="*/ 288986 h 487738"/>
                  <a:gd name="connsiteX47" fmla="*/ 212718 w 446163"/>
                  <a:gd name="connsiteY47" fmla="*/ 304838 h 487738"/>
                  <a:gd name="connsiteX48" fmla="*/ 212718 w 446163"/>
                  <a:gd name="connsiteY48" fmla="*/ 390190 h 487738"/>
                  <a:gd name="connsiteX49" fmla="*/ 188270 w 446163"/>
                  <a:gd name="connsiteY49" fmla="*/ 403607 h 487738"/>
                  <a:gd name="connsiteX50" fmla="*/ 59933 w 446163"/>
                  <a:gd name="connsiteY50" fmla="*/ 195096 h 487738"/>
                  <a:gd name="connsiteX51" fmla="*/ 84382 w 446163"/>
                  <a:gd name="connsiteY51" fmla="*/ 181683 h 487738"/>
                  <a:gd name="connsiteX52" fmla="*/ 86820 w 446163"/>
                  <a:gd name="connsiteY52" fmla="*/ 179245 h 487738"/>
                  <a:gd name="connsiteX53" fmla="*/ 146689 w 446163"/>
                  <a:gd name="connsiteY53" fmla="*/ 213386 h 487738"/>
                  <a:gd name="connsiteX54" fmla="*/ 128337 w 446163"/>
                  <a:gd name="connsiteY54" fmla="*/ 238993 h 487738"/>
                  <a:gd name="connsiteX55" fmla="*/ 124679 w 446163"/>
                  <a:gd name="connsiteY55" fmla="*/ 243870 h 487738"/>
                  <a:gd name="connsiteX56" fmla="*/ 127117 w 446163"/>
                  <a:gd name="connsiteY56" fmla="*/ 248748 h 487738"/>
                  <a:gd name="connsiteX57" fmla="*/ 145470 w 446163"/>
                  <a:gd name="connsiteY57" fmla="*/ 274354 h 487738"/>
                  <a:gd name="connsiteX58" fmla="*/ 84382 w 446163"/>
                  <a:gd name="connsiteY58" fmla="*/ 309716 h 487738"/>
                  <a:gd name="connsiteX59" fmla="*/ 59933 w 446163"/>
                  <a:gd name="connsiteY59" fmla="*/ 296303 h 487738"/>
                  <a:gd name="connsiteX60" fmla="*/ 59933 w 446163"/>
                  <a:gd name="connsiteY60" fmla="*/ 195096 h 487738"/>
                  <a:gd name="connsiteX61" fmla="*/ 184613 w 446163"/>
                  <a:gd name="connsiteY61" fmla="*/ 79258 h 487738"/>
                  <a:gd name="connsiteX62" fmla="*/ 188270 w 446163"/>
                  <a:gd name="connsiteY62" fmla="*/ 84135 h 487738"/>
                  <a:gd name="connsiteX63" fmla="*/ 212718 w 446163"/>
                  <a:gd name="connsiteY63" fmla="*/ 97548 h 487738"/>
                  <a:gd name="connsiteX64" fmla="*/ 212718 w 446163"/>
                  <a:gd name="connsiteY64" fmla="*/ 181683 h 487738"/>
                  <a:gd name="connsiteX65" fmla="*/ 165041 w 446163"/>
                  <a:gd name="connsiteY65" fmla="*/ 197535 h 487738"/>
                  <a:gd name="connsiteX66" fmla="*/ 97793 w 446163"/>
                  <a:gd name="connsiteY66" fmla="*/ 158516 h 487738"/>
                  <a:gd name="connsiteX67" fmla="*/ 96574 w 446163"/>
                  <a:gd name="connsiteY67" fmla="*/ 129251 h 487738"/>
                  <a:gd name="connsiteX68" fmla="*/ 184613 w 446163"/>
                  <a:gd name="connsiteY68" fmla="*/ 79258 h 487738"/>
                  <a:gd name="connsiteX69" fmla="*/ 257957 w 446163"/>
                  <a:gd name="connsiteY69" fmla="*/ 84135 h 487738"/>
                  <a:gd name="connsiteX70" fmla="*/ 260395 w 446163"/>
                  <a:gd name="connsiteY70" fmla="*/ 80477 h 487738"/>
                  <a:gd name="connsiteX71" fmla="*/ 347151 w 446163"/>
                  <a:gd name="connsiteY71" fmla="*/ 130470 h 487738"/>
                  <a:gd name="connsiteX72" fmla="*/ 345932 w 446163"/>
                  <a:gd name="connsiteY72" fmla="*/ 158516 h 487738"/>
                  <a:gd name="connsiteX73" fmla="*/ 281121 w 446163"/>
                  <a:gd name="connsiteY73" fmla="*/ 197535 h 487738"/>
                  <a:gd name="connsiteX74" fmla="*/ 235947 w 446163"/>
                  <a:gd name="connsiteY74" fmla="*/ 181683 h 487738"/>
                  <a:gd name="connsiteX75" fmla="*/ 235947 w 446163"/>
                  <a:gd name="connsiteY75" fmla="*/ 96329 h 487738"/>
                  <a:gd name="connsiteX76" fmla="*/ 257957 w 446163"/>
                  <a:gd name="connsiteY76" fmla="*/ 84135 h 487738"/>
                  <a:gd name="connsiteX77" fmla="*/ 284844 w 446163"/>
                  <a:gd name="connsiteY77" fmla="*/ 258502 h 487738"/>
                  <a:gd name="connsiteX78" fmla="*/ 162603 w 446163"/>
                  <a:gd name="connsiteY78" fmla="*/ 258502 h 487738"/>
                  <a:gd name="connsiteX79" fmla="*/ 150346 w 446163"/>
                  <a:gd name="connsiteY79" fmla="*/ 243870 h 487738"/>
                  <a:gd name="connsiteX80" fmla="*/ 162603 w 446163"/>
                  <a:gd name="connsiteY80" fmla="*/ 229238 h 487738"/>
                  <a:gd name="connsiteX81" fmla="*/ 284844 w 446163"/>
                  <a:gd name="connsiteY81" fmla="*/ 229238 h 487738"/>
                  <a:gd name="connsiteX82" fmla="*/ 297036 w 446163"/>
                  <a:gd name="connsiteY82" fmla="*/ 243870 h 487738"/>
                  <a:gd name="connsiteX83" fmla="*/ 284844 w 446163"/>
                  <a:gd name="connsiteY83" fmla="*/ 258502 h 487738"/>
                  <a:gd name="connsiteX84" fmla="*/ 360626 w 446163"/>
                  <a:gd name="connsiteY84" fmla="*/ 309716 h 487738"/>
                  <a:gd name="connsiteX85" fmla="*/ 360626 w 446163"/>
                  <a:gd name="connsiteY85" fmla="*/ 309716 h 487738"/>
                  <a:gd name="connsiteX86" fmla="*/ 299474 w 446163"/>
                  <a:gd name="connsiteY86" fmla="*/ 275574 h 487738"/>
                  <a:gd name="connsiteX87" fmla="*/ 300693 w 446163"/>
                  <a:gd name="connsiteY87" fmla="*/ 274354 h 487738"/>
                  <a:gd name="connsiteX88" fmla="*/ 319045 w 446163"/>
                  <a:gd name="connsiteY88" fmla="*/ 248748 h 487738"/>
                  <a:gd name="connsiteX89" fmla="*/ 321484 w 446163"/>
                  <a:gd name="connsiteY89" fmla="*/ 243870 h 487738"/>
                  <a:gd name="connsiteX90" fmla="*/ 319045 w 446163"/>
                  <a:gd name="connsiteY90" fmla="*/ 238993 h 487738"/>
                  <a:gd name="connsiteX91" fmla="*/ 300693 w 446163"/>
                  <a:gd name="connsiteY91" fmla="*/ 213386 h 487738"/>
                  <a:gd name="connsiteX92" fmla="*/ 359343 w 446163"/>
                  <a:gd name="connsiteY92" fmla="*/ 179245 h 487738"/>
                  <a:gd name="connsiteX93" fmla="*/ 361846 w 446163"/>
                  <a:gd name="connsiteY93" fmla="*/ 181683 h 487738"/>
                  <a:gd name="connsiteX94" fmla="*/ 385011 w 446163"/>
                  <a:gd name="connsiteY94" fmla="*/ 195096 h 487738"/>
                  <a:gd name="connsiteX95" fmla="*/ 385011 w 446163"/>
                  <a:gd name="connsiteY95" fmla="*/ 297522 h 487738"/>
                  <a:gd name="connsiteX96" fmla="*/ 360626 w 446163"/>
                  <a:gd name="connsiteY96" fmla="*/ 309716 h 487738"/>
                  <a:gd name="connsiteX97" fmla="*/ 376476 w 446163"/>
                  <a:gd name="connsiteY97" fmla="*/ 128032 h 487738"/>
                  <a:gd name="connsiteX98" fmla="*/ 414399 w 446163"/>
                  <a:gd name="connsiteY98" fmla="*/ 128032 h 487738"/>
                  <a:gd name="connsiteX99" fmla="*/ 421715 w 446163"/>
                  <a:gd name="connsiteY99" fmla="*/ 146322 h 487738"/>
                  <a:gd name="connsiteX100" fmla="*/ 414399 w 446163"/>
                  <a:gd name="connsiteY100" fmla="*/ 164613 h 487738"/>
                  <a:gd name="connsiteX101" fmla="*/ 394828 w 446163"/>
                  <a:gd name="connsiteY101" fmla="*/ 171928 h 487738"/>
                  <a:gd name="connsiteX102" fmla="*/ 376476 w 446163"/>
                  <a:gd name="connsiteY102" fmla="*/ 164613 h 487738"/>
                  <a:gd name="connsiteX103" fmla="*/ 372818 w 446163"/>
                  <a:gd name="connsiteY103" fmla="*/ 131690 h 487738"/>
                  <a:gd name="connsiteX104" fmla="*/ 376476 w 446163"/>
                  <a:gd name="connsiteY104" fmla="*/ 128032 h 487738"/>
                  <a:gd name="connsiteX105" fmla="*/ 204119 w 446163"/>
                  <a:gd name="connsiteY105" fmla="*/ 30484 h 487738"/>
                  <a:gd name="connsiteX106" fmla="*/ 242043 w 446163"/>
                  <a:gd name="connsiteY106" fmla="*/ 30484 h 487738"/>
                  <a:gd name="connsiteX107" fmla="*/ 246920 w 446163"/>
                  <a:gd name="connsiteY107" fmla="*/ 60968 h 487738"/>
                  <a:gd name="connsiteX108" fmla="*/ 242043 w 446163"/>
                  <a:gd name="connsiteY108" fmla="*/ 68284 h 487738"/>
                  <a:gd name="connsiteX109" fmla="*/ 204119 w 446163"/>
                  <a:gd name="connsiteY109" fmla="*/ 68284 h 487738"/>
                  <a:gd name="connsiteX110" fmla="*/ 198024 w 446163"/>
                  <a:gd name="connsiteY110" fmla="*/ 59748 h 487738"/>
                  <a:gd name="connsiteX111" fmla="*/ 204119 w 446163"/>
                  <a:gd name="connsiteY111" fmla="*/ 30484 h 487738"/>
                  <a:gd name="connsiteX112" fmla="*/ 23229 w 446163"/>
                  <a:gd name="connsiteY112" fmla="*/ 146322 h 487738"/>
                  <a:gd name="connsiteX113" fmla="*/ 30608 w 446163"/>
                  <a:gd name="connsiteY113" fmla="*/ 128032 h 487738"/>
                  <a:gd name="connsiteX114" fmla="*/ 68468 w 446163"/>
                  <a:gd name="connsiteY114" fmla="*/ 128032 h 487738"/>
                  <a:gd name="connsiteX115" fmla="*/ 72125 w 446163"/>
                  <a:gd name="connsiteY115" fmla="*/ 131690 h 487738"/>
                  <a:gd name="connsiteX116" fmla="*/ 68468 w 446163"/>
                  <a:gd name="connsiteY116" fmla="*/ 165832 h 487738"/>
                  <a:gd name="connsiteX117" fmla="*/ 48896 w 446163"/>
                  <a:gd name="connsiteY117" fmla="*/ 173148 h 487738"/>
                  <a:gd name="connsiteX118" fmla="*/ 30608 w 446163"/>
                  <a:gd name="connsiteY118" fmla="*/ 165832 h 487738"/>
                  <a:gd name="connsiteX119" fmla="*/ 23229 w 446163"/>
                  <a:gd name="connsiteY119" fmla="*/ 146322 h 487738"/>
                  <a:gd name="connsiteX120" fmla="*/ 30608 w 446163"/>
                  <a:gd name="connsiteY120" fmla="*/ 363367 h 487738"/>
                  <a:gd name="connsiteX121" fmla="*/ 23229 w 446163"/>
                  <a:gd name="connsiteY121" fmla="*/ 345079 h 487738"/>
                  <a:gd name="connsiteX122" fmla="*/ 30608 w 446163"/>
                  <a:gd name="connsiteY122" fmla="*/ 326785 h 487738"/>
                  <a:gd name="connsiteX123" fmla="*/ 48896 w 446163"/>
                  <a:gd name="connsiteY123" fmla="*/ 319470 h 487738"/>
                  <a:gd name="connsiteX124" fmla="*/ 68468 w 446163"/>
                  <a:gd name="connsiteY124" fmla="*/ 326785 h 487738"/>
                  <a:gd name="connsiteX125" fmla="*/ 72125 w 446163"/>
                  <a:gd name="connsiteY125" fmla="*/ 358490 h 487738"/>
                  <a:gd name="connsiteX126" fmla="*/ 68468 w 446163"/>
                  <a:gd name="connsiteY126" fmla="*/ 364586 h 487738"/>
                  <a:gd name="connsiteX127" fmla="*/ 30608 w 446163"/>
                  <a:gd name="connsiteY127" fmla="*/ 363367 h 487738"/>
                  <a:gd name="connsiteX128" fmla="*/ 242043 w 446163"/>
                  <a:gd name="connsiteY128" fmla="*/ 457258 h 487738"/>
                  <a:gd name="connsiteX129" fmla="*/ 204119 w 446163"/>
                  <a:gd name="connsiteY129" fmla="*/ 457258 h 487738"/>
                  <a:gd name="connsiteX130" fmla="*/ 198024 w 446163"/>
                  <a:gd name="connsiteY130" fmla="*/ 427991 h 487738"/>
                  <a:gd name="connsiteX131" fmla="*/ 204119 w 446163"/>
                  <a:gd name="connsiteY131" fmla="*/ 419457 h 487738"/>
                  <a:gd name="connsiteX132" fmla="*/ 242043 w 446163"/>
                  <a:gd name="connsiteY132" fmla="*/ 419457 h 487738"/>
                  <a:gd name="connsiteX133" fmla="*/ 246920 w 446163"/>
                  <a:gd name="connsiteY133" fmla="*/ 426772 h 487738"/>
                  <a:gd name="connsiteX134" fmla="*/ 242043 w 446163"/>
                  <a:gd name="connsiteY134" fmla="*/ 457258 h 487738"/>
                  <a:gd name="connsiteX135" fmla="*/ 414399 w 446163"/>
                  <a:gd name="connsiteY135" fmla="*/ 363367 h 487738"/>
                  <a:gd name="connsiteX136" fmla="*/ 376476 w 446163"/>
                  <a:gd name="connsiteY136" fmla="*/ 363367 h 487738"/>
                  <a:gd name="connsiteX137" fmla="*/ 371600 w 446163"/>
                  <a:gd name="connsiteY137" fmla="*/ 357271 h 487738"/>
                  <a:gd name="connsiteX138" fmla="*/ 376476 w 446163"/>
                  <a:gd name="connsiteY138" fmla="*/ 325566 h 487738"/>
                  <a:gd name="connsiteX139" fmla="*/ 394828 w 446163"/>
                  <a:gd name="connsiteY139" fmla="*/ 318250 h 487738"/>
                  <a:gd name="connsiteX140" fmla="*/ 414399 w 446163"/>
                  <a:gd name="connsiteY140" fmla="*/ 325566 h 487738"/>
                  <a:gd name="connsiteX141" fmla="*/ 421715 w 446163"/>
                  <a:gd name="connsiteY141" fmla="*/ 343860 h 487738"/>
                  <a:gd name="connsiteX142" fmla="*/ 414399 w 446163"/>
                  <a:gd name="connsiteY142" fmla="*/ 363367 h 487738"/>
                  <a:gd name="connsiteX143" fmla="*/ 253016 w 446163"/>
                  <a:gd name="connsiteY143" fmla="*/ 243870 h 487738"/>
                  <a:gd name="connsiteX144" fmla="*/ 224911 w 446163"/>
                  <a:gd name="connsiteY144" fmla="*/ 271916 h 487738"/>
                  <a:gd name="connsiteX145" fmla="*/ 196805 w 446163"/>
                  <a:gd name="connsiteY145" fmla="*/ 243870 h 487738"/>
                  <a:gd name="connsiteX146" fmla="*/ 224911 w 446163"/>
                  <a:gd name="connsiteY146" fmla="*/ 215825 h 487738"/>
                  <a:gd name="connsiteX147" fmla="*/ 253016 w 446163"/>
                  <a:gd name="connsiteY147" fmla="*/ 243870 h 487738"/>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 ang="0">
                    <a:pos x="connsiteX39" y="connsiteY39"/>
                  </a:cxn>
                  <a:cxn ang="0">
                    <a:pos x="connsiteX40" y="connsiteY40"/>
                  </a:cxn>
                  <a:cxn ang="0">
                    <a:pos x="connsiteX41" y="connsiteY41"/>
                  </a:cxn>
                  <a:cxn ang="0">
                    <a:pos x="connsiteX42" y="connsiteY42"/>
                  </a:cxn>
                  <a:cxn ang="0">
                    <a:pos x="connsiteX43" y="connsiteY43"/>
                  </a:cxn>
                  <a:cxn ang="0">
                    <a:pos x="connsiteX44" y="connsiteY44"/>
                  </a:cxn>
                  <a:cxn ang="0">
                    <a:pos x="connsiteX45" y="connsiteY45"/>
                  </a:cxn>
                  <a:cxn ang="0">
                    <a:pos x="connsiteX46" y="connsiteY46"/>
                  </a:cxn>
                  <a:cxn ang="0">
                    <a:pos x="connsiteX47" y="connsiteY47"/>
                  </a:cxn>
                  <a:cxn ang="0">
                    <a:pos x="connsiteX48" y="connsiteY48"/>
                  </a:cxn>
                  <a:cxn ang="0">
                    <a:pos x="connsiteX49" y="connsiteY49"/>
                  </a:cxn>
                  <a:cxn ang="0">
                    <a:pos x="connsiteX50" y="connsiteY50"/>
                  </a:cxn>
                  <a:cxn ang="0">
                    <a:pos x="connsiteX51" y="connsiteY51"/>
                  </a:cxn>
                  <a:cxn ang="0">
                    <a:pos x="connsiteX52" y="connsiteY52"/>
                  </a:cxn>
                  <a:cxn ang="0">
                    <a:pos x="connsiteX53" y="connsiteY53"/>
                  </a:cxn>
                  <a:cxn ang="0">
                    <a:pos x="connsiteX54" y="connsiteY54"/>
                  </a:cxn>
                  <a:cxn ang="0">
                    <a:pos x="connsiteX55" y="connsiteY55"/>
                  </a:cxn>
                  <a:cxn ang="0">
                    <a:pos x="connsiteX56" y="connsiteY56"/>
                  </a:cxn>
                  <a:cxn ang="0">
                    <a:pos x="connsiteX57" y="connsiteY57"/>
                  </a:cxn>
                  <a:cxn ang="0">
                    <a:pos x="connsiteX58" y="connsiteY58"/>
                  </a:cxn>
                  <a:cxn ang="0">
                    <a:pos x="connsiteX59" y="connsiteY59"/>
                  </a:cxn>
                  <a:cxn ang="0">
                    <a:pos x="connsiteX60" y="connsiteY60"/>
                  </a:cxn>
                  <a:cxn ang="0">
                    <a:pos x="connsiteX61" y="connsiteY61"/>
                  </a:cxn>
                  <a:cxn ang="0">
                    <a:pos x="connsiteX62" y="connsiteY62"/>
                  </a:cxn>
                  <a:cxn ang="0">
                    <a:pos x="connsiteX63" y="connsiteY63"/>
                  </a:cxn>
                  <a:cxn ang="0">
                    <a:pos x="connsiteX64" y="connsiteY64"/>
                  </a:cxn>
                  <a:cxn ang="0">
                    <a:pos x="connsiteX65" y="connsiteY65"/>
                  </a:cxn>
                  <a:cxn ang="0">
                    <a:pos x="connsiteX66" y="connsiteY66"/>
                  </a:cxn>
                  <a:cxn ang="0">
                    <a:pos x="connsiteX67" y="connsiteY67"/>
                  </a:cxn>
                  <a:cxn ang="0">
                    <a:pos x="connsiteX68" y="connsiteY68"/>
                  </a:cxn>
                  <a:cxn ang="0">
                    <a:pos x="connsiteX69" y="connsiteY69"/>
                  </a:cxn>
                  <a:cxn ang="0">
                    <a:pos x="connsiteX70" y="connsiteY70"/>
                  </a:cxn>
                  <a:cxn ang="0">
                    <a:pos x="connsiteX71" y="connsiteY71"/>
                  </a:cxn>
                  <a:cxn ang="0">
                    <a:pos x="connsiteX72" y="connsiteY72"/>
                  </a:cxn>
                  <a:cxn ang="0">
                    <a:pos x="connsiteX73" y="connsiteY73"/>
                  </a:cxn>
                  <a:cxn ang="0">
                    <a:pos x="connsiteX74" y="connsiteY74"/>
                  </a:cxn>
                  <a:cxn ang="0">
                    <a:pos x="connsiteX75" y="connsiteY75"/>
                  </a:cxn>
                  <a:cxn ang="0">
                    <a:pos x="connsiteX76" y="connsiteY76"/>
                  </a:cxn>
                  <a:cxn ang="0">
                    <a:pos x="connsiteX77" y="connsiteY77"/>
                  </a:cxn>
                  <a:cxn ang="0">
                    <a:pos x="connsiteX78" y="connsiteY78"/>
                  </a:cxn>
                  <a:cxn ang="0">
                    <a:pos x="connsiteX79" y="connsiteY79"/>
                  </a:cxn>
                  <a:cxn ang="0">
                    <a:pos x="connsiteX80" y="connsiteY80"/>
                  </a:cxn>
                  <a:cxn ang="0">
                    <a:pos x="connsiteX81" y="connsiteY81"/>
                  </a:cxn>
                  <a:cxn ang="0">
                    <a:pos x="connsiteX82" y="connsiteY82"/>
                  </a:cxn>
                  <a:cxn ang="0">
                    <a:pos x="connsiteX83" y="connsiteY83"/>
                  </a:cxn>
                  <a:cxn ang="0">
                    <a:pos x="connsiteX84" y="connsiteY84"/>
                  </a:cxn>
                  <a:cxn ang="0">
                    <a:pos x="connsiteX85" y="connsiteY85"/>
                  </a:cxn>
                  <a:cxn ang="0">
                    <a:pos x="connsiteX86" y="connsiteY86"/>
                  </a:cxn>
                  <a:cxn ang="0">
                    <a:pos x="connsiteX87" y="connsiteY87"/>
                  </a:cxn>
                  <a:cxn ang="0">
                    <a:pos x="connsiteX88" y="connsiteY88"/>
                  </a:cxn>
                  <a:cxn ang="0">
                    <a:pos x="connsiteX89" y="connsiteY89"/>
                  </a:cxn>
                  <a:cxn ang="0">
                    <a:pos x="connsiteX90" y="connsiteY90"/>
                  </a:cxn>
                  <a:cxn ang="0">
                    <a:pos x="connsiteX91" y="connsiteY91"/>
                  </a:cxn>
                  <a:cxn ang="0">
                    <a:pos x="connsiteX92" y="connsiteY92"/>
                  </a:cxn>
                  <a:cxn ang="0">
                    <a:pos x="connsiteX93" y="connsiteY93"/>
                  </a:cxn>
                  <a:cxn ang="0">
                    <a:pos x="connsiteX94" y="connsiteY94"/>
                  </a:cxn>
                  <a:cxn ang="0">
                    <a:pos x="connsiteX95" y="connsiteY95"/>
                  </a:cxn>
                  <a:cxn ang="0">
                    <a:pos x="connsiteX96" y="connsiteY96"/>
                  </a:cxn>
                  <a:cxn ang="0">
                    <a:pos x="connsiteX97" y="connsiteY97"/>
                  </a:cxn>
                  <a:cxn ang="0">
                    <a:pos x="connsiteX98" y="connsiteY98"/>
                  </a:cxn>
                  <a:cxn ang="0">
                    <a:pos x="connsiteX99" y="connsiteY99"/>
                  </a:cxn>
                  <a:cxn ang="0">
                    <a:pos x="connsiteX100" y="connsiteY100"/>
                  </a:cxn>
                  <a:cxn ang="0">
                    <a:pos x="connsiteX101" y="connsiteY101"/>
                  </a:cxn>
                  <a:cxn ang="0">
                    <a:pos x="connsiteX102" y="connsiteY102"/>
                  </a:cxn>
                  <a:cxn ang="0">
                    <a:pos x="connsiteX103" y="connsiteY103"/>
                  </a:cxn>
                  <a:cxn ang="0">
                    <a:pos x="connsiteX104" y="connsiteY104"/>
                  </a:cxn>
                  <a:cxn ang="0">
                    <a:pos x="connsiteX105" y="connsiteY105"/>
                  </a:cxn>
                  <a:cxn ang="0">
                    <a:pos x="connsiteX106" y="connsiteY106"/>
                  </a:cxn>
                  <a:cxn ang="0">
                    <a:pos x="connsiteX107" y="connsiteY107"/>
                  </a:cxn>
                  <a:cxn ang="0">
                    <a:pos x="connsiteX108" y="connsiteY108"/>
                  </a:cxn>
                  <a:cxn ang="0">
                    <a:pos x="connsiteX109" y="connsiteY109"/>
                  </a:cxn>
                  <a:cxn ang="0">
                    <a:pos x="connsiteX110" y="connsiteY110"/>
                  </a:cxn>
                  <a:cxn ang="0">
                    <a:pos x="connsiteX111" y="connsiteY111"/>
                  </a:cxn>
                  <a:cxn ang="0">
                    <a:pos x="connsiteX112" y="connsiteY112"/>
                  </a:cxn>
                  <a:cxn ang="0">
                    <a:pos x="connsiteX113" y="connsiteY113"/>
                  </a:cxn>
                  <a:cxn ang="0">
                    <a:pos x="connsiteX114" y="connsiteY114"/>
                  </a:cxn>
                  <a:cxn ang="0">
                    <a:pos x="connsiteX115" y="connsiteY115"/>
                  </a:cxn>
                  <a:cxn ang="0">
                    <a:pos x="connsiteX116" y="connsiteY116"/>
                  </a:cxn>
                  <a:cxn ang="0">
                    <a:pos x="connsiteX117" y="connsiteY117"/>
                  </a:cxn>
                  <a:cxn ang="0">
                    <a:pos x="connsiteX118" y="connsiteY118"/>
                  </a:cxn>
                  <a:cxn ang="0">
                    <a:pos x="connsiteX119" y="connsiteY119"/>
                  </a:cxn>
                  <a:cxn ang="0">
                    <a:pos x="connsiteX120" y="connsiteY120"/>
                  </a:cxn>
                  <a:cxn ang="0">
                    <a:pos x="connsiteX121" y="connsiteY121"/>
                  </a:cxn>
                  <a:cxn ang="0">
                    <a:pos x="connsiteX122" y="connsiteY122"/>
                  </a:cxn>
                  <a:cxn ang="0">
                    <a:pos x="connsiteX123" y="connsiteY123"/>
                  </a:cxn>
                  <a:cxn ang="0">
                    <a:pos x="connsiteX124" y="connsiteY124"/>
                  </a:cxn>
                  <a:cxn ang="0">
                    <a:pos x="connsiteX125" y="connsiteY125"/>
                  </a:cxn>
                  <a:cxn ang="0">
                    <a:pos x="connsiteX126" y="connsiteY126"/>
                  </a:cxn>
                  <a:cxn ang="0">
                    <a:pos x="connsiteX127" y="connsiteY127"/>
                  </a:cxn>
                  <a:cxn ang="0">
                    <a:pos x="connsiteX128" y="connsiteY128"/>
                  </a:cxn>
                  <a:cxn ang="0">
                    <a:pos x="connsiteX129" y="connsiteY129"/>
                  </a:cxn>
                  <a:cxn ang="0">
                    <a:pos x="connsiteX130" y="connsiteY130"/>
                  </a:cxn>
                  <a:cxn ang="0">
                    <a:pos x="connsiteX131" y="connsiteY131"/>
                  </a:cxn>
                  <a:cxn ang="0">
                    <a:pos x="connsiteX132" y="connsiteY132"/>
                  </a:cxn>
                  <a:cxn ang="0">
                    <a:pos x="connsiteX133" y="connsiteY133"/>
                  </a:cxn>
                  <a:cxn ang="0">
                    <a:pos x="connsiteX134" y="connsiteY134"/>
                  </a:cxn>
                  <a:cxn ang="0">
                    <a:pos x="connsiteX135" y="connsiteY135"/>
                  </a:cxn>
                  <a:cxn ang="0">
                    <a:pos x="connsiteX136" y="connsiteY136"/>
                  </a:cxn>
                  <a:cxn ang="0">
                    <a:pos x="connsiteX137" y="connsiteY137"/>
                  </a:cxn>
                  <a:cxn ang="0">
                    <a:pos x="connsiteX138" y="connsiteY138"/>
                  </a:cxn>
                  <a:cxn ang="0">
                    <a:pos x="connsiteX139" y="connsiteY139"/>
                  </a:cxn>
                  <a:cxn ang="0">
                    <a:pos x="connsiteX140" y="connsiteY140"/>
                  </a:cxn>
                  <a:cxn ang="0">
                    <a:pos x="connsiteX141" y="connsiteY141"/>
                  </a:cxn>
                  <a:cxn ang="0">
                    <a:pos x="connsiteX142" y="connsiteY142"/>
                  </a:cxn>
                  <a:cxn ang="0">
                    <a:pos x="connsiteX143" y="connsiteY143"/>
                  </a:cxn>
                  <a:cxn ang="0">
                    <a:pos x="connsiteX144" y="connsiteY144"/>
                  </a:cxn>
                  <a:cxn ang="0">
                    <a:pos x="connsiteX145" y="connsiteY145"/>
                  </a:cxn>
                  <a:cxn ang="0">
                    <a:pos x="connsiteX146" y="connsiteY146"/>
                  </a:cxn>
                  <a:cxn ang="0">
                    <a:pos x="connsiteX147" y="connsiteY147"/>
                  </a:cxn>
                </a:cxnLst>
                <a:rect l="l" t="t" r="r" b="b"/>
                <a:pathLst>
                  <a:path w="446163" h="487738">
                    <a:moveTo>
                      <a:pt x="405801" y="297522"/>
                    </a:moveTo>
                    <a:lnTo>
                      <a:pt x="405801" y="195096"/>
                    </a:lnTo>
                    <a:cubicBezTo>
                      <a:pt x="415619" y="192657"/>
                      <a:pt x="424153" y="187780"/>
                      <a:pt x="430250" y="180464"/>
                    </a:cubicBezTo>
                    <a:cubicBezTo>
                      <a:pt x="440067" y="170709"/>
                      <a:pt x="444944" y="158516"/>
                      <a:pt x="444944" y="145103"/>
                    </a:cubicBezTo>
                    <a:cubicBezTo>
                      <a:pt x="444944" y="131690"/>
                      <a:pt x="440067" y="119496"/>
                      <a:pt x="430250" y="109741"/>
                    </a:cubicBezTo>
                    <a:cubicBezTo>
                      <a:pt x="410678" y="90232"/>
                      <a:pt x="380134" y="90232"/>
                      <a:pt x="360626" y="109741"/>
                    </a:cubicBezTo>
                    <a:lnTo>
                      <a:pt x="271369" y="60968"/>
                    </a:lnTo>
                    <a:cubicBezTo>
                      <a:pt x="275026" y="45116"/>
                      <a:pt x="270149" y="26826"/>
                      <a:pt x="257957" y="14632"/>
                    </a:cubicBezTo>
                    <a:cubicBezTo>
                      <a:pt x="238386" y="-4877"/>
                      <a:pt x="207842" y="-4877"/>
                      <a:pt x="188270" y="14632"/>
                    </a:cubicBezTo>
                    <a:cubicBezTo>
                      <a:pt x="176014" y="26826"/>
                      <a:pt x="171137" y="42677"/>
                      <a:pt x="174795" y="58529"/>
                    </a:cubicBezTo>
                    <a:lnTo>
                      <a:pt x="84382" y="110961"/>
                    </a:lnTo>
                    <a:cubicBezTo>
                      <a:pt x="64810" y="92671"/>
                      <a:pt x="34266" y="92671"/>
                      <a:pt x="14695" y="112181"/>
                    </a:cubicBezTo>
                    <a:cubicBezTo>
                      <a:pt x="4941" y="120716"/>
                      <a:pt x="0" y="132910"/>
                      <a:pt x="0" y="146322"/>
                    </a:cubicBezTo>
                    <a:cubicBezTo>
                      <a:pt x="0" y="159735"/>
                      <a:pt x="4941" y="171928"/>
                      <a:pt x="14695" y="181683"/>
                    </a:cubicBezTo>
                    <a:cubicBezTo>
                      <a:pt x="20791" y="187780"/>
                      <a:pt x="28170" y="192657"/>
                      <a:pt x="36704" y="193877"/>
                    </a:cubicBezTo>
                    <a:lnTo>
                      <a:pt x="36704" y="296303"/>
                    </a:lnTo>
                    <a:cubicBezTo>
                      <a:pt x="28170" y="298741"/>
                      <a:pt x="20791" y="302400"/>
                      <a:pt x="14695" y="308496"/>
                    </a:cubicBezTo>
                    <a:cubicBezTo>
                      <a:pt x="4941" y="319470"/>
                      <a:pt x="0" y="331662"/>
                      <a:pt x="0" y="345079"/>
                    </a:cubicBezTo>
                    <a:cubicBezTo>
                      <a:pt x="0" y="358490"/>
                      <a:pt x="4941" y="370682"/>
                      <a:pt x="14695" y="380436"/>
                    </a:cubicBezTo>
                    <a:cubicBezTo>
                      <a:pt x="24448" y="388970"/>
                      <a:pt x="36704" y="393854"/>
                      <a:pt x="48896" y="393854"/>
                    </a:cubicBezTo>
                    <a:cubicBezTo>
                      <a:pt x="61153" y="393854"/>
                      <a:pt x="74564" y="388970"/>
                      <a:pt x="84382" y="379217"/>
                    </a:cubicBezTo>
                    <a:lnTo>
                      <a:pt x="85600" y="377998"/>
                    </a:lnTo>
                    <a:lnTo>
                      <a:pt x="174795" y="429210"/>
                    </a:lnTo>
                    <a:cubicBezTo>
                      <a:pt x="172356" y="445066"/>
                      <a:pt x="177233" y="460916"/>
                      <a:pt x="188270" y="473108"/>
                    </a:cubicBezTo>
                    <a:cubicBezTo>
                      <a:pt x="198024" y="482862"/>
                      <a:pt x="210280" y="487738"/>
                      <a:pt x="223691" y="487738"/>
                    </a:cubicBezTo>
                    <a:cubicBezTo>
                      <a:pt x="235947" y="487738"/>
                      <a:pt x="249358" y="482862"/>
                      <a:pt x="259176" y="473108"/>
                    </a:cubicBezTo>
                    <a:cubicBezTo>
                      <a:pt x="271369" y="460916"/>
                      <a:pt x="276245" y="443847"/>
                      <a:pt x="272587" y="427991"/>
                    </a:cubicBezTo>
                    <a:lnTo>
                      <a:pt x="359343" y="377998"/>
                    </a:lnTo>
                    <a:cubicBezTo>
                      <a:pt x="359343" y="379217"/>
                      <a:pt x="360626" y="379217"/>
                      <a:pt x="360626" y="380436"/>
                    </a:cubicBezTo>
                    <a:cubicBezTo>
                      <a:pt x="370380" y="390190"/>
                      <a:pt x="382572" y="395073"/>
                      <a:pt x="396047" y="395073"/>
                    </a:cubicBezTo>
                    <a:cubicBezTo>
                      <a:pt x="408239" y="395073"/>
                      <a:pt x="421715" y="390190"/>
                      <a:pt x="431468" y="380436"/>
                    </a:cubicBezTo>
                    <a:cubicBezTo>
                      <a:pt x="441286" y="370682"/>
                      <a:pt x="446163" y="358490"/>
                      <a:pt x="446163" y="345079"/>
                    </a:cubicBezTo>
                    <a:cubicBezTo>
                      <a:pt x="446163" y="331662"/>
                      <a:pt x="441286" y="319470"/>
                      <a:pt x="431468" y="309716"/>
                    </a:cubicBezTo>
                    <a:cubicBezTo>
                      <a:pt x="422934" y="302400"/>
                      <a:pt x="414399" y="299960"/>
                      <a:pt x="405801" y="297522"/>
                    </a:cubicBezTo>
                    <a:close/>
                    <a:moveTo>
                      <a:pt x="261615" y="407265"/>
                    </a:moveTo>
                    <a:cubicBezTo>
                      <a:pt x="260395" y="406046"/>
                      <a:pt x="259176" y="404826"/>
                      <a:pt x="257957" y="403607"/>
                    </a:cubicBezTo>
                    <a:cubicBezTo>
                      <a:pt x="251797" y="397511"/>
                      <a:pt x="243263" y="392634"/>
                      <a:pt x="234728" y="391415"/>
                    </a:cubicBezTo>
                    <a:lnTo>
                      <a:pt x="234728" y="306057"/>
                    </a:lnTo>
                    <a:cubicBezTo>
                      <a:pt x="250578" y="304838"/>
                      <a:pt x="265272" y="298741"/>
                      <a:pt x="278683" y="290206"/>
                    </a:cubicBezTo>
                    <a:lnTo>
                      <a:pt x="347151" y="329223"/>
                    </a:lnTo>
                    <a:cubicBezTo>
                      <a:pt x="344713" y="337758"/>
                      <a:pt x="343494" y="347518"/>
                      <a:pt x="347151" y="357271"/>
                    </a:cubicBezTo>
                    <a:lnTo>
                      <a:pt x="261615" y="407265"/>
                    </a:lnTo>
                    <a:close/>
                    <a:moveTo>
                      <a:pt x="188270" y="403607"/>
                    </a:moveTo>
                    <a:cubicBezTo>
                      <a:pt x="187051" y="404826"/>
                      <a:pt x="184613" y="407265"/>
                      <a:pt x="183393" y="408484"/>
                    </a:cubicBezTo>
                    <a:lnTo>
                      <a:pt x="96574" y="358490"/>
                    </a:lnTo>
                    <a:cubicBezTo>
                      <a:pt x="99011" y="348737"/>
                      <a:pt x="99011" y="338977"/>
                      <a:pt x="96574" y="329223"/>
                    </a:cubicBezTo>
                    <a:lnTo>
                      <a:pt x="165041" y="288986"/>
                    </a:lnTo>
                    <a:cubicBezTo>
                      <a:pt x="179672" y="297522"/>
                      <a:pt x="195585" y="303619"/>
                      <a:pt x="212718" y="304838"/>
                    </a:cubicBezTo>
                    <a:lnTo>
                      <a:pt x="212718" y="390190"/>
                    </a:lnTo>
                    <a:cubicBezTo>
                      <a:pt x="204119" y="392634"/>
                      <a:pt x="195585" y="396292"/>
                      <a:pt x="188270" y="403607"/>
                    </a:cubicBezTo>
                    <a:close/>
                    <a:moveTo>
                      <a:pt x="59933" y="195096"/>
                    </a:moveTo>
                    <a:cubicBezTo>
                      <a:pt x="69687" y="192657"/>
                      <a:pt x="78285" y="189000"/>
                      <a:pt x="84382" y="181683"/>
                    </a:cubicBezTo>
                    <a:cubicBezTo>
                      <a:pt x="85600" y="180464"/>
                      <a:pt x="85600" y="180464"/>
                      <a:pt x="86820" y="179245"/>
                    </a:cubicBezTo>
                    <a:lnTo>
                      <a:pt x="146689" y="213386"/>
                    </a:lnTo>
                    <a:cubicBezTo>
                      <a:pt x="139374" y="220703"/>
                      <a:pt x="133278" y="229238"/>
                      <a:pt x="128337" y="238993"/>
                    </a:cubicBezTo>
                    <a:lnTo>
                      <a:pt x="124679" y="243870"/>
                    </a:lnTo>
                    <a:lnTo>
                      <a:pt x="127117" y="248748"/>
                    </a:lnTo>
                    <a:cubicBezTo>
                      <a:pt x="132058" y="258502"/>
                      <a:pt x="138155" y="267038"/>
                      <a:pt x="145470" y="274354"/>
                    </a:cubicBezTo>
                    <a:lnTo>
                      <a:pt x="84382" y="309716"/>
                    </a:lnTo>
                    <a:cubicBezTo>
                      <a:pt x="77002" y="302400"/>
                      <a:pt x="68468" y="298741"/>
                      <a:pt x="59933" y="296303"/>
                    </a:cubicBezTo>
                    <a:lnTo>
                      <a:pt x="59933" y="195096"/>
                    </a:lnTo>
                    <a:close/>
                    <a:moveTo>
                      <a:pt x="184613" y="79258"/>
                    </a:moveTo>
                    <a:cubicBezTo>
                      <a:pt x="185832" y="80477"/>
                      <a:pt x="187051" y="82916"/>
                      <a:pt x="188270" y="84135"/>
                    </a:cubicBezTo>
                    <a:cubicBezTo>
                      <a:pt x="195585" y="91452"/>
                      <a:pt x="204119" y="95109"/>
                      <a:pt x="212718" y="97548"/>
                    </a:cubicBezTo>
                    <a:lnTo>
                      <a:pt x="212718" y="181683"/>
                    </a:lnTo>
                    <a:cubicBezTo>
                      <a:pt x="195585" y="182903"/>
                      <a:pt x="179672" y="189000"/>
                      <a:pt x="165041" y="197535"/>
                    </a:cubicBezTo>
                    <a:lnTo>
                      <a:pt x="97793" y="158516"/>
                    </a:lnTo>
                    <a:cubicBezTo>
                      <a:pt x="100231" y="148761"/>
                      <a:pt x="100231" y="139006"/>
                      <a:pt x="96574" y="129251"/>
                    </a:cubicBezTo>
                    <a:lnTo>
                      <a:pt x="184613" y="79258"/>
                    </a:lnTo>
                    <a:close/>
                    <a:moveTo>
                      <a:pt x="257957" y="84135"/>
                    </a:moveTo>
                    <a:cubicBezTo>
                      <a:pt x="259176" y="82916"/>
                      <a:pt x="260395" y="81697"/>
                      <a:pt x="260395" y="80477"/>
                    </a:cubicBezTo>
                    <a:lnTo>
                      <a:pt x="347151" y="130470"/>
                    </a:lnTo>
                    <a:cubicBezTo>
                      <a:pt x="343494" y="140225"/>
                      <a:pt x="343494" y="149980"/>
                      <a:pt x="345932" y="158516"/>
                    </a:cubicBezTo>
                    <a:lnTo>
                      <a:pt x="281121" y="197535"/>
                    </a:lnTo>
                    <a:cubicBezTo>
                      <a:pt x="267710" y="189000"/>
                      <a:pt x="251797" y="182903"/>
                      <a:pt x="235947" y="181683"/>
                    </a:cubicBezTo>
                    <a:lnTo>
                      <a:pt x="235947" y="96329"/>
                    </a:lnTo>
                    <a:cubicBezTo>
                      <a:pt x="243263" y="95109"/>
                      <a:pt x="251797" y="90232"/>
                      <a:pt x="257957" y="84135"/>
                    </a:cubicBezTo>
                    <a:close/>
                    <a:moveTo>
                      <a:pt x="284844" y="258502"/>
                    </a:moveTo>
                    <a:cubicBezTo>
                      <a:pt x="250578" y="292645"/>
                      <a:pt x="196805" y="292645"/>
                      <a:pt x="162603" y="258502"/>
                    </a:cubicBezTo>
                    <a:cubicBezTo>
                      <a:pt x="157726" y="253625"/>
                      <a:pt x="154004" y="248748"/>
                      <a:pt x="150346" y="243870"/>
                    </a:cubicBezTo>
                    <a:cubicBezTo>
                      <a:pt x="154004" y="238993"/>
                      <a:pt x="157726" y="234115"/>
                      <a:pt x="162603" y="229238"/>
                    </a:cubicBezTo>
                    <a:cubicBezTo>
                      <a:pt x="196805" y="195096"/>
                      <a:pt x="250578" y="195096"/>
                      <a:pt x="284844" y="229238"/>
                    </a:cubicBezTo>
                    <a:cubicBezTo>
                      <a:pt x="289721" y="234115"/>
                      <a:pt x="293378" y="238993"/>
                      <a:pt x="297036" y="243870"/>
                    </a:cubicBezTo>
                    <a:cubicBezTo>
                      <a:pt x="292159" y="248748"/>
                      <a:pt x="288501" y="253625"/>
                      <a:pt x="284844" y="258502"/>
                    </a:cubicBezTo>
                    <a:close/>
                    <a:moveTo>
                      <a:pt x="360626" y="309716"/>
                    </a:moveTo>
                    <a:cubicBezTo>
                      <a:pt x="360626" y="309716"/>
                      <a:pt x="359343" y="309716"/>
                      <a:pt x="360626" y="309716"/>
                    </a:cubicBezTo>
                    <a:lnTo>
                      <a:pt x="299474" y="275574"/>
                    </a:lnTo>
                    <a:cubicBezTo>
                      <a:pt x="299474" y="275574"/>
                      <a:pt x="300693" y="275573"/>
                      <a:pt x="300693" y="274354"/>
                    </a:cubicBezTo>
                    <a:cubicBezTo>
                      <a:pt x="308008" y="267038"/>
                      <a:pt x="314168" y="258502"/>
                      <a:pt x="319045" y="248748"/>
                    </a:cubicBezTo>
                    <a:lnTo>
                      <a:pt x="321484" y="243870"/>
                    </a:lnTo>
                    <a:lnTo>
                      <a:pt x="319045" y="238993"/>
                    </a:lnTo>
                    <a:cubicBezTo>
                      <a:pt x="314168" y="229238"/>
                      <a:pt x="308008" y="220703"/>
                      <a:pt x="300693" y="213386"/>
                    </a:cubicBezTo>
                    <a:lnTo>
                      <a:pt x="359343" y="179245"/>
                    </a:lnTo>
                    <a:cubicBezTo>
                      <a:pt x="360626" y="180464"/>
                      <a:pt x="360626" y="180464"/>
                      <a:pt x="361846" y="181683"/>
                    </a:cubicBezTo>
                    <a:cubicBezTo>
                      <a:pt x="367942" y="187780"/>
                      <a:pt x="376476" y="192657"/>
                      <a:pt x="385011" y="195096"/>
                    </a:cubicBezTo>
                    <a:lnTo>
                      <a:pt x="385011" y="297522"/>
                    </a:lnTo>
                    <a:cubicBezTo>
                      <a:pt x="374038" y="298741"/>
                      <a:pt x="366723" y="303619"/>
                      <a:pt x="360626" y="309716"/>
                    </a:cubicBezTo>
                    <a:close/>
                    <a:moveTo>
                      <a:pt x="376476" y="128032"/>
                    </a:moveTo>
                    <a:cubicBezTo>
                      <a:pt x="387513" y="117058"/>
                      <a:pt x="403363" y="117058"/>
                      <a:pt x="414399" y="128032"/>
                    </a:cubicBezTo>
                    <a:cubicBezTo>
                      <a:pt x="419276" y="132910"/>
                      <a:pt x="421715" y="140225"/>
                      <a:pt x="421715" y="146322"/>
                    </a:cubicBezTo>
                    <a:cubicBezTo>
                      <a:pt x="421715" y="153638"/>
                      <a:pt x="419276" y="159735"/>
                      <a:pt x="414399" y="164613"/>
                    </a:cubicBezTo>
                    <a:cubicBezTo>
                      <a:pt x="409458" y="169490"/>
                      <a:pt x="402144" y="173148"/>
                      <a:pt x="394828" y="171928"/>
                    </a:cubicBezTo>
                    <a:cubicBezTo>
                      <a:pt x="387513" y="171928"/>
                      <a:pt x="381353" y="169490"/>
                      <a:pt x="376476" y="164613"/>
                    </a:cubicBezTo>
                    <a:cubicBezTo>
                      <a:pt x="367942" y="156077"/>
                      <a:pt x="365503" y="142664"/>
                      <a:pt x="372818" y="131690"/>
                    </a:cubicBezTo>
                    <a:cubicBezTo>
                      <a:pt x="374038" y="130470"/>
                      <a:pt x="375257" y="129251"/>
                      <a:pt x="376476" y="128032"/>
                    </a:cubicBezTo>
                    <a:close/>
                    <a:moveTo>
                      <a:pt x="204119" y="30484"/>
                    </a:moveTo>
                    <a:cubicBezTo>
                      <a:pt x="215157" y="19510"/>
                      <a:pt x="231006" y="19510"/>
                      <a:pt x="242043" y="30484"/>
                    </a:cubicBezTo>
                    <a:cubicBezTo>
                      <a:pt x="250578" y="39019"/>
                      <a:pt x="251797" y="51213"/>
                      <a:pt x="246920" y="60968"/>
                    </a:cubicBezTo>
                    <a:cubicBezTo>
                      <a:pt x="245701" y="63406"/>
                      <a:pt x="243263" y="65845"/>
                      <a:pt x="242043" y="68284"/>
                    </a:cubicBezTo>
                    <a:cubicBezTo>
                      <a:pt x="231006" y="79258"/>
                      <a:pt x="215157" y="79258"/>
                      <a:pt x="204119" y="68284"/>
                    </a:cubicBezTo>
                    <a:cubicBezTo>
                      <a:pt x="201681" y="65845"/>
                      <a:pt x="199243" y="63406"/>
                      <a:pt x="198024" y="59748"/>
                    </a:cubicBezTo>
                    <a:cubicBezTo>
                      <a:pt x="194366" y="49994"/>
                      <a:pt x="196805" y="37800"/>
                      <a:pt x="204119" y="30484"/>
                    </a:cubicBezTo>
                    <a:close/>
                    <a:moveTo>
                      <a:pt x="23229" y="146322"/>
                    </a:moveTo>
                    <a:cubicBezTo>
                      <a:pt x="23229" y="139006"/>
                      <a:pt x="25667" y="132910"/>
                      <a:pt x="30608" y="128032"/>
                    </a:cubicBezTo>
                    <a:cubicBezTo>
                      <a:pt x="41581" y="117058"/>
                      <a:pt x="57495" y="117058"/>
                      <a:pt x="68468" y="128032"/>
                    </a:cubicBezTo>
                    <a:cubicBezTo>
                      <a:pt x="69687" y="129251"/>
                      <a:pt x="70906" y="130470"/>
                      <a:pt x="72125" y="131690"/>
                    </a:cubicBezTo>
                    <a:cubicBezTo>
                      <a:pt x="79505" y="142664"/>
                      <a:pt x="78285" y="156077"/>
                      <a:pt x="68468" y="165832"/>
                    </a:cubicBezTo>
                    <a:cubicBezTo>
                      <a:pt x="63591" y="170709"/>
                      <a:pt x="56276" y="174367"/>
                      <a:pt x="48896" y="173148"/>
                    </a:cubicBezTo>
                    <a:cubicBezTo>
                      <a:pt x="41581" y="173148"/>
                      <a:pt x="35485" y="170709"/>
                      <a:pt x="30608" y="165832"/>
                    </a:cubicBezTo>
                    <a:cubicBezTo>
                      <a:pt x="25667" y="160954"/>
                      <a:pt x="23229" y="153638"/>
                      <a:pt x="23229" y="146322"/>
                    </a:cubicBezTo>
                    <a:close/>
                    <a:moveTo>
                      <a:pt x="30608" y="363367"/>
                    </a:moveTo>
                    <a:cubicBezTo>
                      <a:pt x="25667" y="358490"/>
                      <a:pt x="23229" y="351175"/>
                      <a:pt x="23229" y="345079"/>
                    </a:cubicBezTo>
                    <a:cubicBezTo>
                      <a:pt x="23229" y="337758"/>
                      <a:pt x="25667" y="331662"/>
                      <a:pt x="30608" y="326785"/>
                    </a:cubicBezTo>
                    <a:cubicBezTo>
                      <a:pt x="35485" y="321908"/>
                      <a:pt x="41581" y="319470"/>
                      <a:pt x="48896" y="319470"/>
                    </a:cubicBezTo>
                    <a:cubicBezTo>
                      <a:pt x="56276" y="319470"/>
                      <a:pt x="63591" y="321908"/>
                      <a:pt x="68468" y="326785"/>
                    </a:cubicBezTo>
                    <a:cubicBezTo>
                      <a:pt x="77002" y="335319"/>
                      <a:pt x="78285" y="348737"/>
                      <a:pt x="72125" y="358490"/>
                    </a:cubicBezTo>
                    <a:cubicBezTo>
                      <a:pt x="70906" y="360929"/>
                      <a:pt x="69687" y="362148"/>
                      <a:pt x="68468" y="364586"/>
                    </a:cubicBezTo>
                    <a:cubicBezTo>
                      <a:pt x="57495" y="374340"/>
                      <a:pt x="41581" y="374340"/>
                      <a:pt x="30608" y="363367"/>
                    </a:cubicBezTo>
                    <a:close/>
                    <a:moveTo>
                      <a:pt x="242043" y="457258"/>
                    </a:moveTo>
                    <a:cubicBezTo>
                      <a:pt x="231006" y="468231"/>
                      <a:pt x="215157" y="468231"/>
                      <a:pt x="204119" y="457258"/>
                    </a:cubicBezTo>
                    <a:cubicBezTo>
                      <a:pt x="196805" y="449943"/>
                      <a:pt x="194366" y="438964"/>
                      <a:pt x="198024" y="427991"/>
                    </a:cubicBezTo>
                    <a:cubicBezTo>
                      <a:pt x="199243" y="424334"/>
                      <a:pt x="201681" y="421895"/>
                      <a:pt x="204119" y="419457"/>
                    </a:cubicBezTo>
                    <a:cubicBezTo>
                      <a:pt x="215157" y="408484"/>
                      <a:pt x="231006" y="408484"/>
                      <a:pt x="242043" y="419457"/>
                    </a:cubicBezTo>
                    <a:cubicBezTo>
                      <a:pt x="244482" y="421895"/>
                      <a:pt x="245701" y="424334"/>
                      <a:pt x="246920" y="426772"/>
                    </a:cubicBezTo>
                    <a:cubicBezTo>
                      <a:pt x="251797" y="437745"/>
                      <a:pt x="250578" y="449943"/>
                      <a:pt x="242043" y="457258"/>
                    </a:cubicBezTo>
                    <a:close/>
                    <a:moveTo>
                      <a:pt x="414399" y="363367"/>
                    </a:moveTo>
                    <a:cubicBezTo>
                      <a:pt x="403363" y="374340"/>
                      <a:pt x="387513" y="374340"/>
                      <a:pt x="376476" y="363367"/>
                    </a:cubicBezTo>
                    <a:cubicBezTo>
                      <a:pt x="375257" y="360929"/>
                      <a:pt x="372818" y="359710"/>
                      <a:pt x="371600" y="357271"/>
                    </a:cubicBezTo>
                    <a:cubicBezTo>
                      <a:pt x="365503" y="347518"/>
                      <a:pt x="367942" y="334100"/>
                      <a:pt x="376476" y="325566"/>
                    </a:cubicBezTo>
                    <a:cubicBezTo>
                      <a:pt x="381353" y="320689"/>
                      <a:pt x="387513" y="318250"/>
                      <a:pt x="394828" y="318250"/>
                    </a:cubicBezTo>
                    <a:cubicBezTo>
                      <a:pt x="402144" y="318250"/>
                      <a:pt x="409458" y="320689"/>
                      <a:pt x="414399" y="325566"/>
                    </a:cubicBezTo>
                    <a:cubicBezTo>
                      <a:pt x="419276" y="330442"/>
                      <a:pt x="421715" y="337758"/>
                      <a:pt x="421715" y="343860"/>
                    </a:cubicBezTo>
                    <a:cubicBezTo>
                      <a:pt x="421715" y="352394"/>
                      <a:pt x="419276" y="358490"/>
                      <a:pt x="414399" y="363367"/>
                    </a:cubicBezTo>
                    <a:close/>
                    <a:moveTo>
                      <a:pt x="253016" y="243870"/>
                    </a:moveTo>
                    <a:cubicBezTo>
                      <a:pt x="253016" y="259722"/>
                      <a:pt x="240824" y="271916"/>
                      <a:pt x="224911" y="271916"/>
                    </a:cubicBezTo>
                    <a:cubicBezTo>
                      <a:pt x="209060" y="271916"/>
                      <a:pt x="196805" y="259722"/>
                      <a:pt x="196805" y="243870"/>
                    </a:cubicBezTo>
                    <a:cubicBezTo>
                      <a:pt x="196805" y="228019"/>
                      <a:pt x="209060" y="215825"/>
                      <a:pt x="224911" y="215825"/>
                    </a:cubicBezTo>
                    <a:cubicBezTo>
                      <a:pt x="239605" y="215825"/>
                      <a:pt x="253016" y="228019"/>
                      <a:pt x="253016" y="243870"/>
                    </a:cubicBezTo>
                    <a:close/>
                  </a:path>
                </a:pathLst>
              </a:custGeom>
              <a:solidFill>
                <a:srgbClr val="2D5967"/>
              </a:solidFill>
              <a:ln w="6417" cap="flat">
                <a:noFill/>
                <a:prstDash val="solid"/>
                <a:miter/>
              </a:ln>
            </p:spPr>
            <p:txBody>
              <a:bodyPr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srgbClr val="7C8A98"/>
                  </a:solidFill>
                  <a:effectLst/>
                  <a:uLnTx/>
                  <a:uFillTx/>
                  <a:latin typeface="Oracle Sans Tab"/>
                  <a:ea typeface="+mn-ea"/>
                  <a:cs typeface="+mn-cs"/>
                </a:endParaRPr>
              </a:p>
            </p:txBody>
          </p:sp>
        </p:grpSp>
        <p:sp>
          <p:nvSpPr>
            <p:cNvPr id="106" name="TextBox 105">
              <a:extLst>
                <a:ext uri="{FF2B5EF4-FFF2-40B4-BE49-F238E27FC236}">
                  <a16:creationId xmlns:a16="http://schemas.microsoft.com/office/drawing/2014/main" id="{F15B241F-5DEE-B214-64A8-44BBBB9549CD}"/>
                </a:ext>
              </a:extLst>
            </p:cNvPr>
            <p:cNvSpPr txBox="1"/>
            <p:nvPr/>
          </p:nvSpPr>
          <p:spPr>
            <a:xfrm>
              <a:off x="5494215" y="4712564"/>
              <a:ext cx="965305" cy="256469"/>
            </a:xfrm>
            <a:prstGeom prst="rect">
              <a:avLst/>
            </a:prstGeom>
            <a:noFill/>
          </p:spPr>
          <p:txBody>
            <a:bodyPr wrap="square" rtlCol="0">
              <a:sp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800" b="0" i="0" u="none" strike="noStrike" kern="1200" cap="none" spc="0" normalizeH="0" baseline="0" noProof="0" dirty="0" err="1">
                  <a:ln>
                    <a:noFill/>
                  </a:ln>
                  <a:solidFill>
                    <a:srgbClr val="2B2E32"/>
                  </a:solidFill>
                  <a:effectLst/>
                  <a:uLnTx/>
                  <a:uFillTx/>
                  <a:latin typeface="Oracle Sans Tab"/>
                  <a:ea typeface="+mn-ea"/>
                  <a:cs typeface="+mn-cs"/>
                </a:rPr>
                <a:t>GenAI</a:t>
              </a:r>
              <a:r>
                <a:rPr kumimoji="0" lang="en-US" sz="800" b="0" i="0" u="none" strike="noStrike" kern="1200" cap="none" spc="0" normalizeH="0" baseline="0" noProof="0" dirty="0">
                  <a:ln>
                    <a:noFill/>
                  </a:ln>
                  <a:solidFill>
                    <a:srgbClr val="2B2E32"/>
                  </a:solidFill>
                  <a:effectLst/>
                  <a:uLnTx/>
                  <a:uFillTx/>
                  <a:latin typeface="Oracle Sans Tab"/>
                  <a:ea typeface="+mn-ea"/>
                  <a:cs typeface="+mn-cs"/>
                </a:rPr>
                <a:t> - LLM</a:t>
              </a:r>
              <a:endParaRPr kumimoji="0" lang="en-US" sz="600" b="0" i="0" u="none" strike="noStrike" kern="1200" cap="none" spc="0" normalizeH="0" baseline="0" noProof="0" dirty="0">
                <a:ln>
                  <a:noFill/>
                </a:ln>
                <a:solidFill>
                  <a:srgbClr val="2B2E32"/>
                </a:solidFill>
                <a:effectLst/>
                <a:uLnTx/>
                <a:uFillTx/>
                <a:latin typeface="Oracle Sans Tab"/>
                <a:ea typeface="+mn-ea"/>
                <a:cs typeface="+mn-cs"/>
              </a:endParaRPr>
            </a:p>
          </p:txBody>
        </p:sp>
      </p:grpSp>
      <p:sp>
        <p:nvSpPr>
          <p:cNvPr id="109" name="TextBox 108">
            <a:extLst>
              <a:ext uri="{FF2B5EF4-FFF2-40B4-BE49-F238E27FC236}">
                <a16:creationId xmlns:a16="http://schemas.microsoft.com/office/drawing/2014/main" id="{48B38B92-0920-B5EF-E44C-4347DA09A8D1}"/>
              </a:ext>
            </a:extLst>
          </p:cNvPr>
          <p:cNvSpPr txBox="1"/>
          <p:nvPr/>
        </p:nvSpPr>
        <p:spPr>
          <a:xfrm>
            <a:off x="2233986" y="3227599"/>
            <a:ext cx="938956" cy="200055"/>
          </a:xfrm>
          <a:prstGeom prst="rect">
            <a:avLst/>
          </a:prstGeom>
          <a:noFill/>
        </p:spPr>
        <p:txBody>
          <a:bodyPr wrap="square">
            <a:spAutoFit/>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sz="700" b="0" i="0" u="none" strike="noStrike" kern="1200" cap="none" spc="0" normalizeH="0" baseline="0" noProof="0" dirty="0">
                <a:ln>
                  <a:noFill/>
                </a:ln>
                <a:solidFill>
                  <a:srgbClr val="2A2F2F"/>
                </a:solidFill>
                <a:effectLst/>
                <a:uLnTx/>
                <a:uFillTx/>
                <a:latin typeface="Oracle Sans Tab"/>
                <a:ea typeface="+mn-ea"/>
                <a:cs typeface="+mn-cs"/>
              </a:rPr>
              <a:t>OCI Events</a:t>
            </a:r>
          </a:p>
        </p:txBody>
      </p:sp>
      <p:cxnSp>
        <p:nvCxnSpPr>
          <p:cNvPr id="110" name="Straight Arrow Connector 109">
            <a:extLst>
              <a:ext uri="{FF2B5EF4-FFF2-40B4-BE49-F238E27FC236}">
                <a16:creationId xmlns:a16="http://schemas.microsoft.com/office/drawing/2014/main" id="{33EBF2C7-D59B-ABA5-13D8-E20AA35BACBF}"/>
              </a:ext>
            </a:extLst>
          </p:cNvPr>
          <p:cNvCxnSpPr>
            <a:cxnSpLocks/>
          </p:cNvCxnSpPr>
          <p:nvPr/>
        </p:nvCxnSpPr>
        <p:spPr>
          <a:xfrm flipH="1">
            <a:off x="2172237" y="3457141"/>
            <a:ext cx="971733" cy="0"/>
          </a:xfrm>
          <a:prstGeom prst="straightConnector1">
            <a:avLst/>
          </a:prstGeom>
          <a:ln w="28575">
            <a:solidFill>
              <a:srgbClr val="2C5967"/>
            </a:solidFill>
            <a:tailEnd type="triangle"/>
          </a:ln>
        </p:spPr>
        <p:style>
          <a:lnRef idx="1">
            <a:schemeClr val="accent1"/>
          </a:lnRef>
          <a:fillRef idx="0">
            <a:schemeClr val="accent1"/>
          </a:fillRef>
          <a:effectRef idx="0">
            <a:schemeClr val="accent1"/>
          </a:effectRef>
          <a:fontRef idx="minor">
            <a:schemeClr val="tx1"/>
          </a:fontRef>
        </p:style>
      </p:cxnSp>
      <p:cxnSp>
        <p:nvCxnSpPr>
          <p:cNvPr id="111" name="Straight Arrow Connector 110">
            <a:extLst>
              <a:ext uri="{FF2B5EF4-FFF2-40B4-BE49-F238E27FC236}">
                <a16:creationId xmlns:a16="http://schemas.microsoft.com/office/drawing/2014/main" id="{8FD31E68-1CA2-2D52-2D9E-E830AA3B1604}"/>
              </a:ext>
            </a:extLst>
          </p:cNvPr>
          <p:cNvCxnSpPr>
            <a:cxnSpLocks/>
          </p:cNvCxnSpPr>
          <p:nvPr/>
        </p:nvCxnSpPr>
        <p:spPr>
          <a:xfrm flipV="1">
            <a:off x="3907728" y="2182808"/>
            <a:ext cx="295035" cy="872661"/>
          </a:xfrm>
          <a:prstGeom prst="straightConnector1">
            <a:avLst/>
          </a:prstGeom>
          <a:ln w="28575">
            <a:solidFill>
              <a:srgbClr val="2C5967"/>
            </a:solidFill>
            <a:tailEnd type="triangle"/>
          </a:ln>
        </p:spPr>
        <p:style>
          <a:lnRef idx="1">
            <a:schemeClr val="accent1"/>
          </a:lnRef>
          <a:fillRef idx="0">
            <a:schemeClr val="accent1"/>
          </a:fillRef>
          <a:effectRef idx="0">
            <a:schemeClr val="accent1"/>
          </a:effectRef>
          <a:fontRef idx="minor">
            <a:schemeClr val="tx1"/>
          </a:fontRef>
        </p:style>
      </p:cxnSp>
      <p:sp>
        <p:nvSpPr>
          <p:cNvPr id="112" name="TextBox 111">
            <a:extLst>
              <a:ext uri="{FF2B5EF4-FFF2-40B4-BE49-F238E27FC236}">
                <a16:creationId xmlns:a16="http://schemas.microsoft.com/office/drawing/2014/main" id="{3D8E229F-1E04-4AC8-4834-F25E9BCD4541}"/>
              </a:ext>
            </a:extLst>
          </p:cNvPr>
          <p:cNvSpPr txBox="1"/>
          <p:nvPr/>
        </p:nvSpPr>
        <p:spPr>
          <a:xfrm rot="17494982">
            <a:off x="3425061" y="2542852"/>
            <a:ext cx="904250" cy="200055"/>
          </a:xfrm>
          <a:prstGeom prst="rect">
            <a:avLst/>
          </a:prstGeom>
          <a:noFill/>
        </p:spPr>
        <p:txBody>
          <a:bodyPr wrap="square">
            <a:spAutoFit/>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sz="700" b="0" i="0" u="none" strike="noStrike" kern="1200" cap="none" spc="0" normalizeH="0" baseline="0" noProof="0" dirty="0">
                <a:ln>
                  <a:noFill/>
                </a:ln>
                <a:solidFill>
                  <a:srgbClr val="2B2E32"/>
                </a:solidFill>
                <a:effectLst/>
                <a:uLnTx/>
                <a:uFillTx/>
                <a:latin typeface="Oracle Sans Tab"/>
                <a:ea typeface="+mn-ea"/>
                <a:cs typeface="+mn-cs"/>
              </a:rPr>
              <a:t>REST API</a:t>
            </a:r>
            <a:endParaRPr kumimoji="0" lang="en-US" sz="700" b="0" i="0" u="none" strike="noStrike" kern="1200" cap="none" spc="0" normalizeH="0" baseline="0" noProof="0" dirty="0">
              <a:ln>
                <a:noFill/>
              </a:ln>
              <a:solidFill>
                <a:srgbClr val="7C8A98"/>
              </a:solidFill>
              <a:effectLst/>
              <a:uLnTx/>
              <a:uFillTx/>
              <a:latin typeface="Oracle Sans Tab"/>
              <a:ea typeface="+mn-ea"/>
              <a:cs typeface="+mn-cs"/>
            </a:endParaRPr>
          </a:p>
        </p:txBody>
      </p:sp>
      <p:cxnSp>
        <p:nvCxnSpPr>
          <p:cNvPr id="113" name="Straight Arrow Connector 112">
            <a:extLst>
              <a:ext uri="{FF2B5EF4-FFF2-40B4-BE49-F238E27FC236}">
                <a16:creationId xmlns:a16="http://schemas.microsoft.com/office/drawing/2014/main" id="{C834C2DA-422C-A729-3725-896A8D2D7B1D}"/>
              </a:ext>
            </a:extLst>
          </p:cNvPr>
          <p:cNvCxnSpPr>
            <a:cxnSpLocks/>
          </p:cNvCxnSpPr>
          <p:nvPr/>
        </p:nvCxnSpPr>
        <p:spPr>
          <a:xfrm flipH="1">
            <a:off x="3917100" y="2358612"/>
            <a:ext cx="276833" cy="883421"/>
          </a:xfrm>
          <a:prstGeom prst="straightConnector1">
            <a:avLst/>
          </a:prstGeom>
          <a:ln w="28575">
            <a:solidFill>
              <a:srgbClr val="2C5967"/>
            </a:solidFill>
            <a:tailEnd type="triangle"/>
          </a:ln>
        </p:spPr>
        <p:style>
          <a:lnRef idx="1">
            <a:schemeClr val="accent1"/>
          </a:lnRef>
          <a:fillRef idx="0">
            <a:schemeClr val="accent1"/>
          </a:fillRef>
          <a:effectRef idx="0">
            <a:schemeClr val="accent1"/>
          </a:effectRef>
          <a:fontRef idx="minor">
            <a:schemeClr val="tx1"/>
          </a:fontRef>
        </p:style>
      </p:cxnSp>
      <p:sp>
        <p:nvSpPr>
          <p:cNvPr id="114" name="TextBox 113">
            <a:extLst>
              <a:ext uri="{FF2B5EF4-FFF2-40B4-BE49-F238E27FC236}">
                <a16:creationId xmlns:a16="http://schemas.microsoft.com/office/drawing/2014/main" id="{D21F900A-3075-F088-4132-CEB696817170}"/>
              </a:ext>
            </a:extLst>
          </p:cNvPr>
          <p:cNvSpPr txBox="1"/>
          <p:nvPr/>
        </p:nvSpPr>
        <p:spPr>
          <a:xfrm>
            <a:off x="4695277" y="3476347"/>
            <a:ext cx="1233324" cy="200055"/>
          </a:xfrm>
          <a:prstGeom prst="rect">
            <a:avLst/>
          </a:prstGeom>
          <a:noFill/>
        </p:spPr>
        <p:txBody>
          <a:bodyPr wrap="square">
            <a:spAutoFit/>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sz="700" b="0" i="0" u="none" strike="noStrike" kern="1200" cap="none" spc="0" normalizeH="0" baseline="0" noProof="0" dirty="0">
                <a:ln>
                  <a:noFill/>
                </a:ln>
                <a:solidFill>
                  <a:srgbClr val="2A2F2F"/>
                </a:solidFill>
                <a:effectLst/>
                <a:uLnTx/>
                <a:uFillTx/>
                <a:latin typeface="Oracle Sans Tab"/>
                <a:ea typeface="+mn-ea"/>
                <a:cs typeface="+mn-cs"/>
              </a:rPr>
              <a:t>JSON Message Producer </a:t>
            </a:r>
          </a:p>
        </p:txBody>
      </p:sp>
      <p:sp>
        <p:nvSpPr>
          <p:cNvPr id="115" name="TextBox 114">
            <a:extLst>
              <a:ext uri="{FF2B5EF4-FFF2-40B4-BE49-F238E27FC236}">
                <a16:creationId xmlns:a16="http://schemas.microsoft.com/office/drawing/2014/main" id="{430E185C-402A-92A2-991C-8C7062DE86BF}"/>
              </a:ext>
            </a:extLst>
          </p:cNvPr>
          <p:cNvSpPr txBox="1"/>
          <p:nvPr/>
        </p:nvSpPr>
        <p:spPr>
          <a:xfrm>
            <a:off x="6487907" y="3459214"/>
            <a:ext cx="1233324" cy="200055"/>
          </a:xfrm>
          <a:prstGeom prst="rect">
            <a:avLst/>
          </a:prstGeom>
          <a:noFill/>
        </p:spPr>
        <p:txBody>
          <a:bodyPr wrap="square">
            <a:spAutoFit/>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sz="700" b="0" i="0" u="none" strike="noStrike" kern="1200" cap="none" spc="0" normalizeH="0" baseline="0" noProof="0" dirty="0">
                <a:ln>
                  <a:noFill/>
                </a:ln>
                <a:solidFill>
                  <a:srgbClr val="2A2F2F"/>
                </a:solidFill>
                <a:effectLst/>
                <a:uLnTx/>
                <a:uFillTx/>
                <a:latin typeface="Oracle Sans Tab"/>
                <a:ea typeface="+mn-ea"/>
                <a:cs typeface="+mn-cs"/>
              </a:rPr>
              <a:t>Stream Consumer</a:t>
            </a:r>
          </a:p>
        </p:txBody>
      </p:sp>
      <p:sp>
        <p:nvSpPr>
          <p:cNvPr id="230" name="TextBox 229">
            <a:extLst>
              <a:ext uri="{FF2B5EF4-FFF2-40B4-BE49-F238E27FC236}">
                <a16:creationId xmlns:a16="http://schemas.microsoft.com/office/drawing/2014/main" id="{55FF7D6D-27C6-3F48-60B3-8799805775F1}"/>
              </a:ext>
            </a:extLst>
          </p:cNvPr>
          <p:cNvSpPr txBox="1"/>
          <p:nvPr/>
        </p:nvSpPr>
        <p:spPr>
          <a:xfrm>
            <a:off x="2695698" y="350462"/>
            <a:ext cx="5610604" cy="461665"/>
          </a:xfrm>
          <a:prstGeom prst="rect">
            <a:avLst/>
          </a:prstGeom>
          <a:solidFill>
            <a:schemeClr val="accent3"/>
          </a:solidFill>
        </p:spPr>
        <p:txBody>
          <a:bodyPr rot="0" spcFirstLastPara="0" vertOverflow="overflow" horzOverflow="overflow" vert="horz" wrap="square" lIns="91440" tIns="45720" rIns="91440" bIns="45720" numCol="1" spcCol="0" rtlCol="0" fromWordArt="0" anchor="t" anchorCtr="0" forceAA="0" compatLnSpc="1">
            <a:prstTxWarp prst="textNoShape">
              <a:avLst/>
            </a:prstTxWarp>
            <a:spAutoFit/>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sz="2400" b="1" i="0" u="none" strike="noStrike" kern="1200" cap="none" spc="0" normalizeH="0" baseline="0" noProof="0" dirty="0">
                <a:ln>
                  <a:noFill/>
                </a:ln>
                <a:solidFill>
                  <a:srgbClr val="FFFFFF"/>
                </a:solidFill>
                <a:effectLst/>
                <a:uLnTx/>
                <a:uFillTx/>
                <a:latin typeface="Oracle Sans Tab"/>
                <a:ea typeface="+mn-ea"/>
                <a:cs typeface="+mn-cs"/>
              </a:rPr>
              <a:t>Agentic Incident Report</a:t>
            </a:r>
          </a:p>
        </p:txBody>
      </p:sp>
      <p:sp>
        <p:nvSpPr>
          <p:cNvPr id="6" name="Speech Bubble: Rectangle with Corners Rounded 3">
            <a:extLst>
              <a:ext uri="{FF2B5EF4-FFF2-40B4-BE49-F238E27FC236}">
                <a16:creationId xmlns:a16="http://schemas.microsoft.com/office/drawing/2014/main" id="{90BC3CE0-A8A3-5ED5-B7BB-6D2DA2F54726}"/>
              </a:ext>
            </a:extLst>
          </p:cNvPr>
          <p:cNvSpPr/>
          <p:nvPr/>
        </p:nvSpPr>
        <p:spPr>
          <a:xfrm>
            <a:off x="2695698" y="5551213"/>
            <a:ext cx="2295981" cy="912795"/>
          </a:xfrm>
          <a:prstGeom prst="wedgeRoundRectCallout">
            <a:avLst>
              <a:gd name="adj1" fmla="val -27726"/>
              <a:gd name="adj2" fmla="val -175958"/>
              <a:gd name="adj3" fmla="val 16667"/>
            </a:avLst>
          </a:prstGeom>
          <a:solidFill>
            <a:schemeClr val="bg1">
              <a:lumMod val="90000"/>
              <a:lumOff val="10000"/>
            </a:schemeClr>
          </a:solidFill>
          <a:ln>
            <a:solidFill>
              <a:srgbClr val="C0000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sz="1600" b="0" i="0" u="none" strike="noStrike" kern="1200" cap="none" spc="0" normalizeH="0" baseline="0" noProof="0" dirty="0">
                <a:ln>
                  <a:noFill/>
                </a:ln>
                <a:solidFill>
                  <a:srgbClr val="FFFFFF"/>
                </a:solidFill>
                <a:effectLst/>
                <a:uLnTx/>
                <a:uFillTx/>
                <a:latin typeface="Oracle Sans Tab"/>
                <a:ea typeface="+mn-ea"/>
                <a:cs typeface="+mn-cs"/>
              </a:rPr>
              <a:t>Format reports for AI analysis and user consumption</a:t>
            </a:r>
          </a:p>
        </p:txBody>
      </p:sp>
      <p:sp>
        <p:nvSpPr>
          <p:cNvPr id="10" name="Speech Bubble: Rectangle with Corners Rounded 5">
            <a:extLst>
              <a:ext uri="{FF2B5EF4-FFF2-40B4-BE49-F238E27FC236}">
                <a16:creationId xmlns:a16="http://schemas.microsoft.com/office/drawing/2014/main" id="{4177AD78-5ACF-C519-6C71-9B8BEB08D702}"/>
              </a:ext>
            </a:extLst>
          </p:cNvPr>
          <p:cNvSpPr/>
          <p:nvPr/>
        </p:nvSpPr>
        <p:spPr>
          <a:xfrm>
            <a:off x="396301" y="906680"/>
            <a:ext cx="2530879" cy="1107864"/>
          </a:xfrm>
          <a:prstGeom prst="wedgeRoundRectCallout">
            <a:avLst>
              <a:gd name="adj1" fmla="val -19334"/>
              <a:gd name="adj2" fmla="val 106739"/>
              <a:gd name="adj3" fmla="val 16667"/>
            </a:avLst>
          </a:prstGeom>
          <a:solidFill>
            <a:schemeClr val="bg1">
              <a:lumMod val="90000"/>
              <a:lumOff val="10000"/>
            </a:schemeClr>
          </a:solidFill>
          <a:ln>
            <a:solidFill>
              <a:srgbClr val="C0000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sz="1600" b="0" i="0" u="none" strike="noStrike" kern="1200" cap="none" spc="0" normalizeH="0" baseline="0" noProof="0" dirty="0">
                <a:ln>
                  <a:noFill/>
                </a:ln>
                <a:solidFill>
                  <a:srgbClr val="FFFFFF"/>
                </a:solidFill>
                <a:effectLst/>
                <a:uLnTx/>
                <a:uFillTx/>
                <a:latin typeface="Oracle Sans Tab"/>
                <a:ea typeface="+mn-ea"/>
                <a:cs typeface="+mn-cs"/>
              </a:rPr>
              <a:t>Collect descriptive event reports and auto-trigger processing</a:t>
            </a:r>
          </a:p>
        </p:txBody>
      </p:sp>
      <p:sp>
        <p:nvSpPr>
          <p:cNvPr id="11" name="Speech Bubble: Rectangle with Corners Rounded 8">
            <a:extLst>
              <a:ext uri="{FF2B5EF4-FFF2-40B4-BE49-F238E27FC236}">
                <a16:creationId xmlns:a16="http://schemas.microsoft.com/office/drawing/2014/main" id="{F3A12BAD-9970-FA12-0796-A589A41BA714}"/>
              </a:ext>
            </a:extLst>
          </p:cNvPr>
          <p:cNvSpPr/>
          <p:nvPr/>
        </p:nvSpPr>
        <p:spPr>
          <a:xfrm>
            <a:off x="5752366" y="1295820"/>
            <a:ext cx="2001258" cy="1364190"/>
          </a:xfrm>
          <a:prstGeom prst="wedgeRoundRectCallout">
            <a:avLst>
              <a:gd name="adj1" fmla="val -70217"/>
              <a:gd name="adj2" fmla="val 37488"/>
              <a:gd name="adj3" fmla="val 16667"/>
            </a:avLst>
          </a:prstGeom>
          <a:solidFill>
            <a:schemeClr val="bg1">
              <a:lumMod val="90000"/>
              <a:lumOff val="10000"/>
            </a:schemeClr>
          </a:solidFill>
          <a:ln>
            <a:solidFill>
              <a:srgbClr val="C0000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sz="1600" b="0" i="0" u="none" strike="noStrike" kern="1200" cap="none" spc="0" normalizeH="0" baseline="0" noProof="0" dirty="0">
                <a:ln>
                  <a:noFill/>
                </a:ln>
                <a:solidFill>
                  <a:srgbClr val="FFFFFF"/>
                </a:solidFill>
                <a:effectLst/>
                <a:uLnTx/>
                <a:uFillTx/>
                <a:latin typeface="Oracle Sans Tab"/>
                <a:ea typeface="+mn-ea"/>
                <a:cs typeface="+mn-cs"/>
              </a:rPr>
              <a:t>AI-generated summarization of narratives and key details</a:t>
            </a:r>
          </a:p>
        </p:txBody>
      </p:sp>
      <p:sp>
        <p:nvSpPr>
          <p:cNvPr id="42" name="Speech Bubble: Rectangle with Corners Rounded 9">
            <a:extLst>
              <a:ext uri="{FF2B5EF4-FFF2-40B4-BE49-F238E27FC236}">
                <a16:creationId xmlns:a16="http://schemas.microsoft.com/office/drawing/2014/main" id="{15E422B0-8CB0-B6A0-EC3F-E4AE8BC34B92}"/>
              </a:ext>
            </a:extLst>
          </p:cNvPr>
          <p:cNvSpPr/>
          <p:nvPr/>
        </p:nvSpPr>
        <p:spPr>
          <a:xfrm>
            <a:off x="5807210" y="5136000"/>
            <a:ext cx="1847117" cy="1328008"/>
          </a:xfrm>
          <a:prstGeom prst="wedgeRoundRectCallout">
            <a:avLst>
              <a:gd name="adj1" fmla="val -2007"/>
              <a:gd name="adj2" fmla="val -104074"/>
              <a:gd name="adj3" fmla="val 16667"/>
            </a:avLst>
          </a:prstGeom>
          <a:solidFill>
            <a:schemeClr val="bg1">
              <a:lumMod val="90000"/>
              <a:lumOff val="10000"/>
            </a:schemeClr>
          </a:solidFill>
          <a:ln>
            <a:solidFill>
              <a:srgbClr val="C0000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sz="1600" b="0" i="0" u="none" strike="noStrike" kern="1200" cap="none" spc="0" normalizeH="0" baseline="0" noProof="0" dirty="0">
                <a:ln>
                  <a:noFill/>
                </a:ln>
                <a:solidFill>
                  <a:srgbClr val="FFFFFF"/>
                </a:solidFill>
                <a:effectLst/>
                <a:uLnTx/>
                <a:uFillTx/>
                <a:latin typeface="Oracle Sans Tab"/>
                <a:ea typeface="+mn-ea"/>
                <a:cs typeface="+mn-cs"/>
              </a:rPr>
              <a:t>Route data reliably through streaming stages</a:t>
            </a:r>
          </a:p>
        </p:txBody>
      </p:sp>
      <p:sp>
        <p:nvSpPr>
          <p:cNvPr id="56" name="Speech Bubble: Rectangle with Corners Rounded 1131">
            <a:extLst>
              <a:ext uri="{FF2B5EF4-FFF2-40B4-BE49-F238E27FC236}">
                <a16:creationId xmlns:a16="http://schemas.microsoft.com/office/drawing/2014/main" id="{B070E4EF-F37B-072C-F12E-B52C60627030}"/>
              </a:ext>
            </a:extLst>
          </p:cNvPr>
          <p:cNvSpPr/>
          <p:nvPr/>
        </p:nvSpPr>
        <p:spPr>
          <a:xfrm>
            <a:off x="9006093" y="185071"/>
            <a:ext cx="3063262" cy="1538398"/>
          </a:xfrm>
          <a:prstGeom prst="wedgeRoundRectCallout">
            <a:avLst>
              <a:gd name="adj1" fmla="val -36895"/>
              <a:gd name="adj2" fmla="val 75157"/>
              <a:gd name="adj3" fmla="val 16667"/>
            </a:avLst>
          </a:prstGeom>
          <a:solidFill>
            <a:schemeClr val="bg1">
              <a:lumMod val="90000"/>
              <a:lumOff val="10000"/>
            </a:schemeClr>
          </a:solidFill>
          <a:ln>
            <a:solidFill>
              <a:srgbClr val="C0000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sz="1600" b="0" i="0" u="none" strike="noStrike" kern="1200" cap="none" spc="0" normalizeH="0" baseline="0" noProof="0" dirty="0">
                <a:ln>
                  <a:noFill/>
                </a:ln>
                <a:solidFill>
                  <a:srgbClr val="FFFFFF"/>
                </a:solidFill>
                <a:effectLst/>
                <a:uLnTx/>
                <a:uFillTx/>
                <a:latin typeface="Oracle Sans Tab"/>
                <a:ea typeface="+mn-ea"/>
                <a:cs typeface="+mn-cs"/>
              </a:rPr>
              <a:t>Deliver event report data to enterprise asset management solution</a:t>
            </a:r>
          </a:p>
        </p:txBody>
      </p:sp>
    </p:spTree>
    <p:extLst>
      <p:ext uri="{BB962C8B-B14F-4D97-AF65-F5344CB8AC3E}">
        <p14:creationId xmlns:p14="http://schemas.microsoft.com/office/powerpoint/2010/main" val="911780547"/>
      </p:ext>
    </p:extLst>
  </p:cSld>
  <p:clrMapOvr>
    <a:masterClrMapping/>
  </p:clrMapOvr>
  <p:transition advClick="0" advTm="15000">
    <p:fade/>
  </p:transition>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0B995197-CEFA-789B-EB72-075DE58919EA}"/>
            </a:ext>
          </a:extLst>
        </p:cNvPr>
        <p:cNvGrpSpPr/>
        <p:nvPr/>
      </p:nvGrpSpPr>
      <p:grpSpPr>
        <a:xfrm>
          <a:off x="0" y="0"/>
          <a:ext cx="0" cy="0"/>
          <a:chOff x="0" y="0"/>
          <a:chExt cx="0" cy="0"/>
        </a:xfrm>
      </p:grpSpPr>
      <p:sp>
        <p:nvSpPr>
          <p:cNvPr id="2" name="Slide Number Placeholder 1">
            <a:extLst>
              <a:ext uri="{FF2B5EF4-FFF2-40B4-BE49-F238E27FC236}">
                <a16:creationId xmlns:a16="http://schemas.microsoft.com/office/drawing/2014/main" id="{432C5B7A-7BDF-C8A0-63AC-F601543CB305}"/>
              </a:ext>
            </a:extLst>
          </p:cNvPr>
          <p:cNvSpPr>
            <a:spLocks noGrp="1"/>
          </p:cNvSpPr>
          <p:nvPr>
            <p:ph type="sldNum" sz="quarter" idx="40"/>
          </p:nvPr>
        </p:nvSpPr>
        <p:spPr>
          <a:xfrm>
            <a:off x="762000" y="6423660"/>
            <a:ext cx="365760" cy="365760"/>
          </a:xfrm>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fld id="{345D60D9-5372-5F40-9443-0F9AE5BDC3C8}" type="slidenum">
              <a:rPr kumimoji="0" lang="en-US" sz="900" b="0" i="0" u="none" strike="noStrike" kern="1200" cap="none" spc="0" normalizeH="0" baseline="0" noProof="0" smtClean="0">
                <a:ln>
                  <a:noFill/>
                </a:ln>
                <a:solidFill>
                  <a:srgbClr val="8B8580"/>
                </a:solidFill>
                <a:effectLst/>
                <a:uLnTx/>
                <a:uFillTx/>
                <a:latin typeface="Oracle Sans Tab"/>
                <a:ea typeface="+mn-ea"/>
                <a:cs typeface="+mn-cs"/>
              </a:rPr>
              <a:pPr marL="0" marR="0" lvl="0" indent="0" algn="l" defTabSz="914400" rtl="0" eaLnBrk="1" fontAlgn="auto" latinLnBrk="0" hangingPunct="1">
                <a:lnSpc>
                  <a:spcPct val="100000"/>
                </a:lnSpc>
                <a:spcBef>
                  <a:spcPts val="0"/>
                </a:spcBef>
                <a:spcAft>
                  <a:spcPts val="0"/>
                </a:spcAft>
                <a:buClrTx/>
                <a:buSzTx/>
                <a:buFontTx/>
                <a:buNone/>
                <a:tabLst/>
                <a:defRPr/>
              </a:pPr>
              <a:t>3</a:t>
            </a:fld>
            <a:endParaRPr kumimoji="0" lang="en-US" sz="900" b="0" i="0" u="none" strike="noStrike" kern="1200" cap="none" spc="0" normalizeH="0" baseline="0" noProof="0" dirty="0">
              <a:ln>
                <a:noFill/>
              </a:ln>
              <a:solidFill>
                <a:srgbClr val="8B8580"/>
              </a:solidFill>
              <a:effectLst/>
              <a:uLnTx/>
              <a:uFillTx/>
              <a:latin typeface="Oracle Sans Tab"/>
              <a:ea typeface="+mn-ea"/>
              <a:cs typeface="+mn-cs"/>
            </a:endParaRPr>
          </a:p>
        </p:txBody>
      </p:sp>
      <p:sp>
        <p:nvSpPr>
          <p:cNvPr id="9" name="Rectangle: Rounded Corners 1288">
            <a:extLst>
              <a:ext uri="{FF2B5EF4-FFF2-40B4-BE49-F238E27FC236}">
                <a16:creationId xmlns:a16="http://schemas.microsoft.com/office/drawing/2014/main" id="{144F0A31-8C56-C6BD-F3C6-E097023C0BBD}"/>
              </a:ext>
            </a:extLst>
          </p:cNvPr>
          <p:cNvSpPr/>
          <p:nvPr/>
        </p:nvSpPr>
        <p:spPr>
          <a:xfrm>
            <a:off x="8928293" y="1841860"/>
            <a:ext cx="3063262" cy="2625814"/>
          </a:xfrm>
          <a:prstGeom prst="roundRect">
            <a:avLst>
              <a:gd name="adj" fmla="val 5089"/>
            </a:avLst>
          </a:prstGeom>
          <a:noFill/>
          <a:ln w="19050">
            <a:solidFill>
              <a:srgbClr val="AE562C"/>
            </a:solidFill>
            <a:prstDash val="sysDot"/>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srgbClr val="F3F3F3"/>
              </a:solidFill>
              <a:effectLst/>
              <a:uLnTx/>
              <a:uFillTx/>
              <a:latin typeface="Oracle Sans Tab"/>
              <a:ea typeface="+mn-ea"/>
              <a:cs typeface="+mn-cs"/>
            </a:endParaRPr>
          </a:p>
        </p:txBody>
      </p:sp>
      <p:sp>
        <p:nvSpPr>
          <p:cNvPr id="44" name="TextBox 43">
            <a:extLst>
              <a:ext uri="{FF2B5EF4-FFF2-40B4-BE49-F238E27FC236}">
                <a16:creationId xmlns:a16="http://schemas.microsoft.com/office/drawing/2014/main" id="{BC0B8A6F-BE9C-EF28-4B1E-1C070B6AF8F0}"/>
              </a:ext>
            </a:extLst>
          </p:cNvPr>
          <p:cNvSpPr txBox="1"/>
          <p:nvPr/>
        </p:nvSpPr>
        <p:spPr>
          <a:xfrm>
            <a:off x="2555481" y="3672378"/>
            <a:ext cx="1295833" cy="523220"/>
          </a:xfrm>
          <a:prstGeom prst="rect">
            <a:avLst/>
          </a:prstGeom>
          <a:solidFill>
            <a:schemeClr val="accent1"/>
          </a:solidFill>
        </p:spPr>
        <p:txBody>
          <a:bodyPr wrap="square" rtlCol="0">
            <a:spAutoFit/>
          </a:bodyPr>
          <a:lstStyle>
            <a:defPPr>
              <a:defRPr lang="en-US"/>
            </a:defPPr>
            <a:lvl1pPr marR="0" lvl="0" indent="0" algn="ctr" fontAlgn="auto">
              <a:lnSpc>
                <a:spcPct val="100000"/>
              </a:lnSpc>
              <a:spcBef>
                <a:spcPts val="0"/>
              </a:spcBef>
              <a:spcAft>
                <a:spcPts val="0"/>
              </a:spcAft>
              <a:buClrTx/>
              <a:buSzTx/>
              <a:buFontTx/>
              <a:buNone/>
              <a:tabLst/>
              <a:defRPr kumimoji="0" sz="1400" b="1" i="0" u="none" strike="noStrike" cap="none" spc="0" normalizeH="0" baseline="0">
                <a:ln>
                  <a:noFill/>
                </a:ln>
                <a:effectLst/>
                <a:uLnTx/>
                <a:uFillTx/>
                <a:latin typeface="Oracle Sans"/>
                <a:cs typeface="Oracle Sans"/>
                <a:rtl val="0"/>
              </a:defRPr>
            </a:lvl1pP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sz="1400" b="1" i="0" u="none" strike="noStrike" kern="1200" cap="none" spc="0" normalizeH="0" baseline="0" noProof="0" dirty="0" err="1">
                <a:ln>
                  <a:noFill/>
                </a:ln>
                <a:solidFill>
                  <a:srgbClr val="FFFFFF"/>
                </a:solidFill>
                <a:effectLst/>
                <a:uLnTx/>
                <a:uFillTx/>
                <a:latin typeface="Oracle Sans"/>
                <a:ea typeface="+mn-ea"/>
                <a:cs typeface="Oracle Sans"/>
                <a:sym typeface="Oracle Sans"/>
                <a:rtl val="0"/>
              </a:rPr>
              <a:t>ThingsBoard</a:t>
            </a:r>
            <a:endParaRPr kumimoji="0" lang="en-US" sz="1400" b="1" i="0" u="none" strike="noStrike" kern="1200" cap="none" spc="0" normalizeH="0" baseline="0" noProof="0" dirty="0">
              <a:ln>
                <a:noFill/>
              </a:ln>
              <a:solidFill>
                <a:srgbClr val="FFFFFF"/>
              </a:solidFill>
              <a:effectLst/>
              <a:uLnTx/>
              <a:uFillTx/>
              <a:latin typeface="Oracle Sans"/>
              <a:ea typeface="+mn-ea"/>
              <a:cs typeface="Oracle Sans"/>
              <a:sym typeface="Oracle Sans"/>
              <a:rtl val="0"/>
            </a:endParaRPr>
          </a:p>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400" b="1" i="0" u="none" strike="noStrike" kern="1200" cap="none" spc="0" normalizeH="0" baseline="0" noProof="0" dirty="0">
              <a:ln>
                <a:noFill/>
              </a:ln>
              <a:solidFill>
                <a:srgbClr val="FFFFFF"/>
              </a:solidFill>
              <a:effectLst/>
              <a:uLnTx/>
              <a:uFillTx/>
              <a:latin typeface="Oracle Sans"/>
              <a:ea typeface="+mn-ea"/>
              <a:cs typeface="Oracle Sans"/>
              <a:sym typeface="Oracle Sans"/>
              <a:rtl val="0"/>
            </a:endParaRPr>
          </a:p>
        </p:txBody>
      </p:sp>
      <p:pic>
        <p:nvPicPr>
          <p:cNvPr id="55" name="Picture 2" descr="OpenShift - Wikipedia">
            <a:extLst>
              <a:ext uri="{FF2B5EF4-FFF2-40B4-BE49-F238E27FC236}">
                <a16:creationId xmlns:a16="http://schemas.microsoft.com/office/drawing/2014/main" id="{11833ED0-915E-B7A1-BD0F-D61C38B5F91C}"/>
              </a:ext>
            </a:extLst>
          </p:cNvPr>
          <p:cNvPicPr>
            <a:picLocks noChangeAspect="1" noChangeArrowheads="1"/>
          </p:cNvPicPr>
          <p:nvPr/>
        </p:nvPicPr>
        <p:blipFill rotWithShape="1">
          <a:blip r:embed="rId2">
            <a:alphaModFix amt="70000"/>
            <a:extLst>
              <a:ext uri="{28A0092B-C50C-407E-A947-70E740481C1C}">
                <a14:useLocalDpi xmlns:a14="http://schemas.microsoft.com/office/drawing/2010/main" val="0"/>
              </a:ext>
            </a:extLst>
          </a:blip>
          <a:srcRect b="21959"/>
          <a:stretch/>
        </p:blipFill>
        <p:spPr bwMode="auto">
          <a:xfrm>
            <a:off x="8768278" y="1631755"/>
            <a:ext cx="401726" cy="334910"/>
          </a:xfrm>
          <a:prstGeom prst="rect">
            <a:avLst/>
          </a:prstGeom>
          <a:noFill/>
          <a:extLst>
            <a:ext uri="{909E8E84-426E-40DD-AFC4-6F175D3DCCD1}">
              <a14:hiddenFill xmlns:a14="http://schemas.microsoft.com/office/drawing/2010/main">
                <a:solidFill>
                  <a:srgbClr val="FFFFFF"/>
                </a:solidFill>
              </a14:hiddenFill>
            </a:ext>
          </a:extLst>
        </p:spPr>
      </p:pic>
      <p:pic>
        <p:nvPicPr>
          <p:cNvPr id="75" name="Picture 2" descr="OpenShift - Wikipedia">
            <a:extLst>
              <a:ext uri="{FF2B5EF4-FFF2-40B4-BE49-F238E27FC236}">
                <a16:creationId xmlns:a16="http://schemas.microsoft.com/office/drawing/2014/main" id="{AA4A6939-0CF1-F473-9F96-AE37E6714F1B}"/>
              </a:ext>
            </a:extLst>
          </p:cNvPr>
          <p:cNvPicPr>
            <a:picLocks noChangeAspect="1" noChangeArrowheads="1"/>
          </p:cNvPicPr>
          <p:nvPr/>
        </p:nvPicPr>
        <p:blipFill rotWithShape="1">
          <a:blip r:embed="rId2">
            <a:alphaModFix amt="70000"/>
            <a:extLst>
              <a:ext uri="{28A0092B-C50C-407E-A947-70E740481C1C}">
                <a14:useLocalDpi xmlns:a14="http://schemas.microsoft.com/office/drawing/2010/main" val="0"/>
              </a:ext>
            </a:extLst>
          </a:blip>
          <a:srcRect b="21959"/>
          <a:stretch/>
        </p:blipFill>
        <p:spPr bwMode="auto">
          <a:xfrm>
            <a:off x="3675823" y="2281892"/>
            <a:ext cx="401726" cy="334910"/>
          </a:xfrm>
          <a:prstGeom prst="rect">
            <a:avLst/>
          </a:prstGeom>
          <a:noFill/>
          <a:extLst>
            <a:ext uri="{909E8E84-426E-40DD-AFC4-6F175D3DCCD1}">
              <a14:hiddenFill xmlns:a14="http://schemas.microsoft.com/office/drawing/2010/main">
                <a:solidFill>
                  <a:srgbClr val="FFFFFF"/>
                </a:solidFill>
              </a14:hiddenFill>
            </a:ext>
          </a:extLst>
        </p:spPr>
      </p:pic>
      <p:sp>
        <p:nvSpPr>
          <p:cNvPr id="76" name="Rectangle: Rounded Corners 2">
            <a:extLst>
              <a:ext uri="{FF2B5EF4-FFF2-40B4-BE49-F238E27FC236}">
                <a16:creationId xmlns:a16="http://schemas.microsoft.com/office/drawing/2014/main" id="{BF90B4AB-F939-DB03-99FB-0075F19F5787}"/>
              </a:ext>
            </a:extLst>
          </p:cNvPr>
          <p:cNvSpPr/>
          <p:nvPr/>
        </p:nvSpPr>
        <p:spPr>
          <a:xfrm>
            <a:off x="2504322" y="2395992"/>
            <a:ext cx="1388443" cy="1885116"/>
          </a:xfrm>
          <a:prstGeom prst="roundRect">
            <a:avLst>
              <a:gd name="adj" fmla="val 5089"/>
            </a:avLst>
          </a:prstGeom>
          <a:noFill/>
          <a:ln w="19050">
            <a:solidFill>
              <a:srgbClr val="AE562C"/>
            </a:solidFill>
            <a:prstDash val="sysDot"/>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srgbClr val="F3F3F3"/>
              </a:solidFill>
              <a:effectLst/>
              <a:uLnTx/>
              <a:uFillTx/>
              <a:latin typeface="Oracle Sans Tab"/>
              <a:ea typeface="+mn-ea"/>
              <a:cs typeface="+mn-cs"/>
            </a:endParaRPr>
          </a:p>
        </p:txBody>
      </p:sp>
      <p:sp>
        <p:nvSpPr>
          <p:cNvPr id="230" name="TextBox 229">
            <a:extLst>
              <a:ext uri="{FF2B5EF4-FFF2-40B4-BE49-F238E27FC236}">
                <a16:creationId xmlns:a16="http://schemas.microsoft.com/office/drawing/2014/main" id="{F44354BB-DC45-B9D4-4406-BD104E33DEDB}"/>
              </a:ext>
            </a:extLst>
          </p:cNvPr>
          <p:cNvSpPr txBox="1"/>
          <p:nvPr/>
        </p:nvSpPr>
        <p:spPr>
          <a:xfrm>
            <a:off x="2695698" y="350462"/>
            <a:ext cx="5610604" cy="461665"/>
          </a:xfrm>
          <a:prstGeom prst="rect">
            <a:avLst/>
          </a:prstGeom>
          <a:solidFill>
            <a:schemeClr val="accent3"/>
          </a:solidFill>
        </p:spPr>
        <p:txBody>
          <a:bodyPr rot="0" spcFirstLastPara="0" vertOverflow="overflow" horzOverflow="overflow" vert="horz" wrap="square" lIns="91440" tIns="45720" rIns="91440" bIns="45720" numCol="1" spcCol="0" rtlCol="0" fromWordArt="0" anchor="t" anchorCtr="0" forceAA="0" compatLnSpc="1">
            <a:prstTxWarp prst="textNoShape">
              <a:avLst/>
            </a:prstTxWarp>
            <a:spAutoFit/>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sz="2400" b="1" i="0" u="none" strike="noStrike" kern="1200" cap="none" spc="0" normalizeH="0" baseline="0" noProof="0" dirty="0">
                <a:ln>
                  <a:noFill/>
                </a:ln>
                <a:solidFill>
                  <a:srgbClr val="FFFFFF"/>
                </a:solidFill>
                <a:effectLst/>
                <a:uLnTx/>
                <a:uFillTx/>
                <a:latin typeface="Oracle Sans Tab"/>
                <a:ea typeface="+mn-ea"/>
                <a:cs typeface="+mn-cs"/>
              </a:rPr>
              <a:t>Agentic Anomaly Report</a:t>
            </a:r>
          </a:p>
        </p:txBody>
      </p:sp>
      <p:sp>
        <p:nvSpPr>
          <p:cNvPr id="226" name="TextBox 225">
            <a:extLst>
              <a:ext uri="{FF2B5EF4-FFF2-40B4-BE49-F238E27FC236}">
                <a16:creationId xmlns:a16="http://schemas.microsoft.com/office/drawing/2014/main" id="{0C53910D-DE28-64D4-78A8-DB974DAEC57F}"/>
              </a:ext>
            </a:extLst>
          </p:cNvPr>
          <p:cNvSpPr txBox="1"/>
          <p:nvPr/>
        </p:nvSpPr>
        <p:spPr>
          <a:xfrm>
            <a:off x="2019070" y="3143498"/>
            <a:ext cx="704688" cy="200055"/>
          </a:xfrm>
          <a:prstGeom prst="rect">
            <a:avLst/>
          </a:prstGeom>
          <a:solidFill>
            <a:srgbClr val="F3F3F3"/>
          </a:solidFill>
        </p:spPr>
        <p:txBody>
          <a:bodyPr wrap="square">
            <a:spAutoFit/>
          </a:bodyPr>
          <a:lstStyle/>
          <a:p>
            <a:pPr marL="0" marR="0" lvl="0" indent="0" algn="ctr" defTabSz="914400" eaLnBrk="1" fontAlgn="auto" latinLnBrk="0" hangingPunct="1">
              <a:lnSpc>
                <a:spcPct val="100000"/>
              </a:lnSpc>
              <a:spcBef>
                <a:spcPts val="0"/>
              </a:spcBef>
              <a:spcAft>
                <a:spcPts val="0"/>
              </a:spcAft>
              <a:buClrTx/>
              <a:buSzTx/>
              <a:buFontTx/>
              <a:buNone/>
              <a:tabLst/>
              <a:defRPr/>
            </a:pPr>
            <a:r>
              <a:rPr kumimoji="0" lang="en-US" sz="700" b="0" i="0" u="none" strike="noStrike" kern="0" cap="none" spc="0" normalizeH="0" baseline="0" noProof="0" dirty="0">
                <a:ln>
                  <a:noFill/>
                </a:ln>
                <a:solidFill>
                  <a:srgbClr val="2B2E32"/>
                </a:solidFill>
                <a:effectLst/>
                <a:uLnTx/>
                <a:uFillTx/>
              </a:rPr>
              <a:t>IoT Protocol</a:t>
            </a:r>
            <a:endParaRPr kumimoji="0" lang="en-US" sz="700" b="0" i="0" u="none" strike="noStrike" kern="0" cap="none" spc="0" normalizeH="0" baseline="0" noProof="0" dirty="0">
              <a:ln>
                <a:noFill/>
              </a:ln>
              <a:solidFill>
                <a:srgbClr val="7C8A98"/>
              </a:solidFill>
              <a:effectLst/>
              <a:uLnTx/>
              <a:uFillTx/>
            </a:endParaRPr>
          </a:p>
        </p:txBody>
      </p:sp>
      <p:cxnSp>
        <p:nvCxnSpPr>
          <p:cNvPr id="227" name="Straight Arrow Connector 226">
            <a:extLst>
              <a:ext uri="{FF2B5EF4-FFF2-40B4-BE49-F238E27FC236}">
                <a16:creationId xmlns:a16="http://schemas.microsoft.com/office/drawing/2014/main" id="{3ACCBE3A-DD14-B3F8-A774-607141A94DAB}"/>
              </a:ext>
            </a:extLst>
          </p:cNvPr>
          <p:cNvCxnSpPr>
            <a:cxnSpLocks/>
          </p:cNvCxnSpPr>
          <p:nvPr/>
        </p:nvCxnSpPr>
        <p:spPr>
          <a:xfrm>
            <a:off x="2060556" y="3389879"/>
            <a:ext cx="553024" cy="1265"/>
          </a:xfrm>
          <a:prstGeom prst="straightConnector1">
            <a:avLst/>
          </a:prstGeom>
          <a:noFill/>
          <a:ln w="28575" cap="flat" cmpd="sng" algn="ctr">
            <a:solidFill>
              <a:srgbClr val="2C5967"/>
            </a:solidFill>
            <a:prstDash val="solid"/>
            <a:tailEnd type="triangle"/>
          </a:ln>
          <a:effectLst/>
        </p:spPr>
      </p:cxnSp>
      <p:grpSp>
        <p:nvGrpSpPr>
          <p:cNvPr id="228" name="Group 227">
            <a:extLst>
              <a:ext uri="{FF2B5EF4-FFF2-40B4-BE49-F238E27FC236}">
                <a16:creationId xmlns:a16="http://schemas.microsoft.com/office/drawing/2014/main" id="{EA58D1FC-8985-81E1-60A6-2858D9A4295B}"/>
              </a:ext>
            </a:extLst>
          </p:cNvPr>
          <p:cNvGrpSpPr/>
          <p:nvPr/>
        </p:nvGrpSpPr>
        <p:grpSpPr>
          <a:xfrm>
            <a:off x="4578" y="2620237"/>
            <a:ext cx="2435162" cy="2240360"/>
            <a:chOff x="158069" y="4046199"/>
            <a:chExt cx="2403118" cy="2240360"/>
          </a:xfrm>
        </p:grpSpPr>
        <p:pic>
          <p:nvPicPr>
            <p:cNvPr id="229" name="Picture 228" descr="A screenshot of a computer&#10;&#10;AI-generated content may be incorrect.">
              <a:extLst>
                <a:ext uri="{FF2B5EF4-FFF2-40B4-BE49-F238E27FC236}">
                  <a16:creationId xmlns:a16="http://schemas.microsoft.com/office/drawing/2014/main" id="{532C8152-47BB-83D1-B995-FBFE90A749CE}"/>
                </a:ext>
              </a:extLst>
            </p:cNvPr>
            <p:cNvPicPr>
              <a:picLocks noChangeAspect="1"/>
            </p:cNvPicPr>
            <p:nvPr/>
          </p:nvPicPr>
          <p:blipFill>
            <a:blip r:embed="rId3"/>
            <a:stretch>
              <a:fillRect/>
            </a:stretch>
          </p:blipFill>
          <p:spPr>
            <a:xfrm>
              <a:off x="303185" y="4046199"/>
              <a:ext cx="1882363" cy="1437230"/>
            </a:xfrm>
            <a:prstGeom prst="rect">
              <a:avLst/>
            </a:prstGeom>
          </p:spPr>
        </p:pic>
        <p:sp>
          <p:nvSpPr>
            <p:cNvPr id="231" name="TextBox 230">
              <a:extLst>
                <a:ext uri="{FF2B5EF4-FFF2-40B4-BE49-F238E27FC236}">
                  <a16:creationId xmlns:a16="http://schemas.microsoft.com/office/drawing/2014/main" id="{CC6C2B5F-F892-B962-82ED-D2B9C9F9267C}"/>
                </a:ext>
              </a:extLst>
            </p:cNvPr>
            <p:cNvSpPr txBox="1"/>
            <p:nvPr/>
          </p:nvSpPr>
          <p:spPr>
            <a:xfrm>
              <a:off x="158069" y="5455562"/>
              <a:ext cx="2403118" cy="830997"/>
            </a:xfrm>
            <a:prstGeom prst="rect">
              <a:avLst/>
            </a:prstGeom>
            <a:noFill/>
          </p:spPr>
          <p:txBody>
            <a:bodyPr wrap="square" rtlCol="0">
              <a:spAutoFit/>
            </a:bodyPr>
            <a:lstStyle/>
            <a:p>
              <a:pPr marL="0" marR="0" lvl="0" indent="0" algn="ctr" defTabSz="914400" rtl="0" eaLnBrk="1" fontAlgn="auto" latinLnBrk="0" hangingPunct="1">
                <a:lnSpc>
                  <a:spcPct val="100000"/>
                </a:lnSpc>
                <a:spcBef>
                  <a:spcPts val="0"/>
                </a:spcBef>
                <a:spcAft>
                  <a:spcPts val="600"/>
                </a:spcAft>
                <a:buClrTx/>
                <a:buSzTx/>
                <a:buFontTx/>
                <a:buNone/>
                <a:tabLst/>
                <a:defRPr/>
              </a:pPr>
              <a:r>
                <a:rPr kumimoji="0" lang="en-US" sz="1400" b="1" i="0" u="none" strike="noStrike" kern="1200" cap="none" spc="0" normalizeH="0" baseline="0" noProof="0" dirty="0">
                  <a:ln>
                    <a:noFill/>
                  </a:ln>
                  <a:solidFill>
                    <a:srgbClr val="2B2E32"/>
                  </a:solidFill>
                  <a:effectLst/>
                  <a:uLnTx/>
                  <a:uFillTx/>
                  <a:latin typeface="Oracle Sans Tab"/>
                  <a:ea typeface="+mn-ea"/>
                  <a:cs typeface="+mn-cs"/>
                </a:rPr>
                <a:t>Numerical Telemetry Data</a:t>
              </a:r>
            </a:p>
            <a:p>
              <a:pPr marL="171450" marR="0" lvl="0" indent="-171450" algn="l" defTabSz="914400" rtl="0" eaLnBrk="1" fontAlgn="auto" latinLnBrk="0" hangingPunct="1">
                <a:lnSpc>
                  <a:spcPct val="100000"/>
                </a:lnSpc>
                <a:spcBef>
                  <a:spcPts val="0"/>
                </a:spcBef>
                <a:spcAft>
                  <a:spcPts val="600"/>
                </a:spcAft>
                <a:buClrTx/>
                <a:buSzTx/>
                <a:buFont typeface="Arial" panose="020B0604020202020204" pitchFamily="34" charset="0"/>
                <a:buChar char="•"/>
                <a:tabLst/>
                <a:defRPr/>
              </a:pPr>
              <a:r>
                <a:rPr kumimoji="0" lang="en-US" sz="800" b="0" i="0" u="none" strike="noStrike" kern="1200" cap="none" spc="0" normalizeH="0" baseline="0" noProof="0" dirty="0">
                  <a:ln>
                    <a:noFill/>
                  </a:ln>
                  <a:solidFill>
                    <a:srgbClr val="2B2E32"/>
                  </a:solidFill>
                  <a:effectLst/>
                  <a:uLnTx/>
                  <a:uFillTx/>
                  <a:latin typeface="Oracle Sans Tab"/>
                  <a:ea typeface="+mn-ea"/>
                  <a:cs typeface="+mn-cs"/>
                </a:rPr>
                <a:t>Aerospace signal data related to Jet Engine equipment signals on various aircrafts</a:t>
              </a:r>
            </a:p>
            <a:p>
              <a:pPr marL="171450" marR="0" lvl="0" indent="-171450" algn="l" defTabSz="914400" rtl="0" eaLnBrk="1" fontAlgn="auto" latinLnBrk="0" hangingPunct="1">
                <a:lnSpc>
                  <a:spcPct val="100000"/>
                </a:lnSpc>
                <a:spcBef>
                  <a:spcPts val="0"/>
                </a:spcBef>
                <a:spcAft>
                  <a:spcPts val="600"/>
                </a:spcAft>
                <a:buClrTx/>
                <a:buSzTx/>
                <a:buFont typeface="Arial" panose="020B0604020202020204" pitchFamily="34" charset="0"/>
                <a:buChar char="•"/>
                <a:tabLst/>
                <a:defRPr/>
              </a:pPr>
              <a:r>
                <a:rPr kumimoji="0" lang="en-US" sz="800" b="0" i="0" u="none" strike="noStrike" kern="1200" cap="none" spc="0" normalizeH="0" baseline="0" noProof="0" dirty="0">
                  <a:ln>
                    <a:noFill/>
                  </a:ln>
                  <a:solidFill>
                    <a:srgbClr val="2B2E32"/>
                  </a:solidFill>
                  <a:effectLst/>
                  <a:uLnTx/>
                  <a:uFillTx/>
                  <a:latin typeface="Oracle Sans Tab"/>
                  <a:ea typeface="+mn-ea"/>
                  <a:cs typeface="+mn-cs"/>
                </a:rPr>
                <a:t>Stored in Virtual Devices (OCI VM)</a:t>
              </a:r>
            </a:p>
          </p:txBody>
        </p:sp>
      </p:grpSp>
      <p:pic>
        <p:nvPicPr>
          <p:cNvPr id="233" name="Picture 20" descr="Applications Marketplace | Digital Communications Technologies">
            <a:extLst>
              <a:ext uri="{FF2B5EF4-FFF2-40B4-BE49-F238E27FC236}">
                <a16:creationId xmlns:a16="http://schemas.microsoft.com/office/drawing/2014/main" id="{880F3954-8141-467D-DCDC-36BCA802FD6E}"/>
              </a:ext>
            </a:extLst>
          </p:cNvPr>
          <p:cNvPicPr>
            <a:picLocks noChangeAspect="1" noChangeArrowheads="1"/>
          </p:cNvPicPr>
          <p:nvPr/>
        </p:nvPicPr>
        <p:blipFill>
          <a:blip r:embed="rId4">
            <a:extLst>
              <a:ext uri="{28A0092B-C50C-407E-A947-70E740481C1C}">
                <a14:useLocalDpi xmlns:a14="http://schemas.microsoft.com/office/drawing/2010/main" val="0"/>
              </a:ext>
            </a:extLst>
          </a:blip>
          <a:srcRect/>
          <a:stretch>
            <a:fillRect/>
          </a:stretch>
        </p:blipFill>
        <p:spPr bwMode="auto">
          <a:xfrm>
            <a:off x="2609084" y="2642820"/>
            <a:ext cx="1189958" cy="1189958"/>
          </a:xfrm>
          <a:prstGeom prst="rect">
            <a:avLst/>
          </a:prstGeom>
          <a:noFill/>
          <a:extLst>
            <a:ext uri="{909E8E84-426E-40DD-AFC4-6F175D3DCCD1}">
              <a14:hiddenFill xmlns:a14="http://schemas.microsoft.com/office/drawing/2010/main">
                <a:solidFill>
                  <a:srgbClr val="FFFFFF"/>
                </a:solidFill>
              </a14:hiddenFill>
            </a:ext>
          </a:extLst>
        </p:spPr>
      </p:pic>
      <p:grpSp>
        <p:nvGrpSpPr>
          <p:cNvPr id="237" name="Graphic 3">
            <a:extLst>
              <a:ext uri="{FF2B5EF4-FFF2-40B4-BE49-F238E27FC236}">
                <a16:creationId xmlns:a16="http://schemas.microsoft.com/office/drawing/2014/main" id="{1D5B4FE1-BFD1-88F4-38ED-FA3E52A81C0B}"/>
              </a:ext>
            </a:extLst>
          </p:cNvPr>
          <p:cNvGrpSpPr/>
          <p:nvPr/>
        </p:nvGrpSpPr>
        <p:grpSpPr>
          <a:xfrm>
            <a:off x="4477949" y="2844273"/>
            <a:ext cx="722531" cy="746874"/>
            <a:chOff x="9189623" y="2363804"/>
            <a:chExt cx="472985" cy="513347"/>
          </a:xfrm>
        </p:grpSpPr>
        <p:sp>
          <p:nvSpPr>
            <p:cNvPr id="239" name="Freeform: Shape 238">
              <a:extLst>
                <a:ext uri="{FF2B5EF4-FFF2-40B4-BE49-F238E27FC236}">
                  <a16:creationId xmlns:a16="http://schemas.microsoft.com/office/drawing/2014/main" id="{EDF62428-6ADC-7363-A736-E5A1E967E202}"/>
                </a:ext>
              </a:extLst>
            </p:cNvPr>
            <p:cNvSpPr/>
            <p:nvPr/>
          </p:nvSpPr>
          <p:spPr>
            <a:xfrm>
              <a:off x="9189623" y="2363804"/>
              <a:ext cx="472985" cy="513347"/>
            </a:xfrm>
            <a:custGeom>
              <a:avLst/>
              <a:gdLst>
                <a:gd name="connsiteX0" fmla="*/ 235883 w 472985"/>
                <a:gd name="connsiteY0" fmla="*/ 12193 h 513347"/>
                <a:gd name="connsiteX1" fmla="*/ 271369 w 472985"/>
                <a:gd name="connsiteY1" fmla="*/ 26826 h 513347"/>
                <a:gd name="connsiteX2" fmla="*/ 284779 w 472985"/>
                <a:gd name="connsiteY2" fmla="*/ 73161 h 513347"/>
                <a:gd name="connsiteX3" fmla="*/ 374038 w 472985"/>
                <a:gd name="connsiteY3" fmla="*/ 124374 h 513347"/>
                <a:gd name="connsiteX4" fmla="*/ 407021 w 472985"/>
                <a:gd name="connsiteY4" fmla="*/ 109741 h 513347"/>
                <a:gd name="connsiteX5" fmla="*/ 442442 w 472985"/>
                <a:gd name="connsiteY5" fmla="*/ 124374 h 513347"/>
                <a:gd name="connsiteX6" fmla="*/ 457136 w 472985"/>
                <a:gd name="connsiteY6" fmla="*/ 159735 h 513347"/>
                <a:gd name="connsiteX7" fmla="*/ 442442 w 472985"/>
                <a:gd name="connsiteY7" fmla="*/ 195096 h 513347"/>
                <a:gd name="connsiteX8" fmla="*/ 417993 w 472985"/>
                <a:gd name="connsiteY8" fmla="*/ 209729 h 513347"/>
                <a:gd name="connsiteX9" fmla="*/ 417993 w 472985"/>
                <a:gd name="connsiteY9" fmla="*/ 312154 h 513347"/>
                <a:gd name="connsiteX10" fmla="*/ 442442 w 472985"/>
                <a:gd name="connsiteY10" fmla="*/ 324346 h 513347"/>
                <a:gd name="connsiteX11" fmla="*/ 457136 w 472985"/>
                <a:gd name="connsiteY11" fmla="*/ 359709 h 513347"/>
                <a:gd name="connsiteX12" fmla="*/ 442442 w 472985"/>
                <a:gd name="connsiteY12" fmla="*/ 395072 h 513347"/>
                <a:gd name="connsiteX13" fmla="*/ 407021 w 472985"/>
                <a:gd name="connsiteY13" fmla="*/ 409703 h 513347"/>
                <a:gd name="connsiteX14" fmla="*/ 371535 w 472985"/>
                <a:gd name="connsiteY14" fmla="*/ 395072 h 513347"/>
                <a:gd name="connsiteX15" fmla="*/ 370316 w 472985"/>
                <a:gd name="connsiteY15" fmla="*/ 392634 h 513347"/>
                <a:gd name="connsiteX16" fmla="*/ 283561 w 472985"/>
                <a:gd name="connsiteY16" fmla="*/ 442627 h 513347"/>
                <a:gd name="connsiteX17" fmla="*/ 270085 w 472985"/>
                <a:gd name="connsiteY17" fmla="*/ 487744 h 513347"/>
                <a:gd name="connsiteX18" fmla="*/ 234664 w 472985"/>
                <a:gd name="connsiteY18" fmla="*/ 502375 h 513347"/>
                <a:gd name="connsiteX19" fmla="*/ 199243 w 472985"/>
                <a:gd name="connsiteY19" fmla="*/ 487744 h 513347"/>
                <a:gd name="connsiteX20" fmla="*/ 185768 w 472985"/>
                <a:gd name="connsiteY20" fmla="*/ 443847 h 513347"/>
                <a:gd name="connsiteX21" fmla="*/ 97793 w 472985"/>
                <a:gd name="connsiteY21" fmla="*/ 390195 h 513347"/>
                <a:gd name="connsiteX22" fmla="*/ 96574 w 472985"/>
                <a:gd name="connsiteY22" fmla="*/ 391415 h 513347"/>
                <a:gd name="connsiteX23" fmla="*/ 61088 w 472985"/>
                <a:gd name="connsiteY23" fmla="*/ 406045 h 513347"/>
                <a:gd name="connsiteX24" fmla="*/ 25667 w 472985"/>
                <a:gd name="connsiteY24" fmla="*/ 391415 h 513347"/>
                <a:gd name="connsiteX25" fmla="*/ 12192 w 472985"/>
                <a:gd name="connsiteY25" fmla="*/ 357271 h 513347"/>
                <a:gd name="connsiteX26" fmla="*/ 26887 w 472985"/>
                <a:gd name="connsiteY26" fmla="*/ 321907 h 513347"/>
                <a:gd name="connsiteX27" fmla="*/ 48896 w 472985"/>
                <a:gd name="connsiteY27" fmla="*/ 309715 h 513347"/>
                <a:gd name="connsiteX28" fmla="*/ 48896 w 472985"/>
                <a:gd name="connsiteY28" fmla="*/ 207290 h 513347"/>
                <a:gd name="connsiteX29" fmla="*/ 26887 w 472985"/>
                <a:gd name="connsiteY29" fmla="*/ 195096 h 513347"/>
                <a:gd name="connsiteX30" fmla="*/ 12192 w 472985"/>
                <a:gd name="connsiteY30" fmla="*/ 158516 h 513347"/>
                <a:gd name="connsiteX31" fmla="*/ 26887 w 472985"/>
                <a:gd name="connsiteY31" fmla="*/ 123155 h 513347"/>
                <a:gd name="connsiteX32" fmla="*/ 61088 w 472985"/>
                <a:gd name="connsiteY32" fmla="*/ 109741 h 513347"/>
                <a:gd name="connsiteX33" fmla="*/ 95354 w 472985"/>
                <a:gd name="connsiteY33" fmla="*/ 123155 h 513347"/>
                <a:gd name="connsiteX34" fmla="*/ 185768 w 472985"/>
                <a:gd name="connsiteY34" fmla="*/ 70723 h 513347"/>
                <a:gd name="connsiteX35" fmla="*/ 199243 w 472985"/>
                <a:gd name="connsiteY35" fmla="*/ 26826 h 513347"/>
                <a:gd name="connsiteX36" fmla="*/ 235883 w 472985"/>
                <a:gd name="connsiteY36" fmla="*/ 12193 h 513347"/>
                <a:gd name="connsiteX37" fmla="*/ 235883 w 472985"/>
                <a:gd name="connsiteY37" fmla="*/ 0 h 513347"/>
                <a:gd name="connsiteX38" fmla="*/ 191864 w 472985"/>
                <a:gd name="connsiteY38" fmla="*/ 18291 h 513347"/>
                <a:gd name="connsiteX39" fmla="*/ 173576 w 472985"/>
                <a:gd name="connsiteY39" fmla="*/ 64626 h 513347"/>
                <a:gd name="connsiteX40" fmla="*/ 96574 w 472985"/>
                <a:gd name="connsiteY40" fmla="*/ 108522 h 513347"/>
                <a:gd name="connsiteX41" fmla="*/ 61088 w 472985"/>
                <a:gd name="connsiteY41" fmla="*/ 97548 h 513347"/>
                <a:gd name="connsiteX42" fmla="*/ 18352 w 472985"/>
                <a:gd name="connsiteY42" fmla="*/ 115839 h 513347"/>
                <a:gd name="connsiteX43" fmla="*/ 0 w 472985"/>
                <a:gd name="connsiteY43" fmla="*/ 159735 h 513347"/>
                <a:gd name="connsiteX44" fmla="*/ 18352 w 472985"/>
                <a:gd name="connsiteY44" fmla="*/ 203632 h 513347"/>
                <a:gd name="connsiteX45" fmla="*/ 36640 w 472985"/>
                <a:gd name="connsiteY45" fmla="*/ 215825 h 513347"/>
                <a:gd name="connsiteX46" fmla="*/ 36640 w 472985"/>
                <a:gd name="connsiteY46" fmla="*/ 301180 h 513347"/>
                <a:gd name="connsiteX47" fmla="*/ 18352 w 472985"/>
                <a:gd name="connsiteY47" fmla="*/ 313374 h 513347"/>
                <a:gd name="connsiteX48" fmla="*/ 0 w 472985"/>
                <a:gd name="connsiteY48" fmla="*/ 357271 h 513347"/>
                <a:gd name="connsiteX49" fmla="*/ 18352 w 472985"/>
                <a:gd name="connsiteY49" fmla="*/ 401168 h 513347"/>
                <a:gd name="connsiteX50" fmla="*/ 62307 w 472985"/>
                <a:gd name="connsiteY50" fmla="*/ 419456 h 513347"/>
                <a:gd name="connsiteX51" fmla="*/ 100231 w 472985"/>
                <a:gd name="connsiteY51" fmla="*/ 407264 h 513347"/>
                <a:gd name="connsiteX52" fmla="*/ 174795 w 472985"/>
                <a:gd name="connsiteY52" fmla="*/ 449943 h 513347"/>
                <a:gd name="connsiteX53" fmla="*/ 193083 w 472985"/>
                <a:gd name="connsiteY53" fmla="*/ 495059 h 513347"/>
                <a:gd name="connsiteX54" fmla="*/ 237103 w 472985"/>
                <a:gd name="connsiteY54" fmla="*/ 513347 h 513347"/>
                <a:gd name="connsiteX55" fmla="*/ 281122 w 472985"/>
                <a:gd name="connsiteY55" fmla="*/ 495059 h 513347"/>
                <a:gd name="connsiteX56" fmla="*/ 299474 w 472985"/>
                <a:gd name="connsiteY56" fmla="*/ 447504 h 513347"/>
                <a:gd name="connsiteX57" fmla="*/ 371535 w 472985"/>
                <a:gd name="connsiteY57" fmla="*/ 406045 h 513347"/>
                <a:gd name="connsiteX58" fmla="*/ 410678 w 472985"/>
                <a:gd name="connsiteY58" fmla="*/ 419456 h 513347"/>
                <a:gd name="connsiteX59" fmla="*/ 454697 w 472985"/>
                <a:gd name="connsiteY59" fmla="*/ 401168 h 513347"/>
                <a:gd name="connsiteX60" fmla="*/ 472985 w 472985"/>
                <a:gd name="connsiteY60" fmla="*/ 357271 h 513347"/>
                <a:gd name="connsiteX61" fmla="*/ 454697 w 472985"/>
                <a:gd name="connsiteY61" fmla="*/ 313374 h 513347"/>
                <a:gd name="connsiteX62" fmla="*/ 433907 w 472985"/>
                <a:gd name="connsiteY62" fmla="*/ 299960 h 513347"/>
                <a:gd name="connsiteX63" fmla="*/ 433907 w 472985"/>
                <a:gd name="connsiteY63" fmla="*/ 215825 h 513347"/>
                <a:gd name="connsiteX64" fmla="*/ 454697 w 472985"/>
                <a:gd name="connsiteY64" fmla="*/ 201193 h 513347"/>
                <a:gd name="connsiteX65" fmla="*/ 472985 w 472985"/>
                <a:gd name="connsiteY65" fmla="*/ 157297 h 513347"/>
                <a:gd name="connsiteX66" fmla="*/ 454697 w 472985"/>
                <a:gd name="connsiteY66" fmla="*/ 113400 h 513347"/>
                <a:gd name="connsiteX67" fmla="*/ 410678 w 472985"/>
                <a:gd name="connsiteY67" fmla="*/ 95110 h 513347"/>
                <a:gd name="connsiteX68" fmla="*/ 374038 w 472985"/>
                <a:gd name="connsiteY68" fmla="*/ 107303 h 513347"/>
                <a:gd name="connsiteX69" fmla="*/ 299474 w 472985"/>
                <a:gd name="connsiteY69" fmla="*/ 64626 h 513347"/>
                <a:gd name="connsiteX70" fmla="*/ 281122 w 472985"/>
                <a:gd name="connsiteY70" fmla="*/ 15852 h 513347"/>
                <a:gd name="connsiteX71" fmla="*/ 235883 w 472985"/>
                <a:gd name="connsiteY71" fmla="*/ 0 h 513347"/>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 ang="0">
                  <a:pos x="connsiteX39" y="connsiteY39"/>
                </a:cxn>
                <a:cxn ang="0">
                  <a:pos x="connsiteX40" y="connsiteY40"/>
                </a:cxn>
                <a:cxn ang="0">
                  <a:pos x="connsiteX41" y="connsiteY41"/>
                </a:cxn>
                <a:cxn ang="0">
                  <a:pos x="connsiteX42" y="connsiteY42"/>
                </a:cxn>
                <a:cxn ang="0">
                  <a:pos x="connsiteX43" y="connsiteY43"/>
                </a:cxn>
                <a:cxn ang="0">
                  <a:pos x="connsiteX44" y="connsiteY44"/>
                </a:cxn>
                <a:cxn ang="0">
                  <a:pos x="connsiteX45" y="connsiteY45"/>
                </a:cxn>
                <a:cxn ang="0">
                  <a:pos x="connsiteX46" y="connsiteY46"/>
                </a:cxn>
                <a:cxn ang="0">
                  <a:pos x="connsiteX47" y="connsiteY47"/>
                </a:cxn>
                <a:cxn ang="0">
                  <a:pos x="connsiteX48" y="connsiteY48"/>
                </a:cxn>
                <a:cxn ang="0">
                  <a:pos x="connsiteX49" y="connsiteY49"/>
                </a:cxn>
                <a:cxn ang="0">
                  <a:pos x="connsiteX50" y="connsiteY50"/>
                </a:cxn>
                <a:cxn ang="0">
                  <a:pos x="connsiteX51" y="connsiteY51"/>
                </a:cxn>
                <a:cxn ang="0">
                  <a:pos x="connsiteX52" y="connsiteY52"/>
                </a:cxn>
                <a:cxn ang="0">
                  <a:pos x="connsiteX53" y="connsiteY53"/>
                </a:cxn>
                <a:cxn ang="0">
                  <a:pos x="connsiteX54" y="connsiteY54"/>
                </a:cxn>
                <a:cxn ang="0">
                  <a:pos x="connsiteX55" y="connsiteY55"/>
                </a:cxn>
                <a:cxn ang="0">
                  <a:pos x="connsiteX56" y="connsiteY56"/>
                </a:cxn>
                <a:cxn ang="0">
                  <a:pos x="connsiteX57" y="connsiteY57"/>
                </a:cxn>
                <a:cxn ang="0">
                  <a:pos x="connsiteX58" y="connsiteY58"/>
                </a:cxn>
                <a:cxn ang="0">
                  <a:pos x="connsiteX59" y="connsiteY59"/>
                </a:cxn>
                <a:cxn ang="0">
                  <a:pos x="connsiteX60" y="connsiteY60"/>
                </a:cxn>
                <a:cxn ang="0">
                  <a:pos x="connsiteX61" y="connsiteY61"/>
                </a:cxn>
                <a:cxn ang="0">
                  <a:pos x="connsiteX62" y="connsiteY62"/>
                </a:cxn>
                <a:cxn ang="0">
                  <a:pos x="connsiteX63" y="connsiteY63"/>
                </a:cxn>
                <a:cxn ang="0">
                  <a:pos x="connsiteX64" y="connsiteY64"/>
                </a:cxn>
                <a:cxn ang="0">
                  <a:pos x="connsiteX65" y="connsiteY65"/>
                </a:cxn>
                <a:cxn ang="0">
                  <a:pos x="connsiteX66" y="connsiteY66"/>
                </a:cxn>
                <a:cxn ang="0">
                  <a:pos x="connsiteX67" y="connsiteY67"/>
                </a:cxn>
                <a:cxn ang="0">
                  <a:pos x="connsiteX68" y="connsiteY68"/>
                </a:cxn>
                <a:cxn ang="0">
                  <a:pos x="connsiteX69" y="connsiteY69"/>
                </a:cxn>
                <a:cxn ang="0">
                  <a:pos x="connsiteX70" y="connsiteY70"/>
                </a:cxn>
                <a:cxn ang="0">
                  <a:pos x="connsiteX71" y="connsiteY71"/>
                </a:cxn>
              </a:cxnLst>
              <a:rect l="l" t="t" r="r" b="b"/>
              <a:pathLst>
                <a:path w="472985" h="513347">
                  <a:moveTo>
                    <a:pt x="235883" y="12193"/>
                  </a:moveTo>
                  <a:cubicBezTo>
                    <a:pt x="248140" y="12193"/>
                    <a:pt x="261551" y="17071"/>
                    <a:pt x="271369" y="26826"/>
                  </a:cubicBezTo>
                  <a:cubicBezTo>
                    <a:pt x="283561" y="39020"/>
                    <a:pt x="288438" y="56090"/>
                    <a:pt x="284779" y="73161"/>
                  </a:cubicBezTo>
                  <a:lnTo>
                    <a:pt x="374038" y="124374"/>
                  </a:lnTo>
                  <a:cubicBezTo>
                    <a:pt x="382572" y="114619"/>
                    <a:pt x="394764" y="109741"/>
                    <a:pt x="407021" y="109741"/>
                  </a:cubicBezTo>
                  <a:cubicBezTo>
                    <a:pt x="419212" y="109741"/>
                    <a:pt x="432688" y="114619"/>
                    <a:pt x="442442" y="124374"/>
                  </a:cubicBezTo>
                  <a:cubicBezTo>
                    <a:pt x="452259" y="134129"/>
                    <a:pt x="457136" y="146323"/>
                    <a:pt x="457136" y="159735"/>
                  </a:cubicBezTo>
                  <a:cubicBezTo>
                    <a:pt x="457136" y="173148"/>
                    <a:pt x="452259" y="185342"/>
                    <a:pt x="442442" y="195096"/>
                  </a:cubicBezTo>
                  <a:cubicBezTo>
                    <a:pt x="435126" y="202412"/>
                    <a:pt x="426592" y="207290"/>
                    <a:pt x="417993" y="209729"/>
                  </a:cubicBezTo>
                  <a:lnTo>
                    <a:pt x="417993" y="312154"/>
                  </a:lnTo>
                  <a:cubicBezTo>
                    <a:pt x="427811" y="314593"/>
                    <a:pt x="435126" y="317032"/>
                    <a:pt x="442442" y="324346"/>
                  </a:cubicBezTo>
                  <a:cubicBezTo>
                    <a:pt x="452259" y="334106"/>
                    <a:pt x="457136" y="346298"/>
                    <a:pt x="457136" y="359709"/>
                  </a:cubicBezTo>
                  <a:cubicBezTo>
                    <a:pt x="457136" y="373120"/>
                    <a:pt x="452259" y="385319"/>
                    <a:pt x="442442" y="395072"/>
                  </a:cubicBezTo>
                  <a:cubicBezTo>
                    <a:pt x="432688" y="404826"/>
                    <a:pt x="420432" y="409703"/>
                    <a:pt x="407021" y="409703"/>
                  </a:cubicBezTo>
                  <a:cubicBezTo>
                    <a:pt x="394764" y="409703"/>
                    <a:pt x="381353" y="404826"/>
                    <a:pt x="371535" y="395072"/>
                  </a:cubicBezTo>
                  <a:cubicBezTo>
                    <a:pt x="370316" y="393853"/>
                    <a:pt x="370316" y="393853"/>
                    <a:pt x="370316" y="392634"/>
                  </a:cubicBezTo>
                  <a:lnTo>
                    <a:pt x="283561" y="442627"/>
                  </a:lnTo>
                  <a:cubicBezTo>
                    <a:pt x="287218" y="458477"/>
                    <a:pt x="282341" y="476765"/>
                    <a:pt x="270085" y="487744"/>
                  </a:cubicBezTo>
                  <a:cubicBezTo>
                    <a:pt x="260332" y="497498"/>
                    <a:pt x="248140" y="502375"/>
                    <a:pt x="234664" y="502375"/>
                  </a:cubicBezTo>
                  <a:cubicBezTo>
                    <a:pt x="221253" y="502375"/>
                    <a:pt x="208997" y="497498"/>
                    <a:pt x="199243" y="487744"/>
                  </a:cubicBezTo>
                  <a:cubicBezTo>
                    <a:pt x="188206" y="476765"/>
                    <a:pt x="182110" y="459696"/>
                    <a:pt x="185768" y="443847"/>
                  </a:cubicBezTo>
                  <a:lnTo>
                    <a:pt x="97793" y="390195"/>
                  </a:lnTo>
                  <a:lnTo>
                    <a:pt x="96574" y="391415"/>
                  </a:lnTo>
                  <a:cubicBezTo>
                    <a:pt x="86756" y="401168"/>
                    <a:pt x="74564" y="406045"/>
                    <a:pt x="61088" y="406045"/>
                  </a:cubicBezTo>
                  <a:cubicBezTo>
                    <a:pt x="48896" y="406045"/>
                    <a:pt x="35421" y="401168"/>
                    <a:pt x="25667" y="391415"/>
                  </a:cubicBezTo>
                  <a:cubicBezTo>
                    <a:pt x="17133" y="382874"/>
                    <a:pt x="12192" y="369463"/>
                    <a:pt x="12192" y="357271"/>
                  </a:cubicBezTo>
                  <a:cubicBezTo>
                    <a:pt x="12192" y="343859"/>
                    <a:pt x="17133" y="331661"/>
                    <a:pt x="26887" y="321907"/>
                  </a:cubicBezTo>
                  <a:cubicBezTo>
                    <a:pt x="32983" y="315813"/>
                    <a:pt x="40362" y="310935"/>
                    <a:pt x="48896" y="309715"/>
                  </a:cubicBezTo>
                  <a:lnTo>
                    <a:pt x="48896" y="207290"/>
                  </a:lnTo>
                  <a:cubicBezTo>
                    <a:pt x="40362" y="204851"/>
                    <a:pt x="32983" y="201193"/>
                    <a:pt x="26887" y="195096"/>
                  </a:cubicBezTo>
                  <a:cubicBezTo>
                    <a:pt x="17133" y="184122"/>
                    <a:pt x="12192" y="171929"/>
                    <a:pt x="12192" y="158516"/>
                  </a:cubicBezTo>
                  <a:cubicBezTo>
                    <a:pt x="12192" y="145103"/>
                    <a:pt x="17133" y="132910"/>
                    <a:pt x="26887" y="123155"/>
                  </a:cubicBezTo>
                  <a:cubicBezTo>
                    <a:pt x="36640" y="114619"/>
                    <a:pt x="48896" y="109741"/>
                    <a:pt x="61088" y="109741"/>
                  </a:cubicBezTo>
                  <a:cubicBezTo>
                    <a:pt x="73345" y="109741"/>
                    <a:pt x="85536" y="114619"/>
                    <a:pt x="95354" y="123155"/>
                  </a:cubicBezTo>
                  <a:lnTo>
                    <a:pt x="185768" y="70723"/>
                  </a:lnTo>
                  <a:cubicBezTo>
                    <a:pt x="182110" y="54871"/>
                    <a:pt x="186987" y="37800"/>
                    <a:pt x="199243" y="26826"/>
                  </a:cubicBezTo>
                  <a:cubicBezTo>
                    <a:pt x="210216" y="17071"/>
                    <a:pt x="222472" y="12193"/>
                    <a:pt x="235883" y="12193"/>
                  </a:cubicBezTo>
                  <a:close/>
                  <a:moveTo>
                    <a:pt x="235883" y="0"/>
                  </a:moveTo>
                  <a:cubicBezTo>
                    <a:pt x="220034" y="0"/>
                    <a:pt x="204120" y="6097"/>
                    <a:pt x="191864" y="18291"/>
                  </a:cubicBezTo>
                  <a:cubicBezTo>
                    <a:pt x="179672" y="30484"/>
                    <a:pt x="173576" y="47555"/>
                    <a:pt x="173576" y="64626"/>
                  </a:cubicBezTo>
                  <a:lnTo>
                    <a:pt x="96574" y="108522"/>
                  </a:lnTo>
                  <a:cubicBezTo>
                    <a:pt x="86756" y="101206"/>
                    <a:pt x="74564" y="97548"/>
                    <a:pt x="61088" y="97548"/>
                  </a:cubicBezTo>
                  <a:cubicBezTo>
                    <a:pt x="45239" y="97548"/>
                    <a:pt x="29325" y="103645"/>
                    <a:pt x="18352" y="115839"/>
                  </a:cubicBezTo>
                  <a:cubicBezTo>
                    <a:pt x="6096" y="128032"/>
                    <a:pt x="0" y="142664"/>
                    <a:pt x="0" y="159735"/>
                  </a:cubicBezTo>
                  <a:cubicBezTo>
                    <a:pt x="0" y="175587"/>
                    <a:pt x="6096" y="191438"/>
                    <a:pt x="18352" y="203632"/>
                  </a:cubicBezTo>
                  <a:cubicBezTo>
                    <a:pt x="23229" y="208510"/>
                    <a:pt x="30544" y="213387"/>
                    <a:pt x="36640" y="215825"/>
                  </a:cubicBezTo>
                  <a:lnTo>
                    <a:pt x="36640" y="301180"/>
                  </a:lnTo>
                  <a:cubicBezTo>
                    <a:pt x="29325" y="304838"/>
                    <a:pt x="23229" y="308496"/>
                    <a:pt x="18352" y="313374"/>
                  </a:cubicBezTo>
                  <a:cubicBezTo>
                    <a:pt x="6096" y="325565"/>
                    <a:pt x="0" y="340202"/>
                    <a:pt x="0" y="357271"/>
                  </a:cubicBezTo>
                  <a:cubicBezTo>
                    <a:pt x="0" y="373120"/>
                    <a:pt x="6096" y="388976"/>
                    <a:pt x="18352" y="401168"/>
                  </a:cubicBezTo>
                  <a:cubicBezTo>
                    <a:pt x="30544" y="413360"/>
                    <a:pt x="45239" y="419456"/>
                    <a:pt x="62307" y="419456"/>
                  </a:cubicBezTo>
                  <a:cubicBezTo>
                    <a:pt x="75783" y="419456"/>
                    <a:pt x="89194" y="414579"/>
                    <a:pt x="100231" y="407264"/>
                  </a:cubicBezTo>
                  <a:lnTo>
                    <a:pt x="174795" y="449943"/>
                  </a:lnTo>
                  <a:cubicBezTo>
                    <a:pt x="174795" y="467011"/>
                    <a:pt x="180891" y="482861"/>
                    <a:pt x="193083" y="495059"/>
                  </a:cubicBezTo>
                  <a:cubicBezTo>
                    <a:pt x="205339" y="507251"/>
                    <a:pt x="220034" y="513347"/>
                    <a:pt x="237103" y="513347"/>
                  </a:cubicBezTo>
                  <a:cubicBezTo>
                    <a:pt x="253016" y="513347"/>
                    <a:pt x="268866" y="507251"/>
                    <a:pt x="281122" y="495059"/>
                  </a:cubicBezTo>
                  <a:cubicBezTo>
                    <a:pt x="293314" y="482861"/>
                    <a:pt x="300693" y="464573"/>
                    <a:pt x="299474" y="447504"/>
                  </a:cubicBezTo>
                  <a:lnTo>
                    <a:pt x="371535" y="406045"/>
                  </a:lnTo>
                  <a:cubicBezTo>
                    <a:pt x="382572" y="414579"/>
                    <a:pt x="395983" y="419456"/>
                    <a:pt x="410678" y="419456"/>
                  </a:cubicBezTo>
                  <a:cubicBezTo>
                    <a:pt x="426592" y="419456"/>
                    <a:pt x="442442" y="413360"/>
                    <a:pt x="454697" y="401168"/>
                  </a:cubicBezTo>
                  <a:cubicBezTo>
                    <a:pt x="466890" y="388976"/>
                    <a:pt x="472985" y="374339"/>
                    <a:pt x="472985" y="357271"/>
                  </a:cubicBezTo>
                  <a:cubicBezTo>
                    <a:pt x="472985" y="341421"/>
                    <a:pt x="466890" y="325565"/>
                    <a:pt x="454697" y="313374"/>
                  </a:cubicBezTo>
                  <a:cubicBezTo>
                    <a:pt x="448537" y="307277"/>
                    <a:pt x="442442" y="303619"/>
                    <a:pt x="433907" y="299960"/>
                  </a:cubicBezTo>
                  <a:lnTo>
                    <a:pt x="433907" y="215825"/>
                  </a:lnTo>
                  <a:cubicBezTo>
                    <a:pt x="441222" y="212167"/>
                    <a:pt x="448537" y="207290"/>
                    <a:pt x="454697" y="201193"/>
                  </a:cubicBezTo>
                  <a:cubicBezTo>
                    <a:pt x="466890" y="189000"/>
                    <a:pt x="472985" y="174367"/>
                    <a:pt x="472985" y="157297"/>
                  </a:cubicBezTo>
                  <a:cubicBezTo>
                    <a:pt x="472985" y="141445"/>
                    <a:pt x="466890" y="125593"/>
                    <a:pt x="454697" y="113400"/>
                  </a:cubicBezTo>
                  <a:cubicBezTo>
                    <a:pt x="442442" y="101206"/>
                    <a:pt x="427811" y="95110"/>
                    <a:pt x="410678" y="95110"/>
                  </a:cubicBezTo>
                  <a:cubicBezTo>
                    <a:pt x="397203" y="95110"/>
                    <a:pt x="385011" y="98767"/>
                    <a:pt x="374038" y="107303"/>
                  </a:cubicBezTo>
                  <a:lnTo>
                    <a:pt x="299474" y="64626"/>
                  </a:lnTo>
                  <a:cubicBezTo>
                    <a:pt x="300693" y="46335"/>
                    <a:pt x="294533" y="29265"/>
                    <a:pt x="281122" y="15852"/>
                  </a:cubicBezTo>
                  <a:cubicBezTo>
                    <a:pt x="267646" y="6097"/>
                    <a:pt x="251797" y="0"/>
                    <a:pt x="235883" y="0"/>
                  </a:cubicBezTo>
                  <a:close/>
                </a:path>
              </a:pathLst>
            </a:custGeom>
            <a:solidFill>
              <a:srgbClr val="FFFFFF"/>
            </a:solidFill>
            <a:ln w="6417" cap="flat">
              <a:noFill/>
              <a:prstDash val="solid"/>
              <a:miter/>
            </a:ln>
          </p:spPr>
          <p:txBody>
            <a:bodyPr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srgbClr val="7C8A98"/>
                </a:solidFill>
                <a:effectLst/>
                <a:uLnTx/>
                <a:uFillTx/>
                <a:latin typeface="Oracle Sans Tab"/>
                <a:ea typeface="+mn-ea"/>
                <a:cs typeface="+mn-cs"/>
              </a:endParaRPr>
            </a:p>
          </p:txBody>
        </p:sp>
        <p:sp>
          <p:nvSpPr>
            <p:cNvPr id="240" name="Freeform: Shape 239">
              <a:extLst>
                <a:ext uri="{FF2B5EF4-FFF2-40B4-BE49-F238E27FC236}">
                  <a16:creationId xmlns:a16="http://schemas.microsoft.com/office/drawing/2014/main" id="{0AF6AEA0-9B9B-49DF-63D6-C0E9983E3C71}"/>
                </a:ext>
              </a:extLst>
            </p:cNvPr>
            <p:cNvSpPr/>
            <p:nvPr/>
          </p:nvSpPr>
          <p:spPr>
            <a:xfrm>
              <a:off x="9201815" y="2376001"/>
              <a:ext cx="446163" cy="487738"/>
            </a:xfrm>
            <a:custGeom>
              <a:avLst/>
              <a:gdLst>
                <a:gd name="connsiteX0" fmla="*/ 405801 w 446163"/>
                <a:gd name="connsiteY0" fmla="*/ 297522 h 487738"/>
                <a:gd name="connsiteX1" fmla="*/ 405801 w 446163"/>
                <a:gd name="connsiteY1" fmla="*/ 195096 h 487738"/>
                <a:gd name="connsiteX2" fmla="*/ 430250 w 446163"/>
                <a:gd name="connsiteY2" fmla="*/ 180464 h 487738"/>
                <a:gd name="connsiteX3" fmla="*/ 444944 w 446163"/>
                <a:gd name="connsiteY3" fmla="*/ 145103 h 487738"/>
                <a:gd name="connsiteX4" fmla="*/ 430250 w 446163"/>
                <a:gd name="connsiteY4" fmla="*/ 109741 h 487738"/>
                <a:gd name="connsiteX5" fmla="*/ 360626 w 446163"/>
                <a:gd name="connsiteY5" fmla="*/ 109741 h 487738"/>
                <a:gd name="connsiteX6" fmla="*/ 271369 w 446163"/>
                <a:gd name="connsiteY6" fmla="*/ 60968 h 487738"/>
                <a:gd name="connsiteX7" fmla="*/ 257957 w 446163"/>
                <a:gd name="connsiteY7" fmla="*/ 14632 h 487738"/>
                <a:gd name="connsiteX8" fmla="*/ 188270 w 446163"/>
                <a:gd name="connsiteY8" fmla="*/ 14632 h 487738"/>
                <a:gd name="connsiteX9" fmla="*/ 174795 w 446163"/>
                <a:gd name="connsiteY9" fmla="*/ 58529 h 487738"/>
                <a:gd name="connsiteX10" fmla="*/ 84382 w 446163"/>
                <a:gd name="connsiteY10" fmla="*/ 110961 h 487738"/>
                <a:gd name="connsiteX11" fmla="*/ 14695 w 446163"/>
                <a:gd name="connsiteY11" fmla="*/ 112181 h 487738"/>
                <a:gd name="connsiteX12" fmla="*/ 0 w 446163"/>
                <a:gd name="connsiteY12" fmla="*/ 146322 h 487738"/>
                <a:gd name="connsiteX13" fmla="*/ 14695 w 446163"/>
                <a:gd name="connsiteY13" fmla="*/ 181683 h 487738"/>
                <a:gd name="connsiteX14" fmla="*/ 36704 w 446163"/>
                <a:gd name="connsiteY14" fmla="*/ 193877 h 487738"/>
                <a:gd name="connsiteX15" fmla="*/ 36704 w 446163"/>
                <a:gd name="connsiteY15" fmla="*/ 296303 h 487738"/>
                <a:gd name="connsiteX16" fmla="*/ 14695 w 446163"/>
                <a:gd name="connsiteY16" fmla="*/ 308496 h 487738"/>
                <a:gd name="connsiteX17" fmla="*/ 0 w 446163"/>
                <a:gd name="connsiteY17" fmla="*/ 345079 h 487738"/>
                <a:gd name="connsiteX18" fmla="*/ 14695 w 446163"/>
                <a:gd name="connsiteY18" fmla="*/ 380436 h 487738"/>
                <a:gd name="connsiteX19" fmla="*/ 48896 w 446163"/>
                <a:gd name="connsiteY19" fmla="*/ 393854 h 487738"/>
                <a:gd name="connsiteX20" fmla="*/ 84382 w 446163"/>
                <a:gd name="connsiteY20" fmla="*/ 379217 h 487738"/>
                <a:gd name="connsiteX21" fmla="*/ 85600 w 446163"/>
                <a:gd name="connsiteY21" fmla="*/ 377998 h 487738"/>
                <a:gd name="connsiteX22" fmla="*/ 174795 w 446163"/>
                <a:gd name="connsiteY22" fmla="*/ 429210 h 487738"/>
                <a:gd name="connsiteX23" fmla="*/ 188270 w 446163"/>
                <a:gd name="connsiteY23" fmla="*/ 473108 h 487738"/>
                <a:gd name="connsiteX24" fmla="*/ 223691 w 446163"/>
                <a:gd name="connsiteY24" fmla="*/ 487738 h 487738"/>
                <a:gd name="connsiteX25" fmla="*/ 259176 w 446163"/>
                <a:gd name="connsiteY25" fmla="*/ 473108 h 487738"/>
                <a:gd name="connsiteX26" fmla="*/ 272587 w 446163"/>
                <a:gd name="connsiteY26" fmla="*/ 427991 h 487738"/>
                <a:gd name="connsiteX27" fmla="*/ 359343 w 446163"/>
                <a:gd name="connsiteY27" fmla="*/ 377998 h 487738"/>
                <a:gd name="connsiteX28" fmla="*/ 360626 w 446163"/>
                <a:gd name="connsiteY28" fmla="*/ 380436 h 487738"/>
                <a:gd name="connsiteX29" fmla="*/ 396047 w 446163"/>
                <a:gd name="connsiteY29" fmla="*/ 395073 h 487738"/>
                <a:gd name="connsiteX30" fmla="*/ 431468 w 446163"/>
                <a:gd name="connsiteY30" fmla="*/ 380436 h 487738"/>
                <a:gd name="connsiteX31" fmla="*/ 446163 w 446163"/>
                <a:gd name="connsiteY31" fmla="*/ 345079 h 487738"/>
                <a:gd name="connsiteX32" fmla="*/ 431468 w 446163"/>
                <a:gd name="connsiteY32" fmla="*/ 309716 h 487738"/>
                <a:gd name="connsiteX33" fmla="*/ 405801 w 446163"/>
                <a:gd name="connsiteY33" fmla="*/ 297522 h 487738"/>
                <a:gd name="connsiteX34" fmla="*/ 261615 w 446163"/>
                <a:gd name="connsiteY34" fmla="*/ 407265 h 487738"/>
                <a:gd name="connsiteX35" fmla="*/ 257957 w 446163"/>
                <a:gd name="connsiteY35" fmla="*/ 403607 h 487738"/>
                <a:gd name="connsiteX36" fmla="*/ 234728 w 446163"/>
                <a:gd name="connsiteY36" fmla="*/ 391415 h 487738"/>
                <a:gd name="connsiteX37" fmla="*/ 234728 w 446163"/>
                <a:gd name="connsiteY37" fmla="*/ 306057 h 487738"/>
                <a:gd name="connsiteX38" fmla="*/ 278683 w 446163"/>
                <a:gd name="connsiteY38" fmla="*/ 290206 h 487738"/>
                <a:gd name="connsiteX39" fmla="*/ 347151 w 446163"/>
                <a:gd name="connsiteY39" fmla="*/ 329223 h 487738"/>
                <a:gd name="connsiteX40" fmla="*/ 347151 w 446163"/>
                <a:gd name="connsiteY40" fmla="*/ 357271 h 487738"/>
                <a:gd name="connsiteX41" fmla="*/ 261615 w 446163"/>
                <a:gd name="connsiteY41" fmla="*/ 407265 h 487738"/>
                <a:gd name="connsiteX42" fmla="*/ 188270 w 446163"/>
                <a:gd name="connsiteY42" fmla="*/ 403607 h 487738"/>
                <a:gd name="connsiteX43" fmla="*/ 183393 w 446163"/>
                <a:gd name="connsiteY43" fmla="*/ 408484 h 487738"/>
                <a:gd name="connsiteX44" fmla="*/ 96574 w 446163"/>
                <a:gd name="connsiteY44" fmla="*/ 358490 h 487738"/>
                <a:gd name="connsiteX45" fmla="*/ 96574 w 446163"/>
                <a:gd name="connsiteY45" fmla="*/ 329223 h 487738"/>
                <a:gd name="connsiteX46" fmla="*/ 165041 w 446163"/>
                <a:gd name="connsiteY46" fmla="*/ 288986 h 487738"/>
                <a:gd name="connsiteX47" fmla="*/ 212718 w 446163"/>
                <a:gd name="connsiteY47" fmla="*/ 304838 h 487738"/>
                <a:gd name="connsiteX48" fmla="*/ 212718 w 446163"/>
                <a:gd name="connsiteY48" fmla="*/ 390190 h 487738"/>
                <a:gd name="connsiteX49" fmla="*/ 188270 w 446163"/>
                <a:gd name="connsiteY49" fmla="*/ 403607 h 487738"/>
                <a:gd name="connsiteX50" fmla="*/ 59933 w 446163"/>
                <a:gd name="connsiteY50" fmla="*/ 195096 h 487738"/>
                <a:gd name="connsiteX51" fmla="*/ 84382 w 446163"/>
                <a:gd name="connsiteY51" fmla="*/ 181683 h 487738"/>
                <a:gd name="connsiteX52" fmla="*/ 86820 w 446163"/>
                <a:gd name="connsiteY52" fmla="*/ 179245 h 487738"/>
                <a:gd name="connsiteX53" fmla="*/ 146689 w 446163"/>
                <a:gd name="connsiteY53" fmla="*/ 213386 h 487738"/>
                <a:gd name="connsiteX54" fmla="*/ 128337 w 446163"/>
                <a:gd name="connsiteY54" fmla="*/ 238993 h 487738"/>
                <a:gd name="connsiteX55" fmla="*/ 124679 w 446163"/>
                <a:gd name="connsiteY55" fmla="*/ 243870 h 487738"/>
                <a:gd name="connsiteX56" fmla="*/ 127117 w 446163"/>
                <a:gd name="connsiteY56" fmla="*/ 248748 h 487738"/>
                <a:gd name="connsiteX57" fmla="*/ 145470 w 446163"/>
                <a:gd name="connsiteY57" fmla="*/ 274354 h 487738"/>
                <a:gd name="connsiteX58" fmla="*/ 84382 w 446163"/>
                <a:gd name="connsiteY58" fmla="*/ 309716 h 487738"/>
                <a:gd name="connsiteX59" fmla="*/ 59933 w 446163"/>
                <a:gd name="connsiteY59" fmla="*/ 296303 h 487738"/>
                <a:gd name="connsiteX60" fmla="*/ 59933 w 446163"/>
                <a:gd name="connsiteY60" fmla="*/ 195096 h 487738"/>
                <a:gd name="connsiteX61" fmla="*/ 184613 w 446163"/>
                <a:gd name="connsiteY61" fmla="*/ 79258 h 487738"/>
                <a:gd name="connsiteX62" fmla="*/ 188270 w 446163"/>
                <a:gd name="connsiteY62" fmla="*/ 84135 h 487738"/>
                <a:gd name="connsiteX63" fmla="*/ 212718 w 446163"/>
                <a:gd name="connsiteY63" fmla="*/ 97548 h 487738"/>
                <a:gd name="connsiteX64" fmla="*/ 212718 w 446163"/>
                <a:gd name="connsiteY64" fmla="*/ 181683 h 487738"/>
                <a:gd name="connsiteX65" fmla="*/ 165041 w 446163"/>
                <a:gd name="connsiteY65" fmla="*/ 197535 h 487738"/>
                <a:gd name="connsiteX66" fmla="*/ 97793 w 446163"/>
                <a:gd name="connsiteY66" fmla="*/ 158516 h 487738"/>
                <a:gd name="connsiteX67" fmla="*/ 96574 w 446163"/>
                <a:gd name="connsiteY67" fmla="*/ 129251 h 487738"/>
                <a:gd name="connsiteX68" fmla="*/ 184613 w 446163"/>
                <a:gd name="connsiteY68" fmla="*/ 79258 h 487738"/>
                <a:gd name="connsiteX69" fmla="*/ 257957 w 446163"/>
                <a:gd name="connsiteY69" fmla="*/ 84135 h 487738"/>
                <a:gd name="connsiteX70" fmla="*/ 260395 w 446163"/>
                <a:gd name="connsiteY70" fmla="*/ 80477 h 487738"/>
                <a:gd name="connsiteX71" fmla="*/ 347151 w 446163"/>
                <a:gd name="connsiteY71" fmla="*/ 130470 h 487738"/>
                <a:gd name="connsiteX72" fmla="*/ 345932 w 446163"/>
                <a:gd name="connsiteY72" fmla="*/ 158516 h 487738"/>
                <a:gd name="connsiteX73" fmla="*/ 281121 w 446163"/>
                <a:gd name="connsiteY73" fmla="*/ 197535 h 487738"/>
                <a:gd name="connsiteX74" fmla="*/ 235947 w 446163"/>
                <a:gd name="connsiteY74" fmla="*/ 181683 h 487738"/>
                <a:gd name="connsiteX75" fmla="*/ 235947 w 446163"/>
                <a:gd name="connsiteY75" fmla="*/ 96329 h 487738"/>
                <a:gd name="connsiteX76" fmla="*/ 257957 w 446163"/>
                <a:gd name="connsiteY76" fmla="*/ 84135 h 487738"/>
                <a:gd name="connsiteX77" fmla="*/ 284844 w 446163"/>
                <a:gd name="connsiteY77" fmla="*/ 258502 h 487738"/>
                <a:gd name="connsiteX78" fmla="*/ 162603 w 446163"/>
                <a:gd name="connsiteY78" fmla="*/ 258502 h 487738"/>
                <a:gd name="connsiteX79" fmla="*/ 150346 w 446163"/>
                <a:gd name="connsiteY79" fmla="*/ 243870 h 487738"/>
                <a:gd name="connsiteX80" fmla="*/ 162603 w 446163"/>
                <a:gd name="connsiteY80" fmla="*/ 229238 h 487738"/>
                <a:gd name="connsiteX81" fmla="*/ 284844 w 446163"/>
                <a:gd name="connsiteY81" fmla="*/ 229238 h 487738"/>
                <a:gd name="connsiteX82" fmla="*/ 297036 w 446163"/>
                <a:gd name="connsiteY82" fmla="*/ 243870 h 487738"/>
                <a:gd name="connsiteX83" fmla="*/ 284844 w 446163"/>
                <a:gd name="connsiteY83" fmla="*/ 258502 h 487738"/>
                <a:gd name="connsiteX84" fmla="*/ 360626 w 446163"/>
                <a:gd name="connsiteY84" fmla="*/ 309716 h 487738"/>
                <a:gd name="connsiteX85" fmla="*/ 360626 w 446163"/>
                <a:gd name="connsiteY85" fmla="*/ 309716 h 487738"/>
                <a:gd name="connsiteX86" fmla="*/ 299474 w 446163"/>
                <a:gd name="connsiteY86" fmla="*/ 275574 h 487738"/>
                <a:gd name="connsiteX87" fmla="*/ 300693 w 446163"/>
                <a:gd name="connsiteY87" fmla="*/ 274354 h 487738"/>
                <a:gd name="connsiteX88" fmla="*/ 319045 w 446163"/>
                <a:gd name="connsiteY88" fmla="*/ 248748 h 487738"/>
                <a:gd name="connsiteX89" fmla="*/ 321484 w 446163"/>
                <a:gd name="connsiteY89" fmla="*/ 243870 h 487738"/>
                <a:gd name="connsiteX90" fmla="*/ 319045 w 446163"/>
                <a:gd name="connsiteY90" fmla="*/ 238993 h 487738"/>
                <a:gd name="connsiteX91" fmla="*/ 300693 w 446163"/>
                <a:gd name="connsiteY91" fmla="*/ 213386 h 487738"/>
                <a:gd name="connsiteX92" fmla="*/ 359343 w 446163"/>
                <a:gd name="connsiteY92" fmla="*/ 179245 h 487738"/>
                <a:gd name="connsiteX93" fmla="*/ 361846 w 446163"/>
                <a:gd name="connsiteY93" fmla="*/ 181683 h 487738"/>
                <a:gd name="connsiteX94" fmla="*/ 385011 w 446163"/>
                <a:gd name="connsiteY94" fmla="*/ 195096 h 487738"/>
                <a:gd name="connsiteX95" fmla="*/ 385011 w 446163"/>
                <a:gd name="connsiteY95" fmla="*/ 297522 h 487738"/>
                <a:gd name="connsiteX96" fmla="*/ 360626 w 446163"/>
                <a:gd name="connsiteY96" fmla="*/ 309716 h 487738"/>
                <a:gd name="connsiteX97" fmla="*/ 376476 w 446163"/>
                <a:gd name="connsiteY97" fmla="*/ 128032 h 487738"/>
                <a:gd name="connsiteX98" fmla="*/ 414399 w 446163"/>
                <a:gd name="connsiteY98" fmla="*/ 128032 h 487738"/>
                <a:gd name="connsiteX99" fmla="*/ 421715 w 446163"/>
                <a:gd name="connsiteY99" fmla="*/ 146322 h 487738"/>
                <a:gd name="connsiteX100" fmla="*/ 414399 w 446163"/>
                <a:gd name="connsiteY100" fmla="*/ 164613 h 487738"/>
                <a:gd name="connsiteX101" fmla="*/ 394828 w 446163"/>
                <a:gd name="connsiteY101" fmla="*/ 171928 h 487738"/>
                <a:gd name="connsiteX102" fmla="*/ 376476 w 446163"/>
                <a:gd name="connsiteY102" fmla="*/ 164613 h 487738"/>
                <a:gd name="connsiteX103" fmla="*/ 372818 w 446163"/>
                <a:gd name="connsiteY103" fmla="*/ 131690 h 487738"/>
                <a:gd name="connsiteX104" fmla="*/ 376476 w 446163"/>
                <a:gd name="connsiteY104" fmla="*/ 128032 h 487738"/>
                <a:gd name="connsiteX105" fmla="*/ 204119 w 446163"/>
                <a:gd name="connsiteY105" fmla="*/ 30484 h 487738"/>
                <a:gd name="connsiteX106" fmla="*/ 242043 w 446163"/>
                <a:gd name="connsiteY106" fmla="*/ 30484 h 487738"/>
                <a:gd name="connsiteX107" fmla="*/ 246920 w 446163"/>
                <a:gd name="connsiteY107" fmla="*/ 60968 h 487738"/>
                <a:gd name="connsiteX108" fmla="*/ 242043 w 446163"/>
                <a:gd name="connsiteY108" fmla="*/ 68284 h 487738"/>
                <a:gd name="connsiteX109" fmla="*/ 204119 w 446163"/>
                <a:gd name="connsiteY109" fmla="*/ 68284 h 487738"/>
                <a:gd name="connsiteX110" fmla="*/ 198024 w 446163"/>
                <a:gd name="connsiteY110" fmla="*/ 59748 h 487738"/>
                <a:gd name="connsiteX111" fmla="*/ 204119 w 446163"/>
                <a:gd name="connsiteY111" fmla="*/ 30484 h 487738"/>
                <a:gd name="connsiteX112" fmla="*/ 23229 w 446163"/>
                <a:gd name="connsiteY112" fmla="*/ 146322 h 487738"/>
                <a:gd name="connsiteX113" fmla="*/ 30608 w 446163"/>
                <a:gd name="connsiteY113" fmla="*/ 128032 h 487738"/>
                <a:gd name="connsiteX114" fmla="*/ 68468 w 446163"/>
                <a:gd name="connsiteY114" fmla="*/ 128032 h 487738"/>
                <a:gd name="connsiteX115" fmla="*/ 72125 w 446163"/>
                <a:gd name="connsiteY115" fmla="*/ 131690 h 487738"/>
                <a:gd name="connsiteX116" fmla="*/ 68468 w 446163"/>
                <a:gd name="connsiteY116" fmla="*/ 165832 h 487738"/>
                <a:gd name="connsiteX117" fmla="*/ 48896 w 446163"/>
                <a:gd name="connsiteY117" fmla="*/ 173148 h 487738"/>
                <a:gd name="connsiteX118" fmla="*/ 30608 w 446163"/>
                <a:gd name="connsiteY118" fmla="*/ 165832 h 487738"/>
                <a:gd name="connsiteX119" fmla="*/ 23229 w 446163"/>
                <a:gd name="connsiteY119" fmla="*/ 146322 h 487738"/>
                <a:gd name="connsiteX120" fmla="*/ 30608 w 446163"/>
                <a:gd name="connsiteY120" fmla="*/ 363367 h 487738"/>
                <a:gd name="connsiteX121" fmla="*/ 23229 w 446163"/>
                <a:gd name="connsiteY121" fmla="*/ 345079 h 487738"/>
                <a:gd name="connsiteX122" fmla="*/ 30608 w 446163"/>
                <a:gd name="connsiteY122" fmla="*/ 326785 h 487738"/>
                <a:gd name="connsiteX123" fmla="*/ 48896 w 446163"/>
                <a:gd name="connsiteY123" fmla="*/ 319470 h 487738"/>
                <a:gd name="connsiteX124" fmla="*/ 68468 w 446163"/>
                <a:gd name="connsiteY124" fmla="*/ 326785 h 487738"/>
                <a:gd name="connsiteX125" fmla="*/ 72125 w 446163"/>
                <a:gd name="connsiteY125" fmla="*/ 358490 h 487738"/>
                <a:gd name="connsiteX126" fmla="*/ 68468 w 446163"/>
                <a:gd name="connsiteY126" fmla="*/ 364586 h 487738"/>
                <a:gd name="connsiteX127" fmla="*/ 30608 w 446163"/>
                <a:gd name="connsiteY127" fmla="*/ 363367 h 487738"/>
                <a:gd name="connsiteX128" fmla="*/ 242043 w 446163"/>
                <a:gd name="connsiteY128" fmla="*/ 457258 h 487738"/>
                <a:gd name="connsiteX129" fmla="*/ 204119 w 446163"/>
                <a:gd name="connsiteY129" fmla="*/ 457258 h 487738"/>
                <a:gd name="connsiteX130" fmla="*/ 198024 w 446163"/>
                <a:gd name="connsiteY130" fmla="*/ 427991 h 487738"/>
                <a:gd name="connsiteX131" fmla="*/ 204119 w 446163"/>
                <a:gd name="connsiteY131" fmla="*/ 419457 h 487738"/>
                <a:gd name="connsiteX132" fmla="*/ 242043 w 446163"/>
                <a:gd name="connsiteY132" fmla="*/ 419457 h 487738"/>
                <a:gd name="connsiteX133" fmla="*/ 246920 w 446163"/>
                <a:gd name="connsiteY133" fmla="*/ 426772 h 487738"/>
                <a:gd name="connsiteX134" fmla="*/ 242043 w 446163"/>
                <a:gd name="connsiteY134" fmla="*/ 457258 h 487738"/>
                <a:gd name="connsiteX135" fmla="*/ 414399 w 446163"/>
                <a:gd name="connsiteY135" fmla="*/ 363367 h 487738"/>
                <a:gd name="connsiteX136" fmla="*/ 376476 w 446163"/>
                <a:gd name="connsiteY136" fmla="*/ 363367 h 487738"/>
                <a:gd name="connsiteX137" fmla="*/ 371600 w 446163"/>
                <a:gd name="connsiteY137" fmla="*/ 357271 h 487738"/>
                <a:gd name="connsiteX138" fmla="*/ 376476 w 446163"/>
                <a:gd name="connsiteY138" fmla="*/ 325566 h 487738"/>
                <a:gd name="connsiteX139" fmla="*/ 394828 w 446163"/>
                <a:gd name="connsiteY139" fmla="*/ 318250 h 487738"/>
                <a:gd name="connsiteX140" fmla="*/ 414399 w 446163"/>
                <a:gd name="connsiteY140" fmla="*/ 325566 h 487738"/>
                <a:gd name="connsiteX141" fmla="*/ 421715 w 446163"/>
                <a:gd name="connsiteY141" fmla="*/ 343860 h 487738"/>
                <a:gd name="connsiteX142" fmla="*/ 414399 w 446163"/>
                <a:gd name="connsiteY142" fmla="*/ 363367 h 487738"/>
                <a:gd name="connsiteX143" fmla="*/ 253016 w 446163"/>
                <a:gd name="connsiteY143" fmla="*/ 243870 h 487738"/>
                <a:gd name="connsiteX144" fmla="*/ 224911 w 446163"/>
                <a:gd name="connsiteY144" fmla="*/ 271916 h 487738"/>
                <a:gd name="connsiteX145" fmla="*/ 196805 w 446163"/>
                <a:gd name="connsiteY145" fmla="*/ 243870 h 487738"/>
                <a:gd name="connsiteX146" fmla="*/ 224911 w 446163"/>
                <a:gd name="connsiteY146" fmla="*/ 215825 h 487738"/>
                <a:gd name="connsiteX147" fmla="*/ 253016 w 446163"/>
                <a:gd name="connsiteY147" fmla="*/ 243870 h 487738"/>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 ang="0">
                  <a:pos x="connsiteX39" y="connsiteY39"/>
                </a:cxn>
                <a:cxn ang="0">
                  <a:pos x="connsiteX40" y="connsiteY40"/>
                </a:cxn>
                <a:cxn ang="0">
                  <a:pos x="connsiteX41" y="connsiteY41"/>
                </a:cxn>
                <a:cxn ang="0">
                  <a:pos x="connsiteX42" y="connsiteY42"/>
                </a:cxn>
                <a:cxn ang="0">
                  <a:pos x="connsiteX43" y="connsiteY43"/>
                </a:cxn>
                <a:cxn ang="0">
                  <a:pos x="connsiteX44" y="connsiteY44"/>
                </a:cxn>
                <a:cxn ang="0">
                  <a:pos x="connsiteX45" y="connsiteY45"/>
                </a:cxn>
                <a:cxn ang="0">
                  <a:pos x="connsiteX46" y="connsiteY46"/>
                </a:cxn>
                <a:cxn ang="0">
                  <a:pos x="connsiteX47" y="connsiteY47"/>
                </a:cxn>
                <a:cxn ang="0">
                  <a:pos x="connsiteX48" y="connsiteY48"/>
                </a:cxn>
                <a:cxn ang="0">
                  <a:pos x="connsiteX49" y="connsiteY49"/>
                </a:cxn>
                <a:cxn ang="0">
                  <a:pos x="connsiteX50" y="connsiteY50"/>
                </a:cxn>
                <a:cxn ang="0">
                  <a:pos x="connsiteX51" y="connsiteY51"/>
                </a:cxn>
                <a:cxn ang="0">
                  <a:pos x="connsiteX52" y="connsiteY52"/>
                </a:cxn>
                <a:cxn ang="0">
                  <a:pos x="connsiteX53" y="connsiteY53"/>
                </a:cxn>
                <a:cxn ang="0">
                  <a:pos x="connsiteX54" y="connsiteY54"/>
                </a:cxn>
                <a:cxn ang="0">
                  <a:pos x="connsiteX55" y="connsiteY55"/>
                </a:cxn>
                <a:cxn ang="0">
                  <a:pos x="connsiteX56" y="connsiteY56"/>
                </a:cxn>
                <a:cxn ang="0">
                  <a:pos x="connsiteX57" y="connsiteY57"/>
                </a:cxn>
                <a:cxn ang="0">
                  <a:pos x="connsiteX58" y="connsiteY58"/>
                </a:cxn>
                <a:cxn ang="0">
                  <a:pos x="connsiteX59" y="connsiteY59"/>
                </a:cxn>
                <a:cxn ang="0">
                  <a:pos x="connsiteX60" y="connsiteY60"/>
                </a:cxn>
                <a:cxn ang="0">
                  <a:pos x="connsiteX61" y="connsiteY61"/>
                </a:cxn>
                <a:cxn ang="0">
                  <a:pos x="connsiteX62" y="connsiteY62"/>
                </a:cxn>
                <a:cxn ang="0">
                  <a:pos x="connsiteX63" y="connsiteY63"/>
                </a:cxn>
                <a:cxn ang="0">
                  <a:pos x="connsiteX64" y="connsiteY64"/>
                </a:cxn>
                <a:cxn ang="0">
                  <a:pos x="connsiteX65" y="connsiteY65"/>
                </a:cxn>
                <a:cxn ang="0">
                  <a:pos x="connsiteX66" y="connsiteY66"/>
                </a:cxn>
                <a:cxn ang="0">
                  <a:pos x="connsiteX67" y="connsiteY67"/>
                </a:cxn>
                <a:cxn ang="0">
                  <a:pos x="connsiteX68" y="connsiteY68"/>
                </a:cxn>
                <a:cxn ang="0">
                  <a:pos x="connsiteX69" y="connsiteY69"/>
                </a:cxn>
                <a:cxn ang="0">
                  <a:pos x="connsiteX70" y="connsiteY70"/>
                </a:cxn>
                <a:cxn ang="0">
                  <a:pos x="connsiteX71" y="connsiteY71"/>
                </a:cxn>
                <a:cxn ang="0">
                  <a:pos x="connsiteX72" y="connsiteY72"/>
                </a:cxn>
                <a:cxn ang="0">
                  <a:pos x="connsiteX73" y="connsiteY73"/>
                </a:cxn>
                <a:cxn ang="0">
                  <a:pos x="connsiteX74" y="connsiteY74"/>
                </a:cxn>
                <a:cxn ang="0">
                  <a:pos x="connsiteX75" y="connsiteY75"/>
                </a:cxn>
                <a:cxn ang="0">
                  <a:pos x="connsiteX76" y="connsiteY76"/>
                </a:cxn>
                <a:cxn ang="0">
                  <a:pos x="connsiteX77" y="connsiteY77"/>
                </a:cxn>
                <a:cxn ang="0">
                  <a:pos x="connsiteX78" y="connsiteY78"/>
                </a:cxn>
                <a:cxn ang="0">
                  <a:pos x="connsiteX79" y="connsiteY79"/>
                </a:cxn>
                <a:cxn ang="0">
                  <a:pos x="connsiteX80" y="connsiteY80"/>
                </a:cxn>
                <a:cxn ang="0">
                  <a:pos x="connsiteX81" y="connsiteY81"/>
                </a:cxn>
                <a:cxn ang="0">
                  <a:pos x="connsiteX82" y="connsiteY82"/>
                </a:cxn>
                <a:cxn ang="0">
                  <a:pos x="connsiteX83" y="connsiteY83"/>
                </a:cxn>
                <a:cxn ang="0">
                  <a:pos x="connsiteX84" y="connsiteY84"/>
                </a:cxn>
                <a:cxn ang="0">
                  <a:pos x="connsiteX85" y="connsiteY85"/>
                </a:cxn>
                <a:cxn ang="0">
                  <a:pos x="connsiteX86" y="connsiteY86"/>
                </a:cxn>
                <a:cxn ang="0">
                  <a:pos x="connsiteX87" y="connsiteY87"/>
                </a:cxn>
                <a:cxn ang="0">
                  <a:pos x="connsiteX88" y="connsiteY88"/>
                </a:cxn>
                <a:cxn ang="0">
                  <a:pos x="connsiteX89" y="connsiteY89"/>
                </a:cxn>
                <a:cxn ang="0">
                  <a:pos x="connsiteX90" y="connsiteY90"/>
                </a:cxn>
                <a:cxn ang="0">
                  <a:pos x="connsiteX91" y="connsiteY91"/>
                </a:cxn>
                <a:cxn ang="0">
                  <a:pos x="connsiteX92" y="connsiteY92"/>
                </a:cxn>
                <a:cxn ang="0">
                  <a:pos x="connsiteX93" y="connsiteY93"/>
                </a:cxn>
                <a:cxn ang="0">
                  <a:pos x="connsiteX94" y="connsiteY94"/>
                </a:cxn>
                <a:cxn ang="0">
                  <a:pos x="connsiteX95" y="connsiteY95"/>
                </a:cxn>
                <a:cxn ang="0">
                  <a:pos x="connsiteX96" y="connsiteY96"/>
                </a:cxn>
                <a:cxn ang="0">
                  <a:pos x="connsiteX97" y="connsiteY97"/>
                </a:cxn>
                <a:cxn ang="0">
                  <a:pos x="connsiteX98" y="connsiteY98"/>
                </a:cxn>
                <a:cxn ang="0">
                  <a:pos x="connsiteX99" y="connsiteY99"/>
                </a:cxn>
                <a:cxn ang="0">
                  <a:pos x="connsiteX100" y="connsiteY100"/>
                </a:cxn>
                <a:cxn ang="0">
                  <a:pos x="connsiteX101" y="connsiteY101"/>
                </a:cxn>
                <a:cxn ang="0">
                  <a:pos x="connsiteX102" y="connsiteY102"/>
                </a:cxn>
                <a:cxn ang="0">
                  <a:pos x="connsiteX103" y="connsiteY103"/>
                </a:cxn>
                <a:cxn ang="0">
                  <a:pos x="connsiteX104" y="connsiteY104"/>
                </a:cxn>
                <a:cxn ang="0">
                  <a:pos x="connsiteX105" y="connsiteY105"/>
                </a:cxn>
                <a:cxn ang="0">
                  <a:pos x="connsiteX106" y="connsiteY106"/>
                </a:cxn>
                <a:cxn ang="0">
                  <a:pos x="connsiteX107" y="connsiteY107"/>
                </a:cxn>
                <a:cxn ang="0">
                  <a:pos x="connsiteX108" y="connsiteY108"/>
                </a:cxn>
                <a:cxn ang="0">
                  <a:pos x="connsiteX109" y="connsiteY109"/>
                </a:cxn>
                <a:cxn ang="0">
                  <a:pos x="connsiteX110" y="connsiteY110"/>
                </a:cxn>
                <a:cxn ang="0">
                  <a:pos x="connsiteX111" y="connsiteY111"/>
                </a:cxn>
                <a:cxn ang="0">
                  <a:pos x="connsiteX112" y="connsiteY112"/>
                </a:cxn>
                <a:cxn ang="0">
                  <a:pos x="connsiteX113" y="connsiteY113"/>
                </a:cxn>
                <a:cxn ang="0">
                  <a:pos x="connsiteX114" y="connsiteY114"/>
                </a:cxn>
                <a:cxn ang="0">
                  <a:pos x="connsiteX115" y="connsiteY115"/>
                </a:cxn>
                <a:cxn ang="0">
                  <a:pos x="connsiteX116" y="connsiteY116"/>
                </a:cxn>
                <a:cxn ang="0">
                  <a:pos x="connsiteX117" y="connsiteY117"/>
                </a:cxn>
                <a:cxn ang="0">
                  <a:pos x="connsiteX118" y="connsiteY118"/>
                </a:cxn>
                <a:cxn ang="0">
                  <a:pos x="connsiteX119" y="connsiteY119"/>
                </a:cxn>
                <a:cxn ang="0">
                  <a:pos x="connsiteX120" y="connsiteY120"/>
                </a:cxn>
                <a:cxn ang="0">
                  <a:pos x="connsiteX121" y="connsiteY121"/>
                </a:cxn>
                <a:cxn ang="0">
                  <a:pos x="connsiteX122" y="connsiteY122"/>
                </a:cxn>
                <a:cxn ang="0">
                  <a:pos x="connsiteX123" y="connsiteY123"/>
                </a:cxn>
                <a:cxn ang="0">
                  <a:pos x="connsiteX124" y="connsiteY124"/>
                </a:cxn>
                <a:cxn ang="0">
                  <a:pos x="connsiteX125" y="connsiteY125"/>
                </a:cxn>
                <a:cxn ang="0">
                  <a:pos x="connsiteX126" y="connsiteY126"/>
                </a:cxn>
                <a:cxn ang="0">
                  <a:pos x="connsiteX127" y="connsiteY127"/>
                </a:cxn>
                <a:cxn ang="0">
                  <a:pos x="connsiteX128" y="connsiteY128"/>
                </a:cxn>
                <a:cxn ang="0">
                  <a:pos x="connsiteX129" y="connsiteY129"/>
                </a:cxn>
                <a:cxn ang="0">
                  <a:pos x="connsiteX130" y="connsiteY130"/>
                </a:cxn>
                <a:cxn ang="0">
                  <a:pos x="connsiteX131" y="connsiteY131"/>
                </a:cxn>
                <a:cxn ang="0">
                  <a:pos x="connsiteX132" y="connsiteY132"/>
                </a:cxn>
                <a:cxn ang="0">
                  <a:pos x="connsiteX133" y="connsiteY133"/>
                </a:cxn>
                <a:cxn ang="0">
                  <a:pos x="connsiteX134" y="connsiteY134"/>
                </a:cxn>
                <a:cxn ang="0">
                  <a:pos x="connsiteX135" y="connsiteY135"/>
                </a:cxn>
                <a:cxn ang="0">
                  <a:pos x="connsiteX136" y="connsiteY136"/>
                </a:cxn>
                <a:cxn ang="0">
                  <a:pos x="connsiteX137" y="connsiteY137"/>
                </a:cxn>
                <a:cxn ang="0">
                  <a:pos x="connsiteX138" y="connsiteY138"/>
                </a:cxn>
                <a:cxn ang="0">
                  <a:pos x="connsiteX139" y="connsiteY139"/>
                </a:cxn>
                <a:cxn ang="0">
                  <a:pos x="connsiteX140" y="connsiteY140"/>
                </a:cxn>
                <a:cxn ang="0">
                  <a:pos x="connsiteX141" y="connsiteY141"/>
                </a:cxn>
                <a:cxn ang="0">
                  <a:pos x="connsiteX142" y="connsiteY142"/>
                </a:cxn>
                <a:cxn ang="0">
                  <a:pos x="connsiteX143" y="connsiteY143"/>
                </a:cxn>
                <a:cxn ang="0">
                  <a:pos x="connsiteX144" y="connsiteY144"/>
                </a:cxn>
                <a:cxn ang="0">
                  <a:pos x="connsiteX145" y="connsiteY145"/>
                </a:cxn>
                <a:cxn ang="0">
                  <a:pos x="connsiteX146" y="connsiteY146"/>
                </a:cxn>
                <a:cxn ang="0">
                  <a:pos x="connsiteX147" y="connsiteY147"/>
                </a:cxn>
              </a:cxnLst>
              <a:rect l="l" t="t" r="r" b="b"/>
              <a:pathLst>
                <a:path w="446163" h="487738">
                  <a:moveTo>
                    <a:pt x="405801" y="297522"/>
                  </a:moveTo>
                  <a:lnTo>
                    <a:pt x="405801" y="195096"/>
                  </a:lnTo>
                  <a:cubicBezTo>
                    <a:pt x="415619" y="192657"/>
                    <a:pt x="424153" y="187780"/>
                    <a:pt x="430250" y="180464"/>
                  </a:cubicBezTo>
                  <a:cubicBezTo>
                    <a:pt x="440067" y="170709"/>
                    <a:pt x="444944" y="158516"/>
                    <a:pt x="444944" y="145103"/>
                  </a:cubicBezTo>
                  <a:cubicBezTo>
                    <a:pt x="444944" y="131690"/>
                    <a:pt x="440067" y="119496"/>
                    <a:pt x="430250" y="109741"/>
                  </a:cubicBezTo>
                  <a:cubicBezTo>
                    <a:pt x="410678" y="90232"/>
                    <a:pt x="380134" y="90232"/>
                    <a:pt x="360626" y="109741"/>
                  </a:cubicBezTo>
                  <a:lnTo>
                    <a:pt x="271369" y="60968"/>
                  </a:lnTo>
                  <a:cubicBezTo>
                    <a:pt x="275026" y="45116"/>
                    <a:pt x="270149" y="26826"/>
                    <a:pt x="257957" y="14632"/>
                  </a:cubicBezTo>
                  <a:cubicBezTo>
                    <a:pt x="238386" y="-4877"/>
                    <a:pt x="207842" y="-4877"/>
                    <a:pt x="188270" y="14632"/>
                  </a:cubicBezTo>
                  <a:cubicBezTo>
                    <a:pt x="176014" y="26826"/>
                    <a:pt x="171137" y="42677"/>
                    <a:pt x="174795" y="58529"/>
                  </a:cubicBezTo>
                  <a:lnTo>
                    <a:pt x="84382" y="110961"/>
                  </a:lnTo>
                  <a:cubicBezTo>
                    <a:pt x="64810" y="92671"/>
                    <a:pt x="34266" y="92671"/>
                    <a:pt x="14695" y="112181"/>
                  </a:cubicBezTo>
                  <a:cubicBezTo>
                    <a:pt x="4941" y="120716"/>
                    <a:pt x="0" y="132910"/>
                    <a:pt x="0" y="146322"/>
                  </a:cubicBezTo>
                  <a:cubicBezTo>
                    <a:pt x="0" y="159735"/>
                    <a:pt x="4941" y="171928"/>
                    <a:pt x="14695" y="181683"/>
                  </a:cubicBezTo>
                  <a:cubicBezTo>
                    <a:pt x="20791" y="187780"/>
                    <a:pt x="28170" y="192657"/>
                    <a:pt x="36704" y="193877"/>
                  </a:cubicBezTo>
                  <a:lnTo>
                    <a:pt x="36704" y="296303"/>
                  </a:lnTo>
                  <a:cubicBezTo>
                    <a:pt x="28170" y="298741"/>
                    <a:pt x="20791" y="302400"/>
                    <a:pt x="14695" y="308496"/>
                  </a:cubicBezTo>
                  <a:cubicBezTo>
                    <a:pt x="4941" y="319470"/>
                    <a:pt x="0" y="331662"/>
                    <a:pt x="0" y="345079"/>
                  </a:cubicBezTo>
                  <a:cubicBezTo>
                    <a:pt x="0" y="358490"/>
                    <a:pt x="4941" y="370682"/>
                    <a:pt x="14695" y="380436"/>
                  </a:cubicBezTo>
                  <a:cubicBezTo>
                    <a:pt x="24448" y="388970"/>
                    <a:pt x="36704" y="393854"/>
                    <a:pt x="48896" y="393854"/>
                  </a:cubicBezTo>
                  <a:cubicBezTo>
                    <a:pt x="61153" y="393854"/>
                    <a:pt x="74564" y="388970"/>
                    <a:pt x="84382" y="379217"/>
                  </a:cubicBezTo>
                  <a:lnTo>
                    <a:pt x="85600" y="377998"/>
                  </a:lnTo>
                  <a:lnTo>
                    <a:pt x="174795" y="429210"/>
                  </a:lnTo>
                  <a:cubicBezTo>
                    <a:pt x="172356" y="445066"/>
                    <a:pt x="177233" y="460916"/>
                    <a:pt x="188270" y="473108"/>
                  </a:cubicBezTo>
                  <a:cubicBezTo>
                    <a:pt x="198024" y="482862"/>
                    <a:pt x="210280" y="487738"/>
                    <a:pt x="223691" y="487738"/>
                  </a:cubicBezTo>
                  <a:cubicBezTo>
                    <a:pt x="235947" y="487738"/>
                    <a:pt x="249358" y="482862"/>
                    <a:pt x="259176" y="473108"/>
                  </a:cubicBezTo>
                  <a:cubicBezTo>
                    <a:pt x="271369" y="460916"/>
                    <a:pt x="276245" y="443847"/>
                    <a:pt x="272587" y="427991"/>
                  </a:cubicBezTo>
                  <a:lnTo>
                    <a:pt x="359343" y="377998"/>
                  </a:lnTo>
                  <a:cubicBezTo>
                    <a:pt x="359343" y="379217"/>
                    <a:pt x="360626" y="379217"/>
                    <a:pt x="360626" y="380436"/>
                  </a:cubicBezTo>
                  <a:cubicBezTo>
                    <a:pt x="370380" y="390190"/>
                    <a:pt x="382572" y="395073"/>
                    <a:pt x="396047" y="395073"/>
                  </a:cubicBezTo>
                  <a:cubicBezTo>
                    <a:pt x="408239" y="395073"/>
                    <a:pt x="421715" y="390190"/>
                    <a:pt x="431468" y="380436"/>
                  </a:cubicBezTo>
                  <a:cubicBezTo>
                    <a:pt x="441286" y="370682"/>
                    <a:pt x="446163" y="358490"/>
                    <a:pt x="446163" y="345079"/>
                  </a:cubicBezTo>
                  <a:cubicBezTo>
                    <a:pt x="446163" y="331662"/>
                    <a:pt x="441286" y="319470"/>
                    <a:pt x="431468" y="309716"/>
                  </a:cubicBezTo>
                  <a:cubicBezTo>
                    <a:pt x="422934" y="302400"/>
                    <a:pt x="414399" y="299960"/>
                    <a:pt x="405801" y="297522"/>
                  </a:cubicBezTo>
                  <a:close/>
                  <a:moveTo>
                    <a:pt x="261615" y="407265"/>
                  </a:moveTo>
                  <a:cubicBezTo>
                    <a:pt x="260395" y="406046"/>
                    <a:pt x="259176" y="404826"/>
                    <a:pt x="257957" y="403607"/>
                  </a:cubicBezTo>
                  <a:cubicBezTo>
                    <a:pt x="251797" y="397511"/>
                    <a:pt x="243263" y="392634"/>
                    <a:pt x="234728" y="391415"/>
                  </a:cubicBezTo>
                  <a:lnTo>
                    <a:pt x="234728" y="306057"/>
                  </a:lnTo>
                  <a:cubicBezTo>
                    <a:pt x="250578" y="304838"/>
                    <a:pt x="265272" y="298741"/>
                    <a:pt x="278683" y="290206"/>
                  </a:cubicBezTo>
                  <a:lnTo>
                    <a:pt x="347151" y="329223"/>
                  </a:lnTo>
                  <a:cubicBezTo>
                    <a:pt x="344713" y="337758"/>
                    <a:pt x="343494" y="347518"/>
                    <a:pt x="347151" y="357271"/>
                  </a:cubicBezTo>
                  <a:lnTo>
                    <a:pt x="261615" y="407265"/>
                  </a:lnTo>
                  <a:close/>
                  <a:moveTo>
                    <a:pt x="188270" y="403607"/>
                  </a:moveTo>
                  <a:cubicBezTo>
                    <a:pt x="187051" y="404826"/>
                    <a:pt x="184613" y="407265"/>
                    <a:pt x="183393" y="408484"/>
                  </a:cubicBezTo>
                  <a:lnTo>
                    <a:pt x="96574" y="358490"/>
                  </a:lnTo>
                  <a:cubicBezTo>
                    <a:pt x="99011" y="348737"/>
                    <a:pt x="99011" y="338977"/>
                    <a:pt x="96574" y="329223"/>
                  </a:cubicBezTo>
                  <a:lnTo>
                    <a:pt x="165041" y="288986"/>
                  </a:lnTo>
                  <a:cubicBezTo>
                    <a:pt x="179672" y="297522"/>
                    <a:pt x="195585" y="303619"/>
                    <a:pt x="212718" y="304838"/>
                  </a:cubicBezTo>
                  <a:lnTo>
                    <a:pt x="212718" y="390190"/>
                  </a:lnTo>
                  <a:cubicBezTo>
                    <a:pt x="204119" y="392634"/>
                    <a:pt x="195585" y="396292"/>
                    <a:pt x="188270" y="403607"/>
                  </a:cubicBezTo>
                  <a:close/>
                  <a:moveTo>
                    <a:pt x="59933" y="195096"/>
                  </a:moveTo>
                  <a:cubicBezTo>
                    <a:pt x="69687" y="192657"/>
                    <a:pt x="78285" y="189000"/>
                    <a:pt x="84382" y="181683"/>
                  </a:cubicBezTo>
                  <a:cubicBezTo>
                    <a:pt x="85600" y="180464"/>
                    <a:pt x="85600" y="180464"/>
                    <a:pt x="86820" y="179245"/>
                  </a:cubicBezTo>
                  <a:lnTo>
                    <a:pt x="146689" y="213386"/>
                  </a:lnTo>
                  <a:cubicBezTo>
                    <a:pt x="139374" y="220703"/>
                    <a:pt x="133278" y="229238"/>
                    <a:pt x="128337" y="238993"/>
                  </a:cubicBezTo>
                  <a:lnTo>
                    <a:pt x="124679" y="243870"/>
                  </a:lnTo>
                  <a:lnTo>
                    <a:pt x="127117" y="248748"/>
                  </a:lnTo>
                  <a:cubicBezTo>
                    <a:pt x="132058" y="258502"/>
                    <a:pt x="138155" y="267038"/>
                    <a:pt x="145470" y="274354"/>
                  </a:cubicBezTo>
                  <a:lnTo>
                    <a:pt x="84382" y="309716"/>
                  </a:lnTo>
                  <a:cubicBezTo>
                    <a:pt x="77002" y="302400"/>
                    <a:pt x="68468" y="298741"/>
                    <a:pt x="59933" y="296303"/>
                  </a:cubicBezTo>
                  <a:lnTo>
                    <a:pt x="59933" y="195096"/>
                  </a:lnTo>
                  <a:close/>
                  <a:moveTo>
                    <a:pt x="184613" y="79258"/>
                  </a:moveTo>
                  <a:cubicBezTo>
                    <a:pt x="185832" y="80477"/>
                    <a:pt x="187051" y="82916"/>
                    <a:pt x="188270" y="84135"/>
                  </a:cubicBezTo>
                  <a:cubicBezTo>
                    <a:pt x="195585" y="91452"/>
                    <a:pt x="204119" y="95109"/>
                    <a:pt x="212718" y="97548"/>
                  </a:cubicBezTo>
                  <a:lnTo>
                    <a:pt x="212718" y="181683"/>
                  </a:lnTo>
                  <a:cubicBezTo>
                    <a:pt x="195585" y="182903"/>
                    <a:pt x="179672" y="189000"/>
                    <a:pt x="165041" y="197535"/>
                  </a:cubicBezTo>
                  <a:lnTo>
                    <a:pt x="97793" y="158516"/>
                  </a:lnTo>
                  <a:cubicBezTo>
                    <a:pt x="100231" y="148761"/>
                    <a:pt x="100231" y="139006"/>
                    <a:pt x="96574" y="129251"/>
                  </a:cubicBezTo>
                  <a:lnTo>
                    <a:pt x="184613" y="79258"/>
                  </a:lnTo>
                  <a:close/>
                  <a:moveTo>
                    <a:pt x="257957" y="84135"/>
                  </a:moveTo>
                  <a:cubicBezTo>
                    <a:pt x="259176" y="82916"/>
                    <a:pt x="260395" y="81697"/>
                    <a:pt x="260395" y="80477"/>
                  </a:cubicBezTo>
                  <a:lnTo>
                    <a:pt x="347151" y="130470"/>
                  </a:lnTo>
                  <a:cubicBezTo>
                    <a:pt x="343494" y="140225"/>
                    <a:pt x="343494" y="149980"/>
                    <a:pt x="345932" y="158516"/>
                  </a:cubicBezTo>
                  <a:lnTo>
                    <a:pt x="281121" y="197535"/>
                  </a:lnTo>
                  <a:cubicBezTo>
                    <a:pt x="267710" y="189000"/>
                    <a:pt x="251797" y="182903"/>
                    <a:pt x="235947" y="181683"/>
                  </a:cubicBezTo>
                  <a:lnTo>
                    <a:pt x="235947" y="96329"/>
                  </a:lnTo>
                  <a:cubicBezTo>
                    <a:pt x="243263" y="95109"/>
                    <a:pt x="251797" y="90232"/>
                    <a:pt x="257957" y="84135"/>
                  </a:cubicBezTo>
                  <a:close/>
                  <a:moveTo>
                    <a:pt x="284844" y="258502"/>
                  </a:moveTo>
                  <a:cubicBezTo>
                    <a:pt x="250578" y="292645"/>
                    <a:pt x="196805" y="292645"/>
                    <a:pt x="162603" y="258502"/>
                  </a:cubicBezTo>
                  <a:cubicBezTo>
                    <a:pt x="157726" y="253625"/>
                    <a:pt x="154004" y="248748"/>
                    <a:pt x="150346" y="243870"/>
                  </a:cubicBezTo>
                  <a:cubicBezTo>
                    <a:pt x="154004" y="238993"/>
                    <a:pt x="157726" y="234115"/>
                    <a:pt x="162603" y="229238"/>
                  </a:cubicBezTo>
                  <a:cubicBezTo>
                    <a:pt x="196805" y="195096"/>
                    <a:pt x="250578" y="195096"/>
                    <a:pt x="284844" y="229238"/>
                  </a:cubicBezTo>
                  <a:cubicBezTo>
                    <a:pt x="289721" y="234115"/>
                    <a:pt x="293378" y="238993"/>
                    <a:pt x="297036" y="243870"/>
                  </a:cubicBezTo>
                  <a:cubicBezTo>
                    <a:pt x="292159" y="248748"/>
                    <a:pt x="288501" y="253625"/>
                    <a:pt x="284844" y="258502"/>
                  </a:cubicBezTo>
                  <a:close/>
                  <a:moveTo>
                    <a:pt x="360626" y="309716"/>
                  </a:moveTo>
                  <a:cubicBezTo>
                    <a:pt x="360626" y="309716"/>
                    <a:pt x="359343" y="309716"/>
                    <a:pt x="360626" y="309716"/>
                  </a:cubicBezTo>
                  <a:lnTo>
                    <a:pt x="299474" y="275574"/>
                  </a:lnTo>
                  <a:cubicBezTo>
                    <a:pt x="299474" y="275574"/>
                    <a:pt x="300693" y="275573"/>
                    <a:pt x="300693" y="274354"/>
                  </a:cubicBezTo>
                  <a:cubicBezTo>
                    <a:pt x="308008" y="267038"/>
                    <a:pt x="314168" y="258502"/>
                    <a:pt x="319045" y="248748"/>
                  </a:cubicBezTo>
                  <a:lnTo>
                    <a:pt x="321484" y="243870"/>
                  </a:lnTo>
                  <a:lnTo>
                    <a:pt x="319045" y="238993"/>
                  </a:lnTo>
                  <a:cubicBezTo>
                    <a:pt x="314168" y="229238"/>
                    <a:pt x="308008" y="220703"/>
                    <a:pt x="300693" y="213386"/>
                  </a:cubicBezTo>
                  <a:lnTo>
                    <a:pt x="359343" y="179245"/>
                  </a:lnTo>
                  <a:cubicBezTo>
                    <a:pt x="360626" y="180464"/>
                    <a:pt x="360626" y="180464"/>
                    <a:pt x="361846" y="181683"/>
                  </a:cubicBezTo>
                  <a:cubicBezTo>
                    <a:pt x="367942" y="187780"/>
                    <a:pt x="376476" y="192657"/>
                    <a:pt x="385011" y="195096"/>
                  </a:cubicBezTo>
                  <a:lnTo>
                    <a:pt x="385011" y="297522"/>
                  </a:lnTo>
                  <a:cubicBezTo>
                    <a:pt x="374038" y="298741"/>
                    <a:pt x="366723" y="303619"/>
                    <a:pt x="360626" y="309716"/>
                  </a:cubicBezTo>
                  <a:close/>
                  <a:moveTo>
                    <a:pt x="376476" y="128032"/>
                  </a:moveTo>
                  <a:cubicBezTo>
                    <a:pt x="387513" y="117058"/>
                    <a:pt x="403363" y="117058"/>
                    <a:pt x="414399" y="128032"/>
                  </a:cubicBezTo>
                  <a:cubicBezTo>
                    <a:pt x="419276" y="132910"/>
                    <a:pt x="421715" y="140225"/>
                    <a:pt x="421715" y="146322"/>
                  </a:cubicBezTo>
                  <a:cubicBezTo>
                    <a:pt x="421715" y="153638"/>
                    <a:pt x="419276" y="159735"/>
                    <a:pt x="414399" y="164613"/>
                  </a:cubicBezTo>
                  <a:cubicBezTo>
                    <a:pt x="409458" y="169490"/>
                    <a:pt x="402144" y="173148"/>
                    <a:pt x="394828" y="171928"/>
                  </a:cubicBezTo>
                  <a:cubicBezTo>
                    <a:pt x="387513" y="171928"/>
                    <a:pt x="381353" y="169490"/>
                    <a:pt x="376476" y="164613"/>
                  </a:cubicBezTo>
                  <a:cubicBezTo>
                    <a:pt x="367942" y="156077"/>
                    <a:pt x="365503" y="142664"/>
                    <a:pt x="372818" y="131690"/>
                  </a:cubicBezTo>
                  <a:cubicBezTo>
                    <a:pt x="374038" y="130470"/>
                    <a:pt x="375257" y="129251"/>
                    <a:pt x="376476" y="128032"/>
                  </a:cubicBezTo>
                  <a:close/>
                  <a:moveTo>
                    <a:pt x="204119" y="30484"/>
                  </a:moveTo>
                  <a:cubicBezTo>
                    <a:pt x="215157" y="19510"/>
                    <a:pt x="231006" y="19510"/>
                    <a:pt x="242043" y="30484"/>
                  </a:cubicBezTo>
                  <a:cubicBezTo>
                    <a:pt x="250578" y="39019"/>
                    <a:pt x="251797" y="51213"/>
                    <a:pt x="246920" y="60968"/>
                  </a:cubicBezTo>
                  <a:cubicBezTo>
                    <a:pt x="245701" y="63406"/>
                    <a:pt x="243263" y="65845"/>
                    <a:pt x="242043" y="68284"/>
                  </a:cubicBezTo>
                  <a:cubicBezTo>
                    <a:pt x="231006" y="79258"/>
                    <a:pt x="215157" y="79258"/>
                    <a:pt x="204119" y="68284"/>
                  </a:cubicBezTo>
                  <a:cubicBezTo>
                    <a:pt x="201681" y="65845"/>
                    <a:pt x="199243" y="63406"/>
                    <a:pt x="198024" y="59748"/>
                  </a:cubicBezTo>
                  <a:cubicBezTo>
                    <a:pt x="194366" y="49994"/>
                    <a:pt x="196805" y="37800"/>
                    <a:pt x="204119" y="30484"/>
                  </a:cubicBezTo>
                  <a:close/>
                  <a:moveTo>
                    <a:pt x="23229" y="146322"/>
                  </a:moveTo>
                  <a:cubicBezTo>
                    <a:pt x="23229" y="139006"/>
                    <a:pt x="25667" y="132910"/>
                    <a:pt x="30608" y="128032"/>
                  </a:cubicBezTo>
                  <a:cubicBezTo>
                    <a:pt x="41581" y="117058"/>
                    <a:pt x="57495" y="117058"/>
                    <a:pt x="68468" y="128032"/>
                  </a:cubicBezTo>
                  <a:cubicBezTo>
                    <a:pt x="69687" y="129251"/>
                    <a:pt x="70906" y="130470"/>
                    <a:pt x="72125" y="131690"/>
                  </a:cubicBezTo>
                  <a:cubicBezTo>
                    <a:pt x="79505" y="142664"/>
                    <a:pt x="78285" y="156077"/>
                    <a:pt x="68468" y="165832"/>
                  </a:cubicBezTo>
                  <a:cubicBezTo>
                    <a:pt x="63591" y="170709"/>
                    <a:pt x="56276" y="174367"/>
                    <a:pt x="48896" y="173148"/>
                  </a:cubicBezTo>
                  <a:cubicBezTo>
                    <a:pt x="41581" y="173148"/>
                    <a:pt x="35485" y="170709"/>
                    <a:pt x="30608" y="165832"/>
                  </a:cubicBezTo>
                  <a:cubicBezTo>
                    <a:pt x="25667" y="160954"/>
                    <a:pt x="23229" y="153638"/>
                    <a:pt x="23229" y="146322"/>
                  </a:cubicBezTo>
                  <a:close/>
                  <a:moveTo>
                    <a:pt x="30608" y="363367"/>
                  </a:moveTo>
                  <a:cubicBezTo>
                    <a:pt x="25667" y="358490"/>
                    <a:pt x="23229" y="351175"/>
                    <a:pt x="23229" y="345079"/>
                  </a:cubicBezTo>
                  <a:cubicBezTo>
                    <a:pt x="23229" y="337758"/>
                    <a:pt x="25667" y="331662"/>
                    <a:pt x="30608" y="326785"/>
                  </a:cubicBezTo>
                  <a:cubicBezTo>
                    <a:pt x="35485" y="321908"/>
                    <a:pt x="41581" y="319470"/>
                    <a:pt x="48896" y="319470"/>
                  </a:cubicBezTo>
                  <a:cubicBezTo>
                    <a:pt x="56276" y="319470"/>
                    <a:pt x="63591" y="321908"/>
                    <a:pt x="68468" y="326785"/>
                  </a:cubicBezTo>
                  <a:cubicBezTo>
                    <a:pt x="77002" y="335319"/>
                    <a:pt x="78285" y="348737"/>
                    <a:pt x="72125" y="358490"/>
                  </a:cubicBezTo>
                  <a:cubicBezTo>
                    <a:pt x="70906" y="360929"/>
                    <a:pt x="69687" y="362148"/>
                    <a:pt x="68468" y="364586"/>
                  </a:cubicBezTo>
                  <a:cubicBezTo>
                    <a:pt x="57495" y="374340"/>
                    <a:pt x="41581" y="374340"/>
                    <a:pt x="30608" y="363367"/>
                  </a:cubicBezTo>
                  <a:close/>
                  <a:moveTo>
                    <a:pt x="242043" y="457258"/>
                  </a:moveTo>
                  <a:cubicBezTo>
                    <a:pt x="231006" y="468231"/>
                    <a:pt x="215157" y="468231"/>
                    <a:pt x="204119" y="457258"/>
                  </a:cubicBezTo>
                  <a:cubicBezTo>
                    <a:pt x="196805" y="449943"/>
                    <a:pt x="194366" y="438964"/>
                    <a:pt x="198024" y="427991"/>
                  </a:cubicBezTo>
                  <a:cubicBezTo>
                    <a:pt x="199243" y="424334"/>
                    <a:pt x="201681" y="421895"/>
                    <a:pt x="204119" y="419457"/>
                  </a:cubicBezTo>
                  <a:cubicBezTo>
                    <a:pt x="215157" y="408484"/>
                    <a:pt x="231006" y="408484"/>
                    <a:pt x="242043" y="419457"/>
                  </a:cubicBezTo>
                  <a:cubicBezTo>
                    <a:pt x="244482" y="421895"/>
                    <a:pt x="245701" y="424334"/>
                    <a:pt x="246920" y="426772"/>
                  </a:cubicBezTo>
                  <a:cubicBezTo>
                    <a:pt x="251797" y="437745"/>
                    <a:pt x="250578" y="449943"/>
                    <a:pt x="242043" y="457258"/>
                  </a:cubicBezTo>
                  <a:close/>
                  <a:moveTo>
                    <a:pt x="414399" y="363367"/>
                  </a:moveTo>
                  <a:cubicBezTo>
                    <a:pt x="403363" y="374340"/>
                    <a:pt x="387513" y="374340"/>
                    <a:pt x="376476" y="363367"/>
                  </a:cubicBezTo>
                  <a:cubicBezTo>
                    <a:pt x="375257" y="360929"/>
                    <a:pt x="372818" y="359710"/>
                    <a:pt x="371600" y="357271"/>
                  </a:cubicBezTo>
                  <a:cubicBezTo>
                    <a:pt x="365503" y="347518"/>
                    <a:pt x="367942" y="334100"/>
                    <a:pt x="376476" y="325566"/>
                  </a:cubicBezTo>
                  <a:cubicBezTo>
                    <a:pt x="381353" y="320689"/>
                    <a:pt x="387513" y="318250"/>
                    <a:pt x="394828" y="318250"/>
                  </a:cubicBezTo>
                  <a:cubicBezTo>
                    <a:pt x="402144" y="318250"/>
                    <a:pt x="409458" y="320689"/>
                    <a:pt x="414399" y="325566"/>
                  </a:cubicBezTo>
                  <a:cubicBezTo>
                    <a:pt x="419276" y="330442"/>
                    <a:pt x="421715" y="337758"/>
                    <a:pt x="421715" y="343860"/>
                  </a:cubicBezTo>
                  <a:cubicBezTo>
                    <a:pt x="421715" y="352394"/>
                    <a:pt x="419276" y="358490"/>
                    <a:pt x="414399" y="363367"/>
                  </a:cubicBezTo>
                  <a:close/>
                  <a:moveTo>
                    <a:pt x="253016" y="243870"/>
                  </a:moveTo>
                  <a:cubicBezTo>
                    <a:pt x="253016" y="259722"/>
                    <a:pt x="240824" y="271916"/>
                    <a:pt x="224911" y="271916"/>
                  </a:cubicBezTo>
                  <a:cubicBezTo>
                    <a:pt x="209060" y="271916"/>
                    <a:pt x="196805" y="259722"/>
                    <a:pt x="196805" y="243870"/>
                  </a:cubicBezTo>
                  <a:cubicBezTo>
                    <a:pt x="196805" y="228019"/>
                    <a:pt x="209060" y="215825"/>
                    <a:pt x="224911" y="215825"/>
                  </a:cubicBezTo>
                  <a:cubicBezTo>
                    <a:pt x="239605" y="215825"/>
                    <a:pt x="253016" y="228019"/>
                    <a:pt x="253016" y="243870"/>
                  </a:cubicBezTo>
                  <a:close/>
                </a:path>
              </a:pathLst>
            </a:custGeom>
            <a:solidFill>
              <a:srgbClr val="2D5967"/>
            </a:solidFill>
            <a:ln w="6417" cap="flat">
              <a:noFill/>
              <a:prstDash val="solid"/>
              <a:miter/>
            </a:ln>
          </p:spPr>
          <p:txBody>
            <a:bodyPr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srgbClr val="7C8A98"/>
                </a:solidFill>
                <a:effectLst/>
                <a:uLnTx/>
                <a:uFillTx/>
                <a:latin typeface="Oracle Sans Tab"/>
                <a:ea typeface="+mn-ea"/>
                <a:cs typeface="+mn-cs"/>
              </a:endParaRPr>
            </a:p>
          </p:txBody>
        </p:sp>
      </p:grpSp>
      <p:sp>
        <p:nvSpPr>
          <p:cNvPr id="241" name="TextBox 240">
            <a:extLst>
              <a:ext uri="{FF2B5EF4-FFF2-40B4-BE49-F238E27FC236}">
                <a16:creationId xmlns:a16="http://schemas.microsoft.com/office/drawing/2014/main" id="{DE3C66C6-8044-408F-5AFB-1853BCAA158E}"/>
              </a:ext>
            </a:extLst>
          </p:cNvPr>
          <p:cNvSpPr txBox="1"/>
          <p:nvPr/>
        </p:nvSpPr>
        <p:spPr>
          <a:xfrm>
            <a:off x="3555902" y="3178303"/>
            <a:ext cx="761539" cy="215444"/>
          </a:xfrm>
          <a:prstGeom prst="rect">
            <a:avLst/>
          </a:prstGeom>
          <a:solidFill>
            <a:srgbClr val="F3F3F3"/>
          </a:solidFill>
        </p:spPr>
        <p:txBody>
          <a:bodyPr wrap="square">
            <a:spAutoFit/>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sz="800" b="0" i="0" u="none" strike="noStrike" kern="1200" cap="none" spc="0" normalizeH="0" baseline="0" noProof="0" dirty="0">
                <a:ln>
                  <a:noFill/>
                </a:ln>
                <a:solidFill>
                  <a:srgbClr val="2B2E32"/>
                </a:solidFill>
                <a:effectLst/>
                <a:uLnTx/>
                <a:uFillTx/>
                <a:latin typeface="Oracle Sans Tab"/>
                <a:ea typeface="+mn-ea"/>
                <a:cs typeface="+mn-cs"/>
              </a:rPr>
              <a:t>OCI Stream</a:t>
            </a:r>
          </a:p>
        </p:txBody>
      </p:sp>
      <p:cxnSp>
        <p:nvCxnSpPr>
          <p:cNvPr id="242" name="Straight Arrow Connector 241">
            <a:extLst>
              <a:ext uri="{FF2B5EF4-FFF2-40B4-BE49-F238E27FC236}">
                <a16:creationId xmlns:a16="http://schemas.microsoft.com/office/drawing/2014/main" id="{B8EAD7CC-541F-C24F-5ABD-000A1A39A196}"/>
              </a:ext>
            </a:extLst>
          </p:cNvPr>
          <p:cNvCxnSpPr>
            <a:cxnSpLocks/>
          </p:cNvCxnSpPr>
          <p:nvPr/>
        </p:nvCxnSpPr>
        <p:spPr>
          <a:xfrm>
            <a:off x="3593088" y="3409006"/>
            <a:ext cx="724353" cy="0"/>
          </a:xfrm>
          <a:prstGeom prst="straightConnector1">
            <a:avLst/>
          </a:prstGeom>
          <a:ln w="28575">
            <a:solidFill>
              <a:srgbClr val="2C5967"/>
            </a:solidFill>
            <a:tailEnd type="triangle"/>
          </a:ln>
        </p:spPr>
        <p:style>
          <a:lnRef idx="1">
            <a:schemeClr val="accent1"/>
          </a:lnRef>
          <a:fillRef idx="0">
            <a:schemeClr val="accent1"/>
          </a:fillRef>
          <a:effectRef idx="0">
            <a:schemeClr val="accent1"/>
          </a:effectRef>
          <a:fontRef idx="minor">
            <a:schemeClr val="tx1"/>
          </a:fontRef>
        </p:style>
      </p:cxnSp>
      <p:sp>
        <p:nvSpPr>
          <p:cNvPr id="245" name="TextBox 244">
            <a:extLst>
              <a:ext uri="{FF2B5EF4-FFF2-40B4-BE49-F238E27FC236}">
                <a16:creationId xmlns:a16="http://schemas.microsoft.com/office/drawing/2014/main" id="{CCE09320-0848-A23F-840B-97E081419E91}"/>
              </a:ext>
            </a:extLst>
          </p:cNvPr>
          <p:cNvSpPr txBox="1"/>
          <p:nvPr/>
        </p:nvSpPr>
        <p:spPr>
          <a:xfrm>
            <a:off x="4186166" y="3672378"/>
            <a:ext cx="1295833" cy="523220"/>
          </a:xfrm>
          <a:prstGeom prst="rect">
            <a:avLst/>
          </a:prstGeom>
          <a:solidFill>
            <a:schemeClr val="accent1"/>
          </a:solidFill>
        </p:spPr>
        <p:txBody>
          <a:bodyPr wrap="square" rtlCol="0">
            <a:spAutoFit/>
          </a:bodyPr>
          <a:lstStyle>
            <a:defPPr>
              <a:defRPr lang="en-US"/>
            </a:defPPr>
            <a:lvl1pPr marR="0" lvl="0" indent="0" algn="ctr" fontAlgn="auto">
              <a:lnSpc>
                <a:spcPct val="100000"/>
              </a:lnSpc>
              <a:spcBef>
                <a:spcPts val="0"/>
              </a:spcBef>
              <a:spcAft>
                <a:spcPts val="0"/>
              </a:spcAft>
              <a:buClrTx/>
              <a:buSzTx/>
              <a:buFontTx/>
              <a:buNone/>
              <a:tabLst/>
              <a:defRPr kumimoji="0" sz="1400" b="1" i="0" u="none" strike="noStrike" cap="none" spc="0" normalizeH="0" baseline="0">
                <a:ln>
                  <a:noFill/>
                </a:ln>
                <a:effectLst/>
                <a:uLnTx/>
                <a:uFillTx/>
                <a:latin typeface="Oracle Sans"/>
                <a:cs typeface="Oracle Sans"/>
                <a:rtl val="0"/>
              </a:defRPr>
            </a:lvl1pP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sz="1400" b="1" i="0" u="none" strike="noStrike" kern="1200" cap="none" spc="0" normalizeH="0" baseline="0" noProof="0" dirty="0">
                <a:ln>
                  <a:noFill/>
                </a:ln>
                <a:solidFill>
                  <a:srgbClr val="FFFFFF"/>
                </a:solidFill>
                <a:effectLst/>
                <a:uLnTx/>
                <a:uFillTx/>
                <a:latin typeface="Oracle Sans"/>
                <a:ea typeface="+mn-ea"/>
                <a:cs typeface="Oracle Sans"/>
                <a:sym typeface="Oracle Sans"/>
                <a:rtl val="0"/>
              </a:rPr>
              <a:t>OCI SAM</a:t>
            </a:r>
          </a:p>
          <a:p>
            <a:pPr marL="0" marR="0" lvl="0" indent="0" algn="ctr" defTabSz="914400" rtl="0" eaLnBrk="1" fontAlgn="auto" latinLnBrk="0" hangingPunct="1">
              <a:lnSpc>
                <a:spcPct val="100000"/>
              </a:lnSpc>
              <a:spcBef>
                <a:spcPts val="0"/>
              </a:spcBef>
              <a:spcAft>
                <a:spcPts val="0"/>
              </a:spcAft>
              <a:buClrTx/>
              <a:buSzTx/>
              <a:buFontTx/>
              <a:buNone/>
              <a:tabLst/>
              <a:defRPr/>
            </a:pPr>
            <a:r>
              <a:rPr lang="en-US" dirty="0">
                <a:solidFill>
                  <a:srgbClr val="FFFFFF"/>
                </a:solidFill>
                <a:sym typeface="Oracle Sans"/>
              </a:rPr>
              <a:t>(MSET2)</a:t>
            </a:r>
            <a:endParaRPr kumimoji="0" lang="en-US" sz="1400" b="1" i="0" u="none" strike="noStrike" kern="1200" cap="none" spc="0" normalizeH="0" baseline="0" noProof="0" dirty="0">
              <a:ln>
                <a:noFill/>
              </a:ln>
              <a:solidFill>
                <a:srgbClr val="FFFFFF"/>
              </a:solidFill>
              <a:effectLst/>
              <a:uLnTx/>
              <a:uFillTx/>
              <a:latin typeface="Oracle Sans"/>
              <a:ea typeface="+mn-ea"/>
              <a:cs typeface="Oracle Sans"/>
              <a:sym typeface="Oracle Sans"/>
              <a:rtl val="0"/>
            </a:endParaRPr>
          </a:p>
        </p:txBody>
      </p:sp>
      <p:grpSp>
        <p:nvGrpSpPr>
          <p:cNvPr id="246" name="Group 245">
            <a:extLst>
              <a:ext uri="{FF2B5EF4-FFF2-40B4-BE49-F238E27FC236}">
                <a16:creationId xmlns:a16="http://schemas.microsoft.com/office/drawing/2014/main" id="{3C670460-F078-5C28-8004-19E7B79F20F0}"/>
              </a:ext>
            </a:extLst>
          </p:cNvPr>
          <p:cNvGrpSpPr/>
          <p:nvPr/>
        </p:nvGrpSpPr>
        <p:grpSpPr>
          <a:xfrm>
            <a:off x="4894419" y="4280475"/>
            <a:ext cx="689953" cy="627468"/>
            <a:chOff x="7391463" y="3810897"/>
            <a:chExt cx="787433" cy="739817"/>
          </a:xfrm>
        </p:grpSpPr>
        <p:grpSp>
          <p:nvGrpSpPr>
            <p:cNvPr id="247" name="Graphic 2">
              <a:extLst>
                <a:ext uri="{FF2B5EF4-FFF2-40B4-BE49-F238E27FC236}">
                  <a16:creationId xmlns:a16="http://schemas.microsoft.com/office/drawing/2014/main" id="{41CAEAA2-152D-12CD-1777-10DB1E62C30E}"/>
                </a:ext>
              </a:extLst>
            </p:cNvPr>
            <p:cNvGrpSpPr/>
            <p:nvPr/>
          </p:nvGrpSpPr>
          <p:grpSpPr>
            <a:xfrm>
              <a:off x="7391463" y="3810897"/>
              <a:ext cx="513347" cy="513347"/>
              <a:chOff x="3722846" y="3005488"/>
              <a:chExt cx="513347" cy="513347"/>
            </a:xfrm>
          </p:grpSpPr>
          <p:sp>
            <p:nvSpPr>
              <p:cNvPr id="249" name="Freeform: Shape 248">
                <a:extLst>
                  <a:ext uri="{FF2B5EF4-FFF2-40B4-BE49-F238E27FC236}">
                    <a16:creationId xmlns:a16="http://schemas.microsoft.com/office/drawing/2014/main" id="{D6B4FD97-FF94-51CD-69AD-92E0F1118875}"/>
                  </a:ext>
                </a:extLst>
              </p:cNvPr>
              <p:cNvSpPr/>
              <p:nvPr/>
            </p:nvSpPr>
            <p:spPr>
              <a:xfrm>
                <a:off x="3722846" y="3005488"/>
                <a:ext cx="513347" cy="513347"/>
              </a:xfrm>
              <a:custGeom>
                <a:avLst/>
                <a:gdLst>
                  <a:gd name="connsiteX0" fmla="*/ 479203 w 513347"/>
                  <a:gd name="connsiteY0" fmla="*/ 12223 h 513347"/>
                  <a:gd name="connsiteX1" fmla="*/ 499936 w 513347"/>
                  <a:gd name="connsiteY1" fmla="*/ 33001 h 513347"/>
                  <a:gd name="connsiteX2" fmla="*/ 499936 w 513347"/>
                  <a:gd name="connsiteY2" fmla="*/ 481571 h 513347"/>
                  <a:gd name="connsiteX3" fmla="*/ 479203 w 513347"/>
                  <a:gd name="connsiteY3" fmla="*/ 502349 h 513347"/>
                  <a:gd name="connsiteX4" fmla="*/ 32925 w 513347"/>
                  <a:gd name="connsiteY4" fmla="*/ 502349 h 513347"/>
                  <a:gd name="connsiteX5" fmla="*/ 12192 w 513347"/>
                  <a:gd name="connsiteY5" fmla="*/ 480345 h 513347"/>
                  <a:gd name="connsiteX6" fmla="*/ 12192 w 513347"/>
                  <a:gd name="connsiteY6" fmla="*/ 33001 h 513347"/>
                  <a:gd name="connsiteX7" fmla="*/ 32925 w 513347"/>
                  <a:gd name="connsiteY7" fmla="*/ 12223 h 513347"/>
                  <a:gd name="connsiteX8" fmla="*/ 479203 w 513347"/>
                  <a:gd name="connsiteY8" fmla="*/ 12223 h 513347"/>
                  <a:gd name="connsiteX9" fmla="*/ 479203 w 513347"/>
                  <a:gd name="connsiteY9" fmla="*/ 0 h 513347"/>
                  <a:gd name="connsiteX10" fmla="*/ 32925 w 513347"/>
                  <a:gd name="connsiteY10" fmla="*/ 0 h 513347"/>
                  <a:gd name="connsiteX11" fmla="*/ 0 w 513347"/>
                  <a:gd name="connsiteY11" fmla="*/ 33001 h 513347"/>
                  <a:gd name="connsiteX12" fmla="*/ 0 w 513347"/>
                  <a:gd name="connsiteY12" fmla="*/ 481571 h 513347"/>
                  <a:gd name="connsiteX13" fmla="*/ 32925 w 513347"/>
                  <a:gd name="connsiteY13" fmla="*/ 513347 h 513347"/>
                  <a:gd name="connsiteX14" fmla="*/ 480422 w 513347"/>
                  <a:gd name="connsiteY14" fmla="*/ 513347 h 513347"/>
                  <a:gd name="connsiteX15" fmla="*/ 513347 w 513347"/>
                  <a:gd name="connsiteY15" fmla="*/ 480345 h 513347"/>
                  <a:gd name="connsiteX16" fmla="*/ 513347 w 513347"/>
                  <a:gd name="connsiteY16" fmla="*/ 33001 h 513347"/>
                  <a:gd name="connsiteX17" fmla="*/ 479203 w 513347"/>
                  <a:gd name="connsiteY17" fmla="*/ 0 h 513347"/>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Lst>
                <a:rect l="l" t="t" r="r" b="b"/>
                <a:pathLst>
                  <a:path w="513347" h="513347">
                    <a:moveTo>
                      <a:pt x="479203" y="12223"/>
                    </a:moveTo>
                    <a:cubicBezTo>
                      <a:pt x="490182" y="12223"/>
                      <a:pt x="499936" y="22001"/>
                      <a:pt x="499936" y="33001"/>
                    </a:cubicBezTo>
                    <a:lnTo>
                      <a:pt x="499936" y="481571"/>
                    </a:lnTo>
                    <a:cubicBezTo>
                      <a:pt x="499936" y="492570"/>
                      <a:pt x="490182" y="502349"/>
                      <a:pt x="479203" y="502349"/>
                    </a:cubicBezTo>
                    <a:lnTo>
                      <a:pt x="32925" y="502349"/>
                    </a:lnTo>
                    <a:cubicBezTo>
                      <a:pt x="21945" y="501123"/>
                      <a:pt x="12192" y="491344"/>
                      <a:pt x="12192" y="480345"/>
                    </a:cubicBezTo>
                    <a:lnTo>
                      <a:pt x="12192" y="33001"/>
                    </a:lnTo>
                    <a:cubicBezTo>
                      <a:pt x="12192" y="22001"/>
                      <a:pt x="21945" y="12223"/>
                      <a:pt x="32925" y="12223"/>
                    </a:cubicBezTo>
                    <a:lnTo>
                      <a:pt x="479203" y="12223"/>
                    </a:lnTo>
                    <a:close/>
                    <a:moveTo>
                      <a:pt x="479203" y="0"/>
                    </a:moveTo>
                    <a:lnTo>
                      <a:pt x="32925" y="0"/>
                    </a:lnTo>
                    <a:cubicBezTo>
                      <a:pt x="14630" y="0"/>
                      <a:pt x="0" y="14667"/>
                      <a:pt x="0" y="33001"/>
                    </a:cubicBezTo>
                    <a:lnTo>
                      <a:pt x="0" y="481571"/>
                    </a:lnTo>
                    <a:cubicBezTo>
                      <a:pt x="0" y="498678"/>
                      <a:pt x="14630" y="513347"/>
                      <a:pt x="32925" y="513347"/>
                    </a:cubicBezTo>
                    <a:lnTo>
                      <a:pt x="480422" y="513347"/>
                    </a:lnTo>
                    <a:cubicBezTo>
                      <a:pt x="498717" y="513347"/>
                      <a:pt x="513347" y="498678"/>
                      <a:pt x="513347" y="480345"/>
                    </a:cubicBezTo>
                    <a:lnTo>
                      <a:pt x="513347" y="33001"/>
                    </a:lnTo>
                    <a:cubicBezTo>
                      <a:pt x="512128" y="14667"/>
                      <a:pt x="497498" y="0"/>
                      <a:pt x="479203" y="0"/>
                    </a:cubicBezTo>
                    <a:close/>
                  </a:path>
                </a:pathLst>
              </a:custGeom>
              <a:solidFill>
                <a:srgbClr val="FFFFFF"/>
              </a:solidFill>
              <a:ln w="6417" cap="flat">
                <a:noFill/>
                <a:prstDash val="solid"/>
                <a:miter/>
              </a:ln>
            </p:spPr>
            <p:txBody>
              <a:bodyPr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srgbClr val="7C8A98"/>
                  </a:solidFill>
                  <a:effectLst/>
                  <a:uLnTx/>
                  <a:uFillTx/>
                  <a:latin typeface="Oracle Sans Tab"/>
                  <a:ea typeface="+mn-ea"/>
                  <a:cs typeface="+mn-cs"/>
                </a:endParaRPr>
              </a:p>
            </p:txBody>
          </p:sp>
          <p:grpSp>
            <p:nvGrpSpPr>
              <p:cNvPr id="250" name="Graphic 2">
                <a:extLst>
                  <a:ext uri="{FF2B5EF4-FFF2-40B4-BE49-F238E27FC236}">
                    <a16:creationId xmlns:a16="http://schemas.microsoft.com/office/drawing/2014/main" id="{003E402C-5B49-0CB8-DBFB-EC32FA8877C6}"/>
                  </a:ext>
                </a:extLst>
              </p:cNvPr>
              <p:cNvGrpSpPr/>
              <p:nvPr/>
            </p:nvGrpSpPr>
            <p:grpSpPr>
              <a:xfrm>
                <a:off x="3735044" y="3017714"/>
                <a:ext cx="488957" cy="488903"/>
                <a:chOff x="3735044" y="3017714"/>
                <a:chExt cx="488957" cy="488903"/>
              </a:xfrm>
              <a:solidFill>
                <a:srgbClr val="2D5967"/>
              </a:solidFill>
            </p:grpSpPr>
            <p:sp>
              <p:nvSpPr>
                <p:cNvPr id="251" name="Freeform: Shape 250">
                  <a:extLst>
                    <a:ext uri="{FF2B5EF4-FFF2-40B4-BE49-F238E27FC236}">
                      <a16:creationId xmlns:a16="http://schemas.microsoft.com/office/drawing/2014/main" id="{EA529624-8F67-AA02-1FCD-1AD0A5C9E838}"/>
                    </a:ext>
                  </a:extLst>
                </p:cNvPr>
                <p:cNvSpPr/>
                <p:nvPr/>
              </p:nvSpPr>
              <p:spPr>
                <a:xfrm>
                  <a:off x="3735044" y="3017714"/>
                  <a:ext cx="488957" cy="488903"/>
                </a:xfrm>
                <a:custGeom>
                  <a:avLst/>
                  <a:gdLst>
                    <a:gd name="connsiteX0" fmla="*/ 467012 w 488957"/>
                    <a:gd name="connsiteY0" fmla="*/ 0 h 488903"/>
                    <a:gd name="connsiteX1" fmla="*/ 20727 w 488957"/>
                    <a:gd name="connsiteY1" fmla="*/ 0 h 488903"/>
                    <a:gd name="connsiteX2" fmla="*/ 0 w 488957"/>
                    <a:gd name="connsiteY2" fmla="*/ 20778 h 488903"/>
                    <a:gd name="connsiteX3" fmla="*/ 0 w 488957"/>
                    <a:gd name="connsiteY3" fmla="*/ 469345 h 488903"/>
                    <a:gd name="connsiteX4" fmla="*/ 20727 w 488957"/>
                    <a:gd name="connsiteY4" fmla="*/ 488904 h 488903"/>
                    <a:gd name="connsiteX5" fmla="*/ 468231 w 488957"/>
                    <a:gd name="connsiteY5" fmla="*/ 488904 h 488903"/>
                    <a:gd name="connsiteX6" fmla="*/ 488957 w 488957"/>
                    <a:gd name="connsiteY6" fmla="*/ 468126 h 488903"/>
                    <a:gd name="connsiteX7" fmla="*/ 488957 w 488957"/>
                    <a:gd name="connsiteY7" fmla="*/ 20778 h 488903"/>
                    <a:gd name="connsiteX8" fmla="*/ 467012 w 488957"/>
                    <a:gd name="connsiteY8" fmla="*/ 0 h 488903"/>
                    <a:gd name="connsiteX9" fmla="*/ 469450 w 488957"/>
                    <a:gd name="connsiteY9" fmla="*/ 468126 h 488903"/>
                    <a:gd name="connsiteX10" fmla="*/ 467012 w 488957"/>
                    <a:gd name="connsiteY10" fmla="*/ 470571 h 488903"/>
                    <a:gd name="connsiteX11" fmla="*/ 20727 w 488957"/>
                    <a:gd name="connsiteY11" fmla="*/ 470571 h 488903"/>
                    <a:gd name="connsiteX12" fmla="*/ 18288 w 488957"/>
                    <a:gd name="connsiteY12" fmla="*/ 468126 h 488903"/>
                    <a:gd name="connsiteX13" fmla="*/ 18288 w 488957"/>
                    <a:gd name="connsiteY13" fmla="*/ 20778 h 488903"/>
                    <a:gd name="connsiteX14" fmla="*/ 20727 w 488957"/>
                    <a:gd name="connsiteY14" fmla="*/ 18334 h 488903"/>
                    <a:gd name="connsiteX15" fmla="*/ 468231 w 488957"/>
                    <a:gd name="connsiteY15" fmla="*/ 18334 h 488903"/>
                    <a:gd name="connsiteX16" fmla="*/ 470669 w 488957"/>
                    <a:gd name="connsiteY16" fmla="*/ 20778 h 488903"/>
                    <a:gd name="connsiteX17" fmla="*/ 469450 w 488957"/>
                    <a:gd name="connsiteY17" fmla="*/ 468126 h 488903"/>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Lst>
                  <a:rect l="l" t="t" r="r" b="b"/>
                  <a:pathLst>
                    <a:path w="488957" h="488903">
                      <a:moveTo>
                        <a:pt x="467012" y="0"/>
                      </a:moveTo>
                      <a:lnTo>
                        <a:pt x="20727" y="0"/>
                      </a:lnTo>
                      <a:cubicBezTo>
                        <a:pt x="9754" y="0"/>
                        <a:pt x="0" y="9778"/>
                        <a:pt x="0" y="20778"/>
                      </a:cubicBezTo>
                      <a:lnTo>
                        <a:pt x="0" y="469345"/>
                      </a:lnTo>
                      <a:cubicBezTo>
                        <a:pt x="0" y="479124"/>
                        <a:pt x="9754" y="488904"/>
                        <a:pt x="20727" y="488904"/>
                      </a:cubicBezTo>
                      <a:lnTo>
                        <a:pt x="468231" y="488904"/>
                      </a:lnTo>
                      <a:cubicBezTo>
                        <a:pt x="479203" y="488904"/>
                        <a:pt x="488957" y="479124"/>
                        <a:pt x="488957" y="468126"/>
                      </a:cubicBezTo>
                      <a:lnTo>
                        <a:pt x="488957" y="20778"/>
                      </a:lnTo>
                      <a:cubicBezTo>
                        <a:pt x="487738" y="9778"/>
                        <a:pt x="477984" y="0"/>
                        <a:pt x="467012" y="0"/>
                      </a:cubicBezTo>
                      <a:close/>
                      <a:moveTo>
                        <a:pt x="469450" y="468126"/>
                      </a:moveTo>
                      <a:cubicBezTo>
                        <a:pt x="469450" y="469345"/>
                        <a:pt x="468231" y="470571"/>
                        <a:pt x="467012" y="470571"/>
                      </a:cubicBezTo>
                      <a:lnTo>
                        <a:pt x="20727" y="470571"/>
                      </a:lnTo>
                      <a:cubicBezTo>
                        <a:pt x="19507" y="470571"/>
                        <a:pt x="18288" y="469345"/>
                        <a:pt x="18288" y="468126"/>
                      </a:cubicBezTo>
                      <a:lnTo>
                        <a:pt x="18288" y="20778"/>
                      </a:lnTo>
                      <a:cubicBezTo>
                        <a:pt x="18288" y="19556"/>
                        <a:pt x="19507" y="18334"/>
                        <a:pt x="20727" y="18334"/>
                      </a:cubicBezTo>
                      <a:lnTo>
                        <a:pt x="468231" y="18334"/>
                      </a:lnTo>
                      <a:cubicBezTo>
                        <a:pt x="469450" y="18334"/>
                        <a:pt x="470669" y="19556"/>
                        <a:pt x="470669" y="20778"/>
                      </a:cubicBezTo>
                      <a:lnTo>
                        <a:pt x="469450" y="468126"/>
                      </a:lnTo>
                      <a:close/>
                    </a:path>
                  </a:pathLst>
                </a:custGeom>
                <a:solidFill>
                  <a:srgbClr val="2D5967"/>
                </a:solidFill>
                <a:ln w="6417" cap="flat">
                  <a:noFill/>
                  <a:prstDash val="solid"/>
                  <a:miter/>
                </a:ln>
              </p:spPr>
              <p:txBody>
                <a:bodyPr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srgbClr val="7C8A98"/>
                    </a:solidFill>
                    <a:effectLst/>
                    <a:uLnTx/>
                    <a:uFillTx/>
                    <a:latin typeface="Oracle Sans Tab"/>
                    <a:ea typeface="+mn-ea"/>
                    <a:cs typeface="+mn-cs"/>
                  </a:endParaRPr>
                </a:p>
              </p:txBody>
            </p:sp>
            <p:sp>
              <p:nvSpPr>
                <p:cNvPr id="252" name="Freeform: Shape 251">
                  <a:extLst>
                    <a:ext uri="{FF2B5EF4-FFF2-40B4-BE49-F238E27FC236}">
                      <a16:creationId xmlns:a16="http://schemas.microsoft.com/office/drawing/2014/main" id="{E6F9C6AA-56D8-ABD7-4C77-2E81BF120D90}"/>
                    </a:ext>
                  </a:extLst>
                </p:cNvPr>
                <p:cNvSpPr/>
                <p:nvPr/>
              </p:nvSpPr>
              <p:spPr>
                <a:xfrm>
                  <a:off x="3803326" y="3329397"/>
                  <a:ext cx="354825" cy="108778"/>
                </a:xfrm>
                <a:custGeom>
                  <a:avLst/>
                  <a:gdLst>
                    <a:gd name="connsiteX0" fmla="*/ 0 w 354825"/>
                    <a:gd name="connsiteY0" fmla="*/ 108778 h 108778"/>
                    <a:gd name="connsiteX1" fmla="*/ 354825 w 354825"/>
                    <a:gd name="connsiteY1" fmla="*/ 108778 h 108778"/>
                    <a:gd name="connsiteX2" fmla="*/ 354825 w 354825"/>
                    <a:gd name="connsiteY2" fmla="*/ 0 h 108778"/>
                    <a:gd name="connsiteX3" fmla="*/ 0 w 354825"/>
                    <a:gd name="connsiteY3" fmla="*/ 0 h 108778"/>
                    <a:gd name="connsiteX4" fmla="*/ 0 w 354825"/>
                    <a:gd name="connsiteY4" fmla="*/ 108778 h 108778"/>
                    <a:gd name="connsiteX5" fmla="*/ 17069 w 354825"/>
                    <a:gd name="connsiteY5" fmla="*/ 18333 h 108778"/>
                    <a:gd name="connsiteX6" fmla="*/ 335318 w 354825"/>
                    <a:gd name="connsiteY6" fmla="*/ 18333 h 108778"/>
                    <a:gd name="connsiteX7" fmla="*/ 335318 w 354825"/>
                    <a:gd name="connsiteY7" fmla="*/ 91665 h 108778"/>
                    <a:gd name="connsiteX8" fmla="*/ 17069 w 354825"/>
                    <a:gd name="connsiteY8" fmla="*/ 91665 h 108778"/>
                    <a:gd name="connsiteX9" fmla="*/ 17069 w 354825"/>
                    <a:gd name="connsiteY9" fmla="*/ 18333 h 108778"/>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Lst>
                  <a:rect l="l" t="t" r="r" b="b"/>
                  <a:pathLst>
                    <a:path w="354825" h="108778">
                      <a:moveTo>
                        <a:pt x="0" y="108778"/>
                      </a:moveTo>
                      <a:lnTo>
                        <a:pt x="354825" y="108778"/>
                      </a:lnTo>
                      <a:lnTo>
                        <a:pt x="354825" y="0"/>
                      </a:lnTo>
                      <a:lnTo>
                        <a:pt x="0" y="0"/>
                      </a:lnTo>
                      <a:lnTo>
                        <a:pt x="0" y="108778"/>
                      </a:lnTo>
                      <a:close/>
                      <a:moveTo>
                        <a:pt x="17069" y="18333"/>
                      </a:moveTo>
                      <a:lnTo>
                        <a:pt x="335318" y="18333"/>
                      </a:lnTo>
                      <a:lnTo>
                        <a:pt x="335318" y="91665"/>
                      </a:lnTo>
                      <a:lnTo>
                        <a:pt x="17069" y="91665"/>
                      </a:lnTo>
                      <a:lnTo>
                        <a:pt x="17069" y="18333"/>
                      </a:lnTo>
                      <a:close/>
                    </a:path>
                  </a:pathLst>
                </a:custGeom>
                <a:solidFill>
                  <a:srgbClr val="2D5967"/>
                </a:solidFill>
                <a:ln w="6417" cap="flat">
                  <a:noFill/>
                  <a:prstDash val="solid"/>
                  <a:miter/>
                </a:ln>
              </p:spPr>
              <p:txBody>
                <a:bodyPr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srgbClr val="7C8A98"/>
                    </a:solidFill>
                    <a:effectLst/>
                    <a:uLnTx/>
                    <a:uFillTx/>
                    <a:latin typeface="Oracle Sans Tab"/>
                    <a:ea typeface="+mn-ea"/>
                    <a:cs typeface="+mn-cs"/>
                  </a:endParaRPr>
                </a:p>
              </p:txBody>
            </p:sp>
            <p:sp>
              <p:nvSpPr>
                <p:cNvPr id="253" name="Freeform: Shape 252">
                  <a:extLst>
                    <a:ext uri="{FF2B5EF4-FFF2-40B4-BE49-F238E27FC236}">
                      <a16:creationId xmlns:a16="http://schemas.microsoft.com/office/drawing/2014/main" id="{37A1368E-7D2A-201F-3AD4-3AEB65FDB398}"/>
                    </a:ext>
                  </a:extLst>
                </p:cNvPr>
                <p:cNvSpPr/>
                <p:nvPr/>
              </p:nvSpPr>
              <p:spPr>
                <a:xfrm>
                  <a:off x="4084993" y="3370946"/>
                  <a:ext cx="26822" cy="26892"/>
                </a:xfrm>
                <a:custGeom>
                  <a:avLst/>
                  <a:gdLst>
                    <a:gd name="connsiteX0" fmla="*/ 13411 w 26822"/>
                    <a:gd name="connsiteY0" fmla="*/ 26893 h 26892"/>
                    <a:gd name="connsiteX1" fmla="*/ 26822 w 26822"/>
                    <a:gd name="connsiteY1" fmla="*/ 13443 h 26892"/>
                    <a:gd name="connsiteX2" fmla="*/ 13411 w 26822"/>
                    <a:gd name="connsiteY2" fmla="*/ 0 h 26892"/>
                    <a:gd name="connsiteX3" fmla="*/ 0 w 26822"/>
                    <a:gd name="connsiteY3" fmla="*/ 13443 h 26892"/>
                    <a:gd name="connsiteX4" fmla="*/ 13411 w 26822"/>
                    <a:gd name="connsiteY4" fmla="*/ 26893 h 26892"/>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26822" h="26892">
                      <a:moveTo>
                        <a:pt x="13411" y="26893"/>
                      </a:moveTo>
                      <a:cubicBezTo>
                        <a:pt x="20816" y="26893"/>
                        <a:pt x="26822" y="20874"/>
                        <a:pt x="26822" y="13443"/>
                      </a:cubicBezTo>
                      <a:cubicBezTo>
                        <a:pt x="26822" y="6019"/>
                        <a:pt x="20816" y="0"/>
                        <a:pt x="13411" y="0"/>
                      </a:cubicBezTo>
                      <a:cubicBezTo>
                        <a:pt x="6000" y="0"/>
                        <a:pt x="0" y="6019"/>
                        <a:pt x="0" y="13443"/>
                      </a:cubicBezTo>
                      <a:cubicBezTo>
                        <a:pt x="0" y="20874"/>
                        <a:pt x="6000" y="26893"/>
                        <a:pt x="13411" y="26893"/>
                      </a:cubicBezTo>
                      <a:close/>
                    </a:path>
                  </a:pathLst>
                </a:custGeom>
                <a:solidFill>
                  <a:srgbClr val="2D5967"/>
                </a:solidFill>
                <a:ln w="6417" cap="flat">
                  <a:noFill/>
                  <a:prstDash val="solid"/>
                  <a:miter/>
                </a:ln>
              </p:spPr>
              <p:txBody>
                <a:bodyPr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srgbClr val="7C8A98"/>
                    </a:solidFill>
                    <a:effectLst/>
                    <a:uLnTx/>
                    <a:uFillTx/>
                    <a:latin typeface="Oracle Sans Tab"/>
                    <a:ea typeface="+mn-ea"/>
                    <a:cs typeface="+mn-cs"/>
                  </a:endParaRPr>
                </a:p>
              </p:txBody>
            </p:sp>
            <p:sp>
              <p:nvSpPr>
                <p:cNvPr id="254" name="Freeform: Shape 253">
                  <a:extLst>
                    <a:ext uri="{FF2B5EF4-FFF2-40B4-BE49-F238E27FC236}">
                      <a16:creationId xmlns:a16="http://schemas.microsoft.com/office/drawing/2014/main" id="{B8FAD1AF-7689-8EFA-FE9A-F44FF69A6141}"/>
                    </a:ext>
                  </a:extLst>
                </p:cNvPr>
                <p:cNvSpPr/>
                <p:nvPr/>
              </p:nvSpPr>
              <p:spPr>
                <a:xfrm>
                  <a:off x="3803326" y="3086156"/>
                  <a:ext cx="108521" cy="108780"/>
                </a:xfrm>
                <a:custGeom>
                  <a:avLst/>
                  <a:gdLst>
                    <a:gd name="connsiteX0" fmla="*/ 107302 w 108521"/>
                    <a:gd name="connsiteY0" fmla="*/ 0 h 108780"/>
                    <a:gd name="connsiteX1" fmla="*/ 0 w 108521"/>
                    <a:gd name="connsiteY1" fmla="*/ 0 h 108780"/>
                    <a:gd name="connsiteX2" fmla="*/ 0 w 108521"/>
                    <a:gd name="connsiteY2" fmla="*/ 108781 h 108780"/>
                    <a:gd name="connsiteX3" fmla="*/ 108522 w 108521"/>
                    <a:gd name="connsiteY3" fmla="*/ 108781 h 108780"/>
                    <a:gd name="connsiteX4" fmla="*/ 107302 w 108521"/>
                    <a:gd name="connsiteY4" fmla="*/ 0 h 108780"/>
                    <a:gd name="connsiteX5" fmla="*/ 90227 w 108521"/>
                    <a:gd name="connsiteY5" fmla="*/ 90447 h 108780"/>
                    <a:gd name="connsiteX6" fmla="*/ 17069 w 108521"/>
                    <a:gd name="connsiteY6" fmla="*/ 90447 h 108780"/>
                    <a:gd name="connsiteX7" fmla="*/ 17069 w 108521"/>
                    <a:gd name="connsiteY7" fmla="*/ 17112 h 108780"/>
                    <a:gd name="connsiteX8" fmla="*/ 90227 w 108521"/>
                    <a:gd name="connsiteY8" fmla="*/ 17112 h 108780"/>
                    <a:gd name="connsiteX9" fmla="*/ 90227 w 108521"/>
                    <a:gd name="connsiteY9" fmla="*/ 90447 h 10878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Lst>
                  <a:rect l="l" t="t" r="r" b="b"/>
                  <a:pathLst>
                    <a:path w="108521" h="108780">
                      <a:moveTo>
                        <a:pt x="107302" y="0"/>
                      </a:moveTo>
                      <a:lnTo>
                        <a:pt x="0" y="0"/>
                      </a:lnTo>
                      <a:lnTo>
                        <a:pt x="0" y="108781"/>
                      </a:lnTo>
                      <a:lnTo>
                        <a:pt x="108522" y="108781"/>
                      </a:lnTo>
                      <a:lnTo>
                        <a:pt x="107302" y="0"/>
                      </a:lnTo>
                      <a:close/>
                      <a:moveTo>
                        <a:pt x="90227" y="90447"/>
                      </a:moveTo>
                      <a:lnTo>
                        <a:pt x="17069" y="90447"/>
                      </a:lnTo>
                      <a:lnTo>
                        <a:pt x="17069" y="17112"/>
                      </a:lnTo>
                      <a:lnTo>
                        <a:pt x="90227" y="17112"/>
                      </a:lnTo>
                      <a:lnTo>
                        <a:pt x="90227" y="90447"/>
                      </a:lnTo>
                      <a:close/>
                    </a:path>
                  </a:pathLst>
                </a:custGeom>
                <a:solidFill>
                  <a:srgbClr val="2D5967"/>
                </a:solidFill>
                <a:ln w="6417" cap="flat">
                  <a:noFill/>
                  <a:prstDash val="solid"/>
                  <a:miter/>
                </a:ln>
              </p:spPr>
              <p:txBody>
                <a:bodyPr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srgbClr val="7C8A98"/>
                    </a:solidFill>
                    <a:effectLst/>
                    <a:uLnTx/>
                    <a:uFillTx/>
                    <a:latin typeface="Oracle Sans Tab"/>
                    <a:ea typeface="+mn-ea"/>
                    <a:cs typeface="+mn-cs"/>
                  </a:endParaRPr>
                </a:p>
              </p:txBody>
            </p:sp>
            <p:sp>
              <p:nvSpPr>
                <p:cNvPr id="255" name="Freeform: Shape 254">
                  <a:extLst>
                    <a:ext uri="{FF2B5EF4-FFF2-40B4-BE49-F238E27FC236}">
                      <a16:creationId xmlns:a16="http://schemas.microsoft.com/office/drawing/2014/main" id="{A10D782D-992B-C268-EAA5-56160BFBE4D7}"/>
                    </a:ext>
                  </a:extLst>
                </p:cNvPr>
                <p:cNvSpPr/>
                <p:nvPr/>
              </p:nvSpPr>
              <p:spPr>
                <a:xfrm>
                  <a:off x="3924046" y="3086156"/>
                  <a:ext cx="108521" cy="108780"/>
                </a:xfrm>
                <a:custGeom>
                  <a:avLst/>
                  <a:gdLst>
                    <a:gd name="connsiteX0" fmla="*/ 108522 w 108521"/>
                    <a:gd name="connsiteY0" fmla="*/ 0 h 108780"/>
                    <a:gd name="connsiteX1" fmla="*/ 0 w 108521"/>
                    <a:gd name="connsiteY1" fmla="*/ 0 h 108780"/>
                    <a:gd name="connsiteX2" fmla="*/ 0 w 108521"/>
                    <a:gd name="connsiteY2" fmla="*/ 108781 h 108780"/>
                    <a:gd name="connsiteX3" fmla="*/ 108522 w 108521"/>
                    <a:gd name="connsiteY3" fmla="*/ 108781 h 108780"/>
                    <a:gd name="connsiteX4" fmla="*/ 108522 w 108521"/>
                    <a:gd name="connsiteY4" fmla="*/ 0 h 108780"/>
                    <a:gd name="connsiteX5" fmla="*/ 91453 w 108521"/>
                    <a:gd name="connsiteY5" fmla="*/ 90447 h 108780"/>
                    <a:gd name="connsiteX6" fmla="*/ 18295 w 108521"/>
                    <a:gd name="connsiteY6" fmla="*/ 90447 h 108780"/>
                    <a:gd name="connsiteX7" fmla="*/ 18295 w 108521"/>
                    <a:gd name="connsiteY7" fmla="*/ 17112 h 108780"/>
                    <a:gd name="connsiteX8" fmla="*/ 91453 w 108521"/>
                    <a:gd name="connsiteY8" fmla="*/ 17112 h 108780"/>
                    <a:gd name="connsiteX9" fmla="*/ 91453 w 108521"/>
                    <a:gd name="connsiteY9" fmla="*/ 90447 h 10878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Lst>
                  <a:rect l="l" t="t" r="r" b="b"/>
                  <a:pathLst>
                    <a:path w="108521" h="108780">
                      <a:moveTo>
                        <a:pt x="108522" y="0"/>
                      </a:moveTo>
                      <a:lnTo>
                        <a:pt x="0" y="0"/>
                      </a:lnTo>
                      <a:lnTo>
                        <a:pt x="0" y="108781"/>
                      </a:lnTo>
                      <a:lnTo>
                        <a:pt x="108522" y="108781"/>
                      </a:lnTo>
                      <a:lnTo>
                        <a:pt x="108522" y="0"/>
                      </a:lnTo>
                      <a:close/>
                      <a:moveTo>
                        <a:pt x="91453" y="90447"/>
                      </a:moveTo>
                      <a:lnTo>
                        <a:pt x="18295" y="90447"/>
                      </a:lnTo>
                      <a:lnTo>
                        <a:pt x="18295" y="17112"/>
                      </a:lnTo>
                      <a:lnTo>
                        <a:pt x="91453" y="17112"/>
                      </a:lnTo>
                      <a:lnTo>
                        <a:pt x="91453" y="90447"/>
                      </a:lnTo>
                      <a:close/>
                    </a:path>
                  </a:pathLst>
                </a:custGeom>
                <a:solidFill>
                  <a:srgbClr val="2D5967"/>
                </a:solidFill>
                <a:ln w="6417" cap="flat">
                  <a:noFill/>
                  <a:prstDash val="solid"/>
                  <a:miter/>
                </a:ln>
              </p:spPr>
              <p:txBody>
                <a:bodyPr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srgbClr val="7C8A98"/>
                    </a:solidFill>
                    <a:effectLst/>
                    <a:uLnTx/>
                    <a:uFillTx/>
                    <a:latin typeface="Oracle Sans Tab"/>
                    <a:ea typeface="+mn-ea"/>
                    <a:cs typeface="+mn-cs"/>
                  </a:endParaRPr>
                </a:p>
              </p:txBody>
            </p:sp>
            <p:sp>
              <p:nvSpPr>
                <p:cNvPr id="42" name="Freeform: Shape 41">
                  <a:extLst>
                    <a:ext uri="{FF2B5EF4-FFF2-40B4-BE49-F238E27FC236}">
                      <a16:creationId xmlns:a16="http://schemas.microsoft.com/office/drawing/2014/main" id="{56F3EEE6-5F96-E585-0EDA-35414F2E34CC}"/>
                    </a:ext>
                  </a:extLst>
                </p:cNvPr>
                <p:cNvSpPr/>
                <p:nvPr/>
              </p:nvSpPr>
              <p:spPr>
                <a:xfrm>
                  <a:off x="3803326" y="3208380"/>
                  <a:ext cx="108521" cy="108780"/>
                </a:xfrm>
                <a:custGeom>
                  <a:avLst/>
                  <a:gdLst>
                    <a:gd name="connsiteX0" fmla="*/ 107302 w 108521"/>
                    <a:gd name="connsiteY0" fmla="*/ 0 h 108780"/>
                    <a:gd name="connsiteX1" fmla="*/ 0 w 108521"/>
                    <a:gd name="connsiteY1" fmla="*/ 0 h 108780"/>
                    <a:gd name="connsiteX2" fmla="*/ 0 w 108521"/>
                    <a:gd name="connsiteY2" fmla="*/ 108780 h 108780"/>
                    <a:gd name="connsiteX3" fmla="*/ 108522 w 108521"/>
                    <a:gd name="connsiteY3" fmla="*/ 108780 h 108780"/>
                    <a:gd name="connsiteX4" fmla="*/ 107302 w 108521"/>
                    <a:gd name="connsiteY4" fmla="*/ 0 h 108780"/>
                    <a:gd name="connsiteX5" fmla="*/ 90227 w 108521"/>
                    <a:gd name="connsiteY5" fmla="*/ 90447 h 108780"/>
                    <a:gd name="connsiteX6" fmla="*/ 17069 w 108521"/>
                    <a:gd name="connsiteY6" fmla="*/ 90447 h 108780"/>
                    <a:gd name="connsiteX7" fmla="*/ 17069 w 108521"/>
                    <a:gd name="connsiteY7" fmla="*/ 17111 h 108780"/>
                    <a:gd name="connsiteX8" fmla="*/ 90227 w 108521"/>
                    <a:gd name="connsiteY8" fmla="*/ 17111 h 108780"/>
                    <a:gd name="connsiteX9" fmla="*/ 90227 w 108521"/>
                    <a:gd name="connsiteY9" fmla="*/ 90447 h 10878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Lst>
                  <a:rect l="l" t="t" r="r" b="b"/>
                  <a:pathLst>
                    <a:path w="108521" h="108780">
                      <a:moveTo>
                        <a:pt x="107302" y="0"/>
                      </a:moveTo>
                      <a:lnTo>
                        <a:pt x="0" y="0"/>
                      </a:lnTo>
                      <a:lnTo>
                        <a:pt x="0" y="108780"/>
                      </a:lnTo>
                      <a:lnTo>
                        <a:pt x="108522" y="108780"/>
                      </a:lnTo>
                      <a:lnTo>
                        <a:pt x="107302" y="0"/>
                      </a:lnTo>
                      <a:close/>
                      <a:moveTo>
                        <a:pt x="90227" y="90447"/>
                      </a:moveTo>
                      <a:lnTo>
                        <a:pt x="17069" y="90447"/>
                      </a:lnTo>
                      <a:lnTo>
                        <a:pt x="17069" y="17111"/>
                      </a:lnTo>
                      <a:lnTo>
                        <a:pt x="90227" y="17111"/>
                      </a:lnTo>
                      <a:lnTo>
                        <a:pt x="90227" y="90447"/>
                      </a:lnTo>
                      <a:close/>
                    </a:path>
                  </a:pathLst>
                </a:custGeom>
                <a:solidFill>
                  <a:srgbClr val="2D5967"/>
                </a:solidFill>
                <a:ln w="6417" cap="flat">
                  <a:noFill/>
                  <a:prstDash val="solid"/>
                  <a:miter/>
                </a:ln>
              </p:spPr>
              <p:txBody>
                <a:bodyPr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srgbClr val="7C8A98"/>
                    </a:solidFill>
                    <a:effectLst/>
                    <a:uLnTx/>
                    <a:uFillTx/>
                    <a:latin typeface="Oracle Sans Tab"/>
                    <a:ea typeface="+mn-ea"/>
                    <a:cs typeface="+mn-cs"/>
                  </a:endParaRPr>
                </a:p>
              </p:txBody>
            </p:sp>
            <p:sp>
              <p:nvSpPr>
                <p:cNvPr id="56" name="Freeform: Shape 55">
                  <a:extLst>
                    <a:ext uri="{FF2B5EF4-FFF2-40B4-BE49-F238E27FC236}">
                      <a16:creationId xmlns:a16="http://schemas.microsoft.com/office/drawing/2014/main" id="{9EF2754C-1DE9-6846-F96D-079F7D976E7C}"/>
                    </a:ext>
                  </a:extLst>
                </p:cNvPr>
                <p:cNvSpPr/>
                <p:nvPr/>
              </p:nvSpPr>
              <p:spPr>
                <a:xfrm>
                  <a:off x="3924046" y="3208380"/>
                  <a:ext cx="108521" cy="108780"/>
                </a:xfrm>
                <a:custGeom>
                  <a:avLst/>
                  <a:gdLst>
                    <a:gd name="connsiteX0" fmla="*/ 108522 w 108521"/>
                    <a:gd name="connsiteY0" fmla="*/ 0 h 108780"/>
                    <a:gd name="connsiteX1" fmla="*/ 0 w 108521"/>
                    <a:gd name="connsiteY1" fmla="*/ 0 h 108780"/>
                    <a:gd name="connsiteX2" fmla="*/ 0 w 108521"/>
                    <a:gd name="connsiteY2" fmla="*/ 108780 h 108780"/>
                    <a:gd name="connsiteX3" fmla="*/ 108522 w 108521"/>
                    <a:gd name="connsiteY3" fmla="*/ 108780 h 108780"/>
                    <a:gd name="connsiteX4" fmla="*/ 108522 w 108521"/>
                    <a:gd name="connsiteY4" fmla="*/ 0 h 108780"/>
                    <a:gd name="connsiteX5" fmla="*/ 91453 w 108521"/>
                    <a:gd name="connsiteY5" fmla="*/ 90447 h 108780"/>
                    <a:gd name="connsiteX6" fmla="*/ 18295 w 108521"/>
                    <a:gd name="connsiteY6" fmla="*/ 90447 h 108780"/>
                    <a:gd name="connsiteX7" fmla="*/ 18295 w 108521"/>
                    <a:gd name="connsiteY7" fmla="*/ 17111 h 108780"/>
                    <a:gd name="connsiteX8" fmla="*/ 91453 w 108521"/>
                    <a:gd name="connsiteY8" fmla="*/ 17111 h 108780"/>
                    <a:gd name="connsiteX9" fmla="*/ 91453 w 108521"/>
                    <a:gd name="connsiteY9" fmla="*/ 90447 h 10878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Lst>
                  <a:rect l="l" t="t" r="r" b="b"/>
                  <a:pathLst>
                    <a:path w="108521" h="108780">
                      <a:moveTo>
                        <a:pt x="108522" y="0"/>
                      </a:moveTo>
                      <a:lnTo>
                        <a:pt x="0" y="0"/>
                      </a:lnTo>
                      <a:lnTo>
                        <a:pt x="0" y="108780"/>
                      </a:lnTo>
                      <a:lnTo>
                        <a:pt x="108522" y="108780"/>
                      </a:lnTo>
                      <a:lnTo>
                        <a:pt x="108522" y="0"/>
                      </a:lnTo>
                      <a:close/>
                      <a:moveTo>
                        <a:pt x="91453" y="90447"/>
                      </a:moveTo>
                      <a:lnTo>
                        <a:pt x="18295" y="90447"/>
                      </a:lnTo>
                      <a:lnTo>
                        <a:pt x="18295" y="17111"/>
                      </a:lnTo>
                      <a:lnTo>
                        <a:pt x="91453" y="17111"/>
                      </a:lnTo>
                      <a:lnTo>
                        <a:pt x="91453" y="90447"/>
                      </a:lnTo>
                      <a:close/>
                    </a:path>
                  </a:pathLst>
                </a:custGeom>
                <a:solidFill>
                  <a:srgbClr val="2D5967"/>
                </a:solidFill>
                <a:ln w="6417" cap="flat">
                  <a:noFill/>
                  <a:prstDash val="solid"/>
                  <a:miter/>
                </a:ln>
              </p:spPr>
              <p:txBody>
                <a:bodyPr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srgbClr val="7C8A98"/>
                    </a:solidFill>
                    <a:effectLst/>
                    <a:uLnTx/>
                    <a:uFillTx/>
                    <a:latin typeface="Oracle Sans Tab"/>
                    <a:ea typeface="+mn-ea"/>
                    <a:cs typeface="+mn-cs"/>
                  </a:endParaRPr>
                </a:p>
              </p:txBody>
            </p:sp>
            <p:sp>
              <p:nvSpPr>
                <p:cNvPr id="70" name="Freeform: Shape 69">
                  <a:extLst>
                    <a:ext uri="{FF2B5EF4-FFF2-40B4-BE49-F238E27FC236}">
                      <a16:creationId xmlns:a16="http://schemas.microsoft.com/office/drawing/2014/main" id="{4BA7684D-03A4-7DB4-D52A-C4D300279147}"/>
                    </a:ext>
                  </a:extLst>
                </p:cNvPr>
                <p:cNvSpPr/>
                <p:nvPr/>
              </p:nvSpPr>
              <p:spPr>
                <a:xfrm>
                  <a:off x="4045979" y="3086156"/>
                  <a:ext cx="108521" cy="108780"/>
                </a:xfrm>
                <a:custGeom>
                  <a:avLst/>
                  <a:gdLst>
                    <a:gd name="connsiteX0" fmla="*/ 108522 w 108521"/>
                    <a:gd name="connsiteY0" fmla="*/ 0 h 108780"/>
                    <a:gd name="connsiteX1" fmla="*/ 0 w 108521"/>
                    <a:gd name="connsiteY1" fmla="*/ 0 h 108780"/>
                    <a:gd name="connsiteX2" fmla="*/ 0 w 108521"/>
                    <a:gd name="connsiteY2" fmla="*/ 108781 h 108780"/>
                    <a:gd name="connsiteX3" fmla="*/ 108522 w 108521"/>
                    <a:gd name="connsiteY3" fmla="*/ 108781 h 108780"/>
                    <a:gd name="connsiteX4" fmla="*/ 108522 w 108521"/>
                    <a:gd name="connsiteY4" fmla="*/ 0 h 108780"/>
                    <a:gd name="connsiteX5" fmla="*/ 91453 w 108521"/>
                    <a:gd name="connsiteY5" fmla="*/ 90447 h 108780"/>
                    <a:gd name="connsiteX6" fmla="*/ 18294 w 108521"/>
                    <a:gd name="connsiteY6" fmla="*/ 90447 h 108780"/>
                    <a:gd name="connsiteX7" fmla="*/ 18294 w 108521"/>
                    <a:gd name="connsiteY7" fmla="*/ 17112 h 108780"/>
                    <a:gd name="connsiteX8" fmla="*/ 91453 w 108521"/>
                    <a:gd name="connsiteY8" fmla="*/ 17112 h 108780"/>
                    <a:gd name="connsiteX9" fmla="*/ 91453 w 108521"/>
                    <a:gd name="connsiteY9" fmla="*/ 90447 h 10878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Lst>
                  <a:rect l="l" t="t" r="r" b="b"/>
                  <a:pathLst>
                    <a:path w="108521" h="108780">
                      <a:moveTo>
                        <a:pt x="108522" y="0"/>
                      </a:moveTo>
                      <a:lnTo>
                        <a:pt x="0" y="0"/>
                      </a:lnTo>
                      <a:lnTo>
                        <a:pt x="0" y="108781"/>
                      </a:lnTo>
                      <a:lnTo>
                        <a:pt x="108522" y="108781"/>
                      </a:lnTo>
                      <a:lnTo>
                        <a:pt x="108522" y="0"/>
                      </a:lnTo>
                      <a:close/>
                      <a:moveTo>
                        <a:pt x="91453" y="90447"/>
                      </a:moveTo>
                      <a:lnTo>
                        <a:pt x="18294" y="90447"/>
                      </a:lnTo>
                      <a:lnTo>
                        <a:pt x="18294" y="17112"/>
                      </a:lnTo>
                      <a:lnTo>
                        <a:pt x="91453" y="17112"/>
                      </a:lnTo>
                      <a:lnTo>
                        <a:pt x="91453" y="90447"/>
                      </a:lnTo>
                      <a:close/>
                    </a:path>
                  </a:pathLst>
                </a:custGeom>
                <a:solidFill>
                  <a:srgbClr val="2D5967"/>
                </a:solidFill>
                <a:ln w="6417" cap="flat">
                  <a:noFill/>
                  <a:prstDash val="solid"/>
                  <a:miter/>
                </a:ln>
              </p:spPr>
              <p:txBody>
                <a:bodyPr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srgbClr val="7C8A98"/>
                    </a:solidFill>
                    <a:effectLst/>
                    <a:uLnTx/>
                    <a:uFillTx/>
                    <a:latin typeface="Oracle Sans Tab"/>
                    <a:ea typeface="+mn-ea"/>
                    <a:cs typeface="+mn-cs"/>
                  </a:endParaRPr>
                </a:p>
              </p:txBody>
            </p:sp>
            <p:sp>
              <p:nvSpPr>
                <p:cNvPr id="116" name="Freeform: Shape 115">
                  <a:extLst>
                    <a:ext uri="{FF2B5EF4-FFF2-40B4-BE49-F238E27FC236}">
                      <a16:creationId xmlns:a16="http://schemas.microsoft.com/office/drawing/2014/main" id="{4FDE9FE8-1264-DD4B-3F37-CB14389BFF41}"/>
                    </a:ext>
                  </a:extLst>
                </p:cNvPr>
                <p:cNvSpPr/>
                <p:nvPr/>
              </p:nvSpPr>
              <p:spPr>
                <a:xfrm>
                  <a:off x="4045979" y="3208380"/>
                  <a:ext cx="108521" cy="108780"/>
                </a:xfrm>
                <a:custGeom>
                  <a:avLst/>
                  <a:gdLst>
                    <a:gd name="connsiteX0" fmla="*/ 108522 w 108521"/>
                    <a:gd name="connsiteY0" fmla="*/ 0 h 108780"/>
                    <a:gd name="connsiteX1" fmla="*/ 0 w 108521"/>
                    <a:gd name="connsiteY1" fmla="*/ 0 h 108780"/>
                    <a:gd name="connsiteX2" fmla="*/ 0 w 108521"/>
                    <a:gd name="connsiteY2" fmla="*/ 108780 h 108780"/>
                    <a:gd name="connsiteX3" fmla="*/ 108522 w 108521"/>
                    <a:gd name="connsiteY3" fmla="*/ 108780 h 108780"/>
                    <a:gd name="connsiteX4" fmla="*/ 108522 w 108521"/>
                    <a:gd name="connsiteY4" fmla="*/ 0 h 108780"/>
                    <a:gd name="connsiteX5" fmla="*/ 91453 w 108521"/>
                    <a:gd name="connsiteY5" fmla="*/ 90447 h 108780"/>
                    <a:gd name="connsiteX6" fmla="*/ 18294 w 108521"/>
                    <a:gd name="connsiteY6" fmla="*/ 90447 h 108780"/>
                    <a:gd name="connsiteX7" fmla="*/ 18294 w 108521"/>
                    <a:gd name="connsiteY7" fmla="*/ 17111 h 108780"/>
                    <a:gd name="connsiteX8" fmla="*/ 91453 w 108521"/>
                    <a:gd name="connsiteY8" fmla="*/ 17111 h 108780"/>
                    <a:gd name="connsiteX9" fmla="*/ 91453 w 108521"/>
                    <a:gd name="connsiteY9" fmla="*/ 90447 h 10878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Lst>
                  <a:rect l="l" t="t" r="r" b="b"/>
                  <a:pathLst>
                    <a:path w="108521" h="108780">
                      <a:moveTo>
                        <a:pt x="108522" y="0"/>
                      </a:moveTo>
                      <a:lnTo>
                        <a:pt x="0" y="0"/>
                      </a:lnTo>
                      <a:lnTo>
                        <a:pt x="0" y="108780"/>
                      </a:lnTo>
                      <a:lnTo>
                        <a:pt x="108522" y="108780"/>
                      </a:lnTo>
                      <a:lnTo>
                        <a:pt x="108522" y="0"/>
                      </a:lnTo>
                      <a:close/>
                      <a:moveTo>
                        <a:pt x="91453" y="90447"/>
                      </a:moveTo>
                      <a:lnTo>
                        <a:pt x="18294" y="90447"/>
                      </a:lnTo>
                      <a:lnTo>
                        <a:pt x="18294" y="17111"/>
                      </a:lnTo>
                      <a:lnTo>
                        <a:pt x="91453" y="17111"/>
                      </a:lnTo>
                      <a:lnTo>
                        <a:pt x="91453" y="90447"/>
                      </a:lnTo>
                      <a:close/>
                    </a:path>
                  </a:pathLst>
                </a:custGeom>
                <a:solidFill>
                  <a:srgbClr val="2D5967"/>
                </a:solidFill>
                <a:ln w="6417" cap="flat">
                  <a:noFill/>
                  <a:prstDash val="solid"/>
                  <a:miter/>
                </a:ln>
              </p:spPr>
              <p:txBody>
                <a:bodyPr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srgbClr val="7C8A98"/>
                    </a:solidFill>
                    <a:effectLst/>
                    <a:uLnTx/>
                    <a:uFillTx/>
                    <a:latin typeface="Oracle Sans Tab"/>
                    <a:ea typeface="+mn-ea"/>
                    <a:cs typeface="+mn-cs"/>
                  </a:endParaRPr>
                </a:p>
              </p:txBody>
            </p:sp>
          </p:grpSp>
        </p:grpSp>
        <p:sp>
          <p:nvSpPr>
            <p:cNvPr id="248" name="TextBox 247">
              <a:extLst>
                <a:ext uri="{FF2B5EF4-FFF2-40B4-BE49-F238E27FC236}">
                  <a16:creationId xmlns:a16="http://schemas.microsoft.com/office/drawing/2014/main" id="{D78F49A0-D5DA-11EC-E171-F43BCC18349A}"/>
                </a:ext>
              </a:extLst>
            </p:cNvPr>
            <p:cNvSpPr txBox="1"/>
            <p:nvPr/>
          </p:nvSpPr>
          <p:spPr>
            <a:xfrm>
              <a:off x="7408545" y="4332983"/>
              <a:ext cx="770351" cy="217731"/>
            </a:xfrm>
            <a:prstGeom prst="rect">
              <a:avLst/>
            </a:prstGeom>
            <a:noFill/>
          </p:spPr>
          <p:txBody>
            <a:bodyPr wrap="square">
              <a:sp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600" b="0" i="0" u="none" strike="noStrike" kern="1200" cap="none" spc="0" normalizeH="0" baseline="0" noProof="0" dirty="0">
                  <a:ln>
                    <a:noFill/>
                  </a:ln>
                  <a:solidFill>
                    <a:srgbClr val="2B2E32"/>
                  </a:solidFill>
                  <a:effectLst/>
                  <a:uLnTx/>
                  <a:uFillTx/>
                  <a:latin typeface="Oracle Sans Tab"/>
                  <a:ea typeface="+mn-ea"/>
                  <a:cs typeface="+mn-cs"/>
                </a:rPr>
                <a:t>OCI VM</a:t>
              </a:r>
              <a:endParaRPr kumimoji="0" lang="en-US" sz="600" b="0" i="0" u="none" strike="noStrike" kern="1200" cap="none" spc="0" normalizeH="0" baseline="0" noProof="0" dirty="0">
                <a:ln>
                  <a:noFill/>
                </a:ln>
                <a:solidFill>
                  <a:srgbClr val="7C8A98"/>
                </a:solidFill>
                <a:effectLst/>
                <a:uLnTx/>
                <a:uFillTx/>
                <a:latin typeface="Oracle Sans Tab"/>
                <a:ea typeface="+mn-ea"/>
                <a:cs typeface="+mn-cs"/>
              </a:endParaRPr>
            </a:p>
          </p:txBody>
        </p:sp>
      </p:grpSp>
      <p:grpSp>
        <p:nvGrpSpPr>
          <p:cNvPr id="117" name="Graphic 3">
            <a:extLst>
              <a:ext uri="{FF2B5EF4-FFF2-40B4-BE49-F238E27FC236}">
                <a16:creationId xmlns:a16="http://schemas.microsoft.com/office/drawing/2014/main" id="{068DCFE9-8E77-7FBC-B786-B7290850034B}"/>
              </a:ext>
            </a:extLst>
          </p:cNvPr>
          <p:cNvGrpSpPr/>
          <p:nvPr/>
        </p:nvGrpSpPr>
        <p:grpSpPr>
          <a:xfrm>
            <a:off x="4237505" y="4276829"/>
            <a:ext cx="518136" cy="665619"/>
            <a:chOff x="7350778" y="2363804"/>
            <a:chExt cx="589806" cy="820787"/>
          </a:xfrm>
        </p:grpSpPr>
        <p:grpSp>
          <p:nvGrpSpPr>
            <p:cNvPr id="118" name="Graphic 3">
              <a:extLst>
                <a:ext uri="{FF2B5EF4-FFF2-40B4-BE49-F238E27FC236}">
                  <a16:creationId xmlns:a16="http://schemas.microsoft.com/office/drawing/2014/main" id="{EE10BED0-F32D-8352-A388-7928A176A913}"/>
                </a:ext>
              </a:extLst>
            </p:cNvPr>
            <p:cNvGrpSpPr/>
            <p:nvPr/>
          </p:nvGrpSpPr>
          <p:grpSpPr>
            <a:xfrm>
              <a:off x="7479663" y="2363804"/>
              <a:ext cx="460921" cy="513347"/>
              <a:chOff x="7479663" y="2363804"/>
              <a:chExt cx="460921" cy="513347"/>
            </a:xfrm>
          </p:grpSpPr>
          <p:sp>
            <p:nvSpPr>
              <p:cNvPr id="120" name="Freeform: Shape 119">
                <a:extLst>
                  <a:ext uri="{FF2B5EF4-FFF2-40B4-BE49-F238E27FC236}">
                    <a16:creationId xmlns:a16="http://schemas.microsoft.com/office/drawing/2014/main" id="{F121EC9E-0BAF-160F-F697-8F6035E95246}"/>
                  </a:ext>
                </a:extLst>
              </p:cNvPr>
              <p:cNvSpPr/>
              <p:nvPr/>
            </p:nvSpPr>
            <p:spPr>
              <a:xfrm>
                <a:off x="7479663" y="2363804"/>
                <a:ext cx="460921" cy="513347"/>
              </a:xfrm>
              <a:custGeom>
                <a:avLst/>
                <a:gdLst>
                  <a:gd name="connsiteX0" fmla="*/ 134176 w 460921"/>
                  <a:gd name="connsiteY0" fmla="*/ 12193 h 513347"/>
                  <a:gd name="connsiteX1" fmla="*/ 167095 w 460921"/>
                  <a:gd name="connsiteY1" fmla="*/ 45116 h 513347"/>
                  <a:gd name="connsiteX2" fmla="*/ 158560 w 460921"/>
                  <a:gd name="connsiteY2" fmla="*/ 67064 h 513347"/>
                  <a:gd name="connsiteX3" fmla="*/ 184163 w 460921"/>
                  <a:gd name="connsiteY3" fmla="*/ 109741 h 513347"/>
                  <a:gd name="connsiteX4" fmla="*/ 286576 w 460921"/>
                  <a:gd name="connsiteY4" fmla="*/ 73161 h 513347"/>
                  <a:gd name="connsiteX5" fmla="*/ 401181 w 460921"/>
                  <a:gd name="connsiteY5" fmla="*/ 120716 h 513347"/>
                  <a:gd name="connsiteX6" fmla="*/ 448730 w 460921"/>
                  <a:gd name="connsiteY6" fmla="*/ 235335 h 513347"/>
                  <a:gd name="connsiteX7" fmla="*/ 401181 w 460921"/>
                  <a:gd name="connsiteY7" fmla="*/ 349955 h 513347"/>
                  <a:gd name="connsiteX8" fmla="*/ 286576 w 460921"/>
                  <a:gd name="connsiteY8" fmla="*/ 397511 h 513347"/>
                  <a:gd name="connsiteX9" fmla="*/ 197575 w 460921"/>
                  <a:gd name="connsiteY9" fmla="*/ 370682 h 513347"/>
                  <a:gd name="connsiteX10" fmla="*/ 189040 w 460921"/>
                  <a:gd name="connsiteY10" fmla="*/ 381655 h 513347"/>
                  <a:gd name="connsiteX11" fmla="*/ 164656 w 460921"/>
                  <a:gd name="connsiteY11" fmla="*/ 413360 h 513347"/>
                  <a:gd name="connsiteX12" fmla="*/ 132957 w 460921"/>
                  <a:gd name="connsiteY12" fmla="*/ 449943 h 513347"/>
                  <a:gd name="connsiteX13" fmla="*/ 97600 w 460921"/>
                  <a:gd name="connsiteY13" fmla="*/ 485299 h 513347"/>
                  <a:gd name="connsiteX14" fmla="*/ 81751 w 460921"/>
                  <a:gd name="connsiteY14" fmla="*/ 499936 h 513347"/>
                  <a:gd name="connsiteX15" fmla="*/ 63463 w 460921"/>
                  <a:gd name="connsiteY15" fmla="*/ 493840 h 513347"/>
                  <a:gd name="connsiteX16" fmla="*/ 28106 w 460921"/>
                  <a:gd name="connsiteY16" fmla="*/ 458477 h 513347"/>
                  <a:gd name="connsiteX17" fmla="*/ 22010 w 460921"/>
                  <a:gd name="connsiteY17" fmla="*/ 440189 h 513347"/>
                  <a:gd name="connsiteX18" fmla="*/ 39078 w 460921"/>
                  <a:gd name="connsiteY18" fmla="*/ 423114 h 513347"/>
                  <a:gd name="connsiteX19" fmla="*/ 74435 w 460921"/>
                  <a:gd name="connsiteY19" fmla="*/ 387757 h 513347"/>
                  <a:gd name="connsiteX20" fmla="*/ 109792 w 460921"/>
                  <a:gd name="connsiteY20" fmla="*/ 356051 h 513347"/>
                  <a:gd name="connsiteX21" fmla="*/ 141492 w 460921"/>
                  <a:gd name="connsiteY21" fmla="*/ 331661 h 513347"/>
                  <a:gd name="connsiteX22" fmla="*/ 152464 w 460921"/>
                  <a:gd name="connsiteY22" fmla="*/ 323127 h 513347"/>
                  <a:gd name="connsiteX23" fmla="*/ 125641 w 460921"/>
                  <a:gd name="connsiteY23" fmla="*/ 234116 h 513347"/>
                  <a:gd name="connsiteX24" fmla="*/ 126861 w 460921"/>
                  <a:gd name="connsiteY24" fmla="*/ 212167 h 513347"/>
                  <a:gd name="connsiteX25" fmla="*/ 74435 w 460921"/>
                  <a:gd name="connsiteY25" fmla="*/ 212167 h 513347"/>
                  <a:gd name="connsiteX26" fmla="*/ 43955 w 460921"/>
                  <a:gd name="connsiteY26" fmla="*/ 235335 h 513347"/>
                  <a:gd name="connsiteX27" fmla="*/ 10973 w 460921"/>
                  <a:gd name="connsiteY27" fmla="*/ 203632 h 513347"/>
                  <a:gd name="connsiteX28" fmla="*/ 43955 w 460921"/>
                  <a:gd name="connsiteY28" fmla="*/ 170709 h 513347"/>
                  <a:gd name="connsiteX29" fmla="*/ 52490 w 460921"/>
                  <a:gd name="connsiteY29" fmla="*/ 171929 h 513347"/>
                  <a:gd name="connsiteX30" fmla="*/ 112231 w 460921"/>
                  <a:gd name="connsiteY30" fmla="*/ 67064 h 513347"/>
                  <a:gd name="connsiteX31" fmla="*/ 102477 w 460921"/>
                  <a:gd name="connsiteY31" fmla="*/ 45116 h 513347"/>
                  <a:gd name="connsiteX32" fmla="*/ 134176 w 460921"/>
                  <a:gd name="connsiteY32" fmla="*/ 12193 h 513347"/>
                  <a:gd name="connsiteX33" fmla="*/ 134176 w 460921"/>
                  <a:gd name="connsiteY33" fmla="*/ 0 h 513347"/>
                  <a:gd name="connsiteX34" fmla="*/ 90285 w 460921"/>
                  <a:gd name="connsiteY34" fmla="*/ 45116 h 513347"/>
                  <a:gd name="connsiteX35" fmla="*/ 97600 w 460921"/>
                  <a:gd name="connsiteY35" fmla="*/ 69503 h 513347"/>
                  <a:gd name="connsiteX36" fmla="*/ 45175 w 460921"/>
                  <a:gd name="connsiteY36" fmla="*/ 158516 h 513347"/>
                  <a:gd name="connsiteX37" fmla="*/ 43955 w 460921"/>
                  <a:gd name="connsiteY37" fmla="*/ 158516 h 513347"/>
                  <a:gd name="connsiteX38" fmla="*/ 0 w 460921"/>
                  <a:gd name="connsiteY38" fmla="*/ 202412 h 513347"/>
                  <a:gd name="connsiteX39" fmla="*/ 45175 w 460921"/>
                  <a:gd name="connsiteY39" fmla="*/ 246309 h 513347"/>
                  <a:gd name="connsiteX40" fmla="*/ 84189 w 460921"/>
                  <a:gd name="connsiteY40" fmla="*/ 223141 h 513347"/>
                  <a:gd name="connsiteX41" fmla="*/ 114669 w 460921"/>
                  <a:gd name="connsiteY41" fmla="*/ 223141 h 513347"/>
                  <a:gd name="connsiteX42" fmla="*/ 114669 w 460921"/>
                  <a:gd name="connsiteY42" fmla="*/ 232896 h 513347"/>
                  <a:gd name="connsiteX43" fmla="*/ 137834 w 460921"/>
                  <a:gd name="connsiteY43" fmla="*/ 319470 h 513347"/>
                  <a:gd name="connsiteX44" fmla="*/ 135395 w 460921"/>
                  <a:gd name="connsiteY44" fmla="*/ 320689 h 513347"/>
                  <a:gd name="connsiteX45" fmla="*/ 103696 w 460921"/>
                  <a:gd name="connsiteY45" fmla="*/ 345079 h 513347"/>
                  <a:gd name="connsiteX46" fmla="*/ 65901 w 460921"/>
                  <a:gd name="connsiteY46" fmla="*/ 377997 h 513347"/>
                  <a:gd name="connsiteX47" fmla="*/ 29325 w 460921"/>
                  <a:gd name="connsiteY47" fmla="*/ 414579 h 513347"/>
                  <a:gd name="connsiteX48" fmla="*/ 12192 w 460921"/>
                  <a:gd name="connsiteY48" fmla="*/ 431648 h 513347"/>
                  <a:gd name="connsiteX49" fmla="*/ 7315 w 460921"/>
                  <a:gd name="connsiteY49" fmla="*/ 436531 h 513347"/>
                  <a:gd name="connsiteX50" fmla="*/ 9754 w 460921"/>
                  <a:gd name="connsiteY50" fmla="*/ 443847 h 513347"/>
                  <a:gd name="connsiteX51" fmla="*/ 15849 w 460921"/>
                  <a:gd name="connsiteY51" fmla="*/ 462135 h 513347"/>
                  <a:gd name="connsiteX52" fmla="*/ 17069 w 460921"/>
                  <a:gd name="connsiteY52" fmla="*/ 464573 h 513347"/>
                  <a:gd name="connsiteX53" fmla="*/ 19572 w 460921"/>
                  <a:gd name="connsiteY53" fmla="*/ 467011 h 513347"/>
                  <a:gd name="connsiteX54" fmla="*/ 54928 w 460921"/>
                  <a:gd name="connsiteY54" fmla="*/ 502375 h 513347"/>
                  <a:gd name="connsiteX55" fmla="*/ 57366 w 460921"/>
                  <a:gd name="connsiteY55" fmla="*/ 504813 h 513347"/>
                  <a:gd name="connsiteX56" fmla="*/ 59805 w 460921"/>
                  <a:gd name="connsiteY56" fmla="*/ 506032 h 513347"/>
                  <a:gd name="connsiteX57" fmla="*/ 78093 w 460921"/>
                  <a:gd name="connsiteY57" fmla="*/ 512128 h 513347"/>
                  <a:gd name="connsiteX58" fmla="*/ 84189 w 460921"/>
                  <a:gd name="connsiteY58" fmla="*/ 513347 h 513347"/>
                  <a:gd name="connsiteX59" fmla="*/ 89066 w 460921"/>
                  <a:gd name="connsiteY59" fmla="*/ 508471 h 513347"/>
                  <a:gd name="connsiteX60" fmla="*/ 106135 w 460921"/>
                  <a:gd name="connsiteY60" fmla="*/ 492621 h 513347"/>
                  <a:gd name="connsiteX61" fmla="*/ 141492 w 460921"/>
                  <a:gd name="connsiteY61" fmla="*/ 457258 h 513347"/>
                  <a:gd name="connsiteX62" fmla="*/ 174410 w 460921"/>
                  <a:gd name="connsiteY62" fmla="*/ 419456 h 513347"/>
                  <a:gd name="connsiteX63" fmla="*/ 198794 w 460921"/>
                  <a:gd name="connsiteY63" fmla="*/ 387757 h 513347"/>
                  <a:gd name="connsiteX64" fmla="*/ 200013 w 460921"/>
                  <a:gd name="connsiteY64" fmla="*/ 385319 h 513347"/>
                  <a:gd name="connsiteX65" fmla="*/ 286576 w 460921"/>
                  <a:gd name="connsiteY65" fmla="*/ 408483 h 513347"/>
                  <a:gd name="connsiteX66" fmla="*/ 409715 w 460921"/>
                  <a:gd name="connsiteY66" fmla="*/ 357271 h 513347"/>
                  <a:gd name="connsiteX67" fmla="*/ 460922 w 460921"/>
                  <a:gd name="connsiteY67" fmla="*/ 234116 h 513347"/>
                  <a:gd name="connsiteX68" fmla="*/ 409715 w 460921"/>
                  <a:gd name="connsiteY68" fmla="*/ 110961 h 513347"/>
                  <a:gd name="connsiteX69" fmla="*/ 286576 w 460921"/>
                  <a:gd name="connsiteY69" fmla="*/ 60968 h 513347"/>
                  <a:gd name="connsiteX70" fmla="*/ 187821 w 460921"/>
                  <a:gd name="connsiteY70" fmla="*/ 91452 h 513347"/>
                  <a:gd name="connsiteX71" fmla="*/ 173191 w 460921"/>
                  <a:gd name="connsiteY71" fmla="*/ 65845 h 513347"/>
                  <a:gd name="connsiteX72" fmla="*/ 179286 w 460921"/>
                  <a:gd name="connsiteY72" fmla="*/ 43897 h 513347"/>
                  <a:gd name="connsiteX73" fmla="*/ 134176 w 460921"/>
                  <a:gd name="connsiteY73" fmla="*/ 0 h 513347"/>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 ang="0">
                    <a:pos x="connsiteX39" y="connsiteY39"/>
                  </a:cxn>
                  <a:cxn ang="0">
                    <a:pos x="connsiteX40" y="connsiteY40"/>
                  </a:cxn>
                  <a:cxn ang="0">
                    <a:pos x="connsiteX41" y="connsiteY41"/>
                  </a:cxn>
                  <a:cxn ang="0">
                    <a:pos x="connsiteX42" y="connsiteY42"/>
                  </a:cxn>
                  <a:cxn ang="0">
                    <a:pos x="connsiteX43" y="connsiteY43"/>
                  </a:cxn>
                  <a:cxn ang="0">
                    <a:pos x="connsiteX44" y="connsiteY44"/>
                  </a:cxn>
                  <a:cxn ang="0">
                    <a:pos x="connsiteX45" y="connsiteY45"/>
                  </a:cxn>
                  <a:cxn ang="0">
                    <a:pos x="connsiteX46" y="connsiteY46"/>
                  </a:cxn>
                  <a:cxn ang="0">
                    <a:pos x="connsiteX47" y="connsiteY47"/>
                  </a:cxn>
                  <a:cxn ang="0">
                    <a:pos x="connsiteX48" y="connsiteY48"/>
                  </a:cxn>
                  <a:cxn ang="0">
                    <a:pos x="connsiteX49" y="connsiteY49"/>
                  </a:cxn>
                  <a:cxn ang="0">
                    <a:pos x="connsiteX50" y="connsiteY50"/>
                  </a:cxn>
                  <a:cxn ang="0">
                    <a:pos x="connsiteX51" y="connsiteY51"/>
                  </a:cxn>
                  <a:cxn ang="0">
                    <a:pos x="connsiteX52" y="connsiteY52"/>
                  </a:cxn>
                  <a:cxn ang="0">
                    <a:pos x="connsiteX53" y="connsiteY53"/>
                  </a:cxn>
                  <a:cxn ang="0">
                    <a:pos x="connsiteX54" y="connsiteY54"/>
                  </a:cxn>
                  <a:cxn ang="0">
                    <a:pos x="connsiteX55" y="connsiteY55"/>
                  </a:cxn>
                  <a:cxn ang="0">
                    <a:pos x="connsiteX56" y="connsiteY56"/>
                  </a:cxn>
                  <a:cxn ang="0">
                    <a:pos x="connsiteX57" y="connsiteY57"/>
                  </a:cxn>
                  <a:cxn ang="0">
                    <a:pos x="connsiteX58" y="connsiteY58"/>
                  </a:cxn>
                  <a:cxn ang="0">
                    <a:pos x="connsiteX59" y="connsiteY59"/>
                  </a:cxn>
                  <a:cxn ang="0">
                    <a:pos x="connsiteX60" y="connsiteY60"/>
                  </a:cxn>
                  <a:cxn ang="0">
                    <a:pos x="connsiteX61" y="connsiteY61"/>
                  </a:cxn>
                  <a:cxn ang="0">
                    <a:pos x="connsiteX62" y="connsiteY62"/>
                  </a:cxn>
                  <a:cxn ang="0">
                    <a:pos x="connsiteX63" y="connsiteY63"/>
                  </a:cxn>
                  <a:cxn ang="0">
                    <a:pos x="connsiteX64" y="connsiteY64"/>
                  </a:cxn>
                  <a:cxn ang="0">
                    <a:pos x="connsiteX65" y="connsiteY65"/>
                  </a:cxn>
                  <a:cxn ang="0">
                    <a:pos x="connsiteX66" y="connsiteY66"/>
                  </a:cxn>
                  <a:cxn ang="0">
                    <a:pos x="connsiteX67" y="connsiteY67"/>
                  </a:cxn>
                  <a:cxn ang="0">
                    <a:pos x="connsiteX68" y="connsiteY68"/>
                  </a:cxn>
                  <a:cxn ang="0">
                    <a:pos x="connsiteX69" y="connsiteY69"/>
                  </a:cxn>
                  <a:cxn ang="0">
                    <a:pos x="connsiteX70" y="connsiteY70"/>
                  </a:cxn>
                  <a:cxn ang="0">
                    <a:pos x="connsiteX71" y="connsiteY71"/>
                  </a:cxn>
                  <a:cxn ang="0">
                    <a:pos x="connsiteX72" y="connsiteY72"/>
                  </a:cxn>
                  <a:cxn ang="0">
                    <a:pos x="connsiteX73" y="connsiteY73"/>
                  </a:cxn>
                </a:cxnLst>
                <a:rect l="l" t="t" r="r" b="b"/>
                <a:pathLst>
                  <a:path w="460921" h="513347">
                    <a:moveTo>
                      <a:pt x="134176" y="12193"/>
                    </a:moveTo>
                    <a:cubicBezTo>
                      <a:pt x="152464" y="12193"/>
                      <a:pt x="167095" y="26826"/>
                      <a:pt x="167095" y="45116"/>
                    </a:cubicBezTo>
                    <a:cubicBezTo>
                      <a:pt x="167095" y="53651"/>
                      <a:pt x="163437" y="60968"/>
                      <a:pt x="158560" y="67064"/>
                    </a:cubicBezTo>
                    <a:lnTo>
                      <a:pt x="184163" y="109741"/>
                    </a:lnTo>
                    <a:cubicBezTo>
                      <a:pt x="213424" y="86574"/>
                      <a:pt x="248781" y="73161"/>
                      <a:pt x="286576" y="73161"/>
                    </a:cubicBezTo>
                    <a:cubicBezTo>
                      <a:pt x="329248" y="73161"/>
                      <a:pt x="370701" y="90232"/>
                      <a:pt x="401181" y="120716"/>
                    </a:cubicBezTo>
                    <a:cubicBezTo>
                      <a:pt x="431661" y="151199"/>
                      <a:pt x="448730" y="191438"/>
                      <a:pt x="448730" y="235335"/>
                    </a:cubicBezTo>
                    <a:cubicBezTo>
                      <a:pt x="448730" y="279232"/>
                      <a:pt x="431661" y="319470"/>
                      <a:pt x="401181" y="349955"/>
                    </a:cubicBezTo>
                    <a:cubicBezTo>
                      <a:pt x="370701" y="380435"/>
                      <a:pt x="330467" y="397511"/>
                      <a:pt x="286576" y="397511"/>
                    </a:cubicBezTo>
                    <a:cubicBezTo>
                      <a:pt x="254877" y="397511"/>
                      <a:pt x="223178" y="387757"/>
                      <a:pt x="197575" y="370682"/>
                    </a:cubicBezTo>
                    <a:lnTo>
                      <a:pt x="189040" y="381655"/>
                    </a:lnTo>
                    <a:lnTo>
                      <a:pt x="164656" y="413360"/>
                    </a:lnTo>
                    <a:cubicBezTo>
                      <a:pt x="154903" y="425552"/>
                      <a:pt x="143930" y="437751"/>
                      <a:pt x="132957" y="449943"/>
                    </a:cubicBezTo>
                    <a:lnTo>
                      <a:pt x="97600" y="485299"/>
                    </a:lnTo>
                    <a:lnTo>
                      <a:pt x="81751" y="499936"/>
                    </a:lnTo>
                    <a:lnTo>
                      <a:pt x="63463" y="493840"/>
                    </a:lnTo>
                    <a:lnTo>
                      <a:pt x="28106" y="458477"/>
                    </a:lnTo>
                    <a:lnTo>
                      <a:pt x="22010" y="440189"/>
                    </a:lnTo>
                    <a:lnTo>
                      <a:pt x="39078" y="423114"/>
                    </a:lnTo>
                    <a:lnTo>
                      <a:pt x="74435" y="387757"/>
                    </a:lnTo>
                    <a:cubicBezTo>
                      <a:pt x="84189" y="376778"/>
                      <a:pt x="96381" y="365805"/>
                      <a:pt x="109792" y="356051"/>
                    </a:cubicBezTo>
                    <a:lnTo>
                      <a:pt x="141492" y="331661"/>
                    </a:lnTo>
                    <a:lnTo>
                      <a:pt x="152464" y="323127"/>
                    </a:lnTo>
                    <a:cubicBezTo>
                      <a:pt x="135395" y="297522"/>
                      <a:pt x="125641" y="265819"/>
                      <a:pt x="125641" y="234116"/>
                    </a:cubicBezTo>
                    <a:cubicBezTo>
                      <a:pt x="125641" y="226799"/>
                      <a:pt x="126861" y="219484"/>
                      <a:pt x="126861" y="212167"/>
                    </a:cubicBezTo>
                    <a:lnTo>
                      <a:pt x="74435" y="212167"/>
                    </a:lnTo>
                    <a:cubicBezTo>
                      <a:pt x="70778" y="225580"/>
                      <a:pt x="58586" y="235335"/>
                      <a:pt x="43955" y="235335"/>
                    </a:cubicBezTo>
                    <a:cubicBezTo>
                      <a:pt x="25667" y="235335"/>
                      <a:pt x="10973" y="220703"/>
                      <a:pt x="10973" y="203632"/>
                    </a:cubicBezTo>
                    <a:cubicBezTo>
                      <a:pt x="10973" y="186561"/>
                      <a:pt x="25667" y="170709"/>
                      <a:pt x="43955" y="170709"/>
                    </a:cubicBezTo>
                    <a:cubicBezTo>
                      <a:pt x="46394" y="170709"/>
                      <a:pt x="50052" y="170709"/>
                      <a:pt x="52490" y="171929"/>
                    </a:cubicBezTo>
                    <a:lnTo>
                      <a:pt x="112231" y="67064"/>
                    </a:lnTo>
                    <a:cubicBezTo>
                      <a:pt x="106135" y="60968"/>
                      <a:pt x="102477" y="53651"/>
                      <a:pt x="102477" y="45116"/>
                    </a:cubicBezTo>
                    <a:cubicBezTo>
                      <a:pt x="102477" y="26826"/>
                      <a:pt x="115888" y="12193"/>
                      <a:pt x="134176" y="12193"/>
                    </a:cubicBezTo>
                    <a:close/>
                    <a:moveTo>
                      <a:pt x="134176" y="0"/>
                    </a:moveTo>
                    <a:cubicBezTo>
                      <a:pt x="109792" y="0"/>
                      <a:pt x="90285" y="19510"/>
                      <a:pt x="90285" y="45116"/>
                    </a:cubicBezTo>
                    <a:cubicBezTo>
                      <a:pt x="90285" y="53651"/>
                      <a:pt x="92723" y="62187"/>
                      <a:pt x="97600" y="69503"/>
                    </a:cubicBezTo>
                    <a:lnTo>
                      <a:pt x="45175" y="158516"/>
                    </a:lnTo>
                    <a:lnTo>
                      <a:pt x="43955" y="158516"/>
                    </a:lnTo>
                    <a:cubicBezTo>
                      <a:pt x="19572" y="158516"/>
                      <a:pt x="0" y="178026"/>
                      <a:pt x="0" y="202412"/>
                    </a:cubicBezTo>
                    <a:cubicBezTo>
                      <a:pt x="0" y="226799"/>
                      <a:pt x="19572" y="246309"/>
                      <a:pt x="45175" y="246309"/>
                    </a:cubicBezTo>
                    <a:cubicBezTo>
                      <a:pt x="61024" y="246309"/>
                      <a:pt x="76874" y="236554"/>
                      <a:pt x="84189" y="223141"/>
                    </a:cubicBezTo>
                    <a:lnTo>
                      <a:pt x="114669" y="223141"/>
                    </a:lnTo>
                    <a:cubicBezTo>
                      <a:pt x="114669" y="226799"/>
                      <a:pt x="114669" y="230458"/>
                      <a:pt x="114669" y="232896"/>
                    </a:cubicBezTo>
                    <a:cubicBezTo>
                      <a:pt x="114669" y="263380"/>
                      <a:pt x="121984" y="292645"/>
                      <a:pt x="137834" y="319470"/>
                    </a:cubicBezTo>
                    <a:lnTo>
                      <a:pt x="135395" y="320689"/>
                    </a:lnTo>
                    <a:lnTo>
                      <a:pt x="103696" y="345079"/>
                    </a:lnTo>
                    <a:cubicBezTo>
                      <a:pt x="90285" y="354832"/>
                      <a:pt x="78093" y="365805"/>
                      <a:pt x="65901" y="377997"/>
                    </a:cubicBezTo>
                    <a:lnTo>
                      <a:pt x="29325" y="414579"/>
                    </a:lnTo>
                    <a:lnTo>
                      <a:pt x="12192" y="431648"/>
                    </a:lnTo>
                    <a:lnTo>
                      <a:pt x="7315" y="436531"/>
                    </a:lnTo>
                    <a:lnTo>
                      <a:pt x="9754" y="443847"/>
                    </a:lnTo>
                    <a:lnTo>
                      <a:pt x="15849" y="462135"/>
                    </a:lnTo>
                    <a:lnTo>
                      <a:pt x="17069" y="464573"/>
                    </a:lnTo>
                    <a:lnTo>
                      <a:pt x="19572" y="467011"/>
                    </a:lnTo>
                    <a:lnTo>
                      <a:pt x="54928" y="502375"/>
                    </a:lnTo>
                    <a:lnTo>
                      <a:pt x="57366" y="504813"/>
                    </a:lnTo>
                    <a:lnTo>
                      <a:pt x="59805" y="506032"/>
                    </a:lnTo>
                    <a:lnTo>
                      <a:pt x="78093" y="512128"/>
                    </a:lnTo>
                    <a:lnTo>
                      <a:pt x="84189" y="513347"/>
                    </a:lnTo>
                    <a:lnTo>
                      <a:pt x="89066" y="508471"/>
                    </a:lnTo>
                    <a:lnTo>
                      <a:pt x="106135" y="492621"/>
                    </a:lnTo>
                    <a:lnTo>
                      <a:pt x="141492" y="457258"/>
                    </a:lnTo>
                    <a:cubicBezTo>
                      <a:pt x="153683" y="445066"/>
                      <a:pt x="164656" y="432867"/>
                      <a:pt x="174410" y="419456"/>
                    </a:cubicBezTo>
                    <a:lnTo>
                      <a:pt x="198794" y="387757"/>
                    </a:lnTo>
                    <a:lnTo>
                      <a:pt x="200013" y="385319"/>
                    </a:lnTo>
                    <a:cubicBezTo>
                      <a:pt x="225616" y="399949"/>
                      <a:pt x="256096" y="408483"/>
                      <a:pt x="286576" y="408483"/>
                    </a:cubicBezTo>
                    <a:cubicBezTo>
                      <a:pt x="332906" y="408483"/>
                      <a:pt x="376797" y="390195"/>
                      <a:pt x="409715" y="357271"/>
                    </a:cubicBezTo>
                    <a:cubicBezTo>
                      <a:pt x="442634" y="324346"/>
                      <a:pt x="460922" y="280451"/>
                      <a:pt x="460922" y="234116"/>
                    </a:cubicBezTo>
                    <a:cubicBezTo>
                      <a:pt x="460922" y="187781"/>
                      <a:pt x="442634" y="143884"/>
                      <a:pt x="409715" y="110961"/>
                    </a:cubicBezTo>
                    <a:cubicBezTo>
                      <a:pt x="376797" y="78038"/>
                      <a:pt x="332906" y="60968"/>
                      <a:pt x="286576" y="60968"/>
                    </a:cubicBezTo>
                    <a:cubicBezTo>
                      <a:pt x="250000" y="60968"/>
                      <a:pt x="217081" y="71942"/>
                      <a:pt x="187821" y="91452"/>
                    </a:cubicBezTo>
                    <a:lnTo>
                      <a:pt x="173191" y="65845"/>
                    </a:lnTo>
                    <a:cubicBezTo>
                      <a:pt x="176848" y="58529"/>
                      <a:pt x="179286" y="51213"/>
                      <a:pt x="179286" y="43897"/>
                    </a:cubicBezTo>
                    <a:cubicBezTo>
                      <a:pt x="179286" y="19510"/>
                      <a:pt x="158560" y="0"/>
                      <a:pt x="134176" y="0"/>
                    </a:cubicBezTo>
                    <a:close/>
                  </a:path>
                </a:pathLst>
              </a:custGeom>
              <a:solidFill>
                <a:srgbClr val="FFFFFF"/>
              </a:solidFill>
              <a:ln w="6417" cap="flat">
                <a:noFill/>
                <a:prstDash val="solid"/>
                <a:miter/>
              </a:ln>
            </p:spPr>
            <p:txBody>
              <a:bodyPr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srgbClr val="7C8A98"/>
                  </a:solidFill>
                  <a:effectLst/>
                  <a:uLnTx/>
                  <a:uFillTx/>
                  <a:latin typeface="Oracle Sans Tab"/>
                  <a:ea typeface="+mn-ea"/>
                  <a:cs typeface="+mn-cs"/>
                </a:endParaRPr>
              </a:p>
            </p:txBody>
          </p:sp>
          <p:grpSp>
            <p:nvGrpSpPr>
              <p:cNvPr id="121" name="Graphic 3">
                <a:extLst>
                  <a:ext uri="{FF2B5EF4-FFF2-40B4-BE49-F238E27FC236}">
                    <a16:creationId xmlns:a16="http://schemas.microsoft.com/office/drawing/2014/main" id="{AC2B70CB-7431-A362-475A-508F089F3A9D}"/>
                  </a:ext>
                </a:extLst>
              </p:cNvPr>
              <p:cNvGrpSpPr/>
              <p:nvPr/>
            </p:nvGrpSpPr>
            <p:grpSpPr>
              <a:xfrm>
                <a:off x="7490636" y="2375996"/>
                <a:ext cx="437757" cy="487743"/>
                <a:chOff x="7490636" y="2375996"/>
                <a:chExt cx="437757" cy="487743"/>
              </a:xfrm>
              <a:solidFill>
                <a:srgbClr val="2D5967"/>
              </a:solidFill>
            </p:grpSpPr>
            <p:sp>
              <p:nvSpPr>
                <p:cNvPr id="122" name="Freeform: Shape 121">
                  <a:extLst>
                    <a:ext uri="{FF2B5EF4-FFF2-40B4-BE49-F238E27FC236}">
                      <a16:creationId xmlns:a16="http://schemas.microsoft.com/office/drawing/2014/main" id="{FB1C9270-8E14-487F-15CD-5C198E64CDBB}"/>
                    </a:ext>
                  </a:extLst>
                </p:cNvPr>
                <p:cNvSpPr/>
                <p:nvPr/>
              </p:nvSpPr>
              <p:spPr>
                <a:xfrm>
                  <a:off x="7490636" y="2375996"/>
                  <a:ext cx="165875" cy="223141"/>
                </a:xfrm>
                <a:custGeom>
                  <a:avLst/>
                  <a:gdLst>
                    <a:gd name="connsiteX0" fmla="*/ 63463 w 165875"/>
                    <a:gd name="connsiteY0" fmla="*/ 181684 h 223141"/>
                    <a:gd name="connsiteX1" fmla="*/ 56147 w 165875"/>
                    <a:gd name="connsiteY1" fmla="*/ 168271 h 223141"/>
                    <a:gd name="connsiteX2" fmla="*/ 115889 w 165875"/>
                    <a:gd name="connsiteY2" fmla="*/ 63407 h 223141"/>
                    <a:gd name="connsiteX3" fmla="*/ 123204 w 165875"/>
                    <a:gd name="connsiteY3" fmla="*/ 64626 h 223141"/>
                    <a:gd name="connsiteX4" fmla="*/ 131738 w 165875"/>
                    <a:gd name="connsiteY4" fmla="*/ 63407 h 223141"/>
                    <a:gd name="connsiteX5" fmla="*/ 152464 w 165875"/>
                    <a:gd name="connsiteY5" fmla="*/ 98768 h 223141"/>
                    <a:gd name="connsiteX6" fmla="*/ 165875 w 165875"/>
                    <a:gd name="connsiteY6" fmla="*/ 86574 h 223141"/>
                    <a:gd name="connsiteX7" fmla="*/ 147587 w 165875"/>
                    <a:gd name="connsiteY7" fmla="*/ 54871 h 223141"/>
                    <a:gd name="connsiteX8" fmla="*/ 156122 w 165875"/>
                    <a:gd name="connsiteY8" fmla="*/ 32923 h 223141"/>
                    <a:gd name="connsiteX9" fmla="*/ 124423 w 165875"/>
                    <a:gd name="connsiteY9" fmla="*/ 0 h 223141"/>
                    <a:gd name="connsiteX10" fmla="*/ 91504 w 165875"/>
                    <a:gd name="connsiteY10" fmla="*/ 32923 h 223141"/>
                    <a:gd name="connsiteX11" fmla="*/ 101258 w 165875"/>
                    <a:gd name="connsiteY11" fmla="*/ 56090 h 223141"/>
                    <a:gd name="connsiteX12" fmla="*/ 41518 w 165875"/>
                    <a:gd name="connsiteY12" fmla="*/ 160955 h 223141"/>
                    <a:gd name="connsiteX13" fmla="*/ 32983 w 165875"/>
                    <a:gd name="connsiteY13" fmla="*/ 158516 h 223141"/>
                    <a:gd name="connsiteX14" fmla="*/ 0 w 165875"/>
                    <a:gd name="connsiteY14" fmla="*/ 191439 h 223141"/>
                    <a:gd name="connsiteX15" fmla="*/ 32983 w 165875"/>
                    <a:gd name="connsiteY15" fmla="*/ 223142 h 223141"/>
                    <a:gd name="connsiteX16" fmla="*/ 63463 w 165875"/>
                    <a:gd name="connsiteY16" fmla="*/ 199974 h 223141"/>
                    <a:gd name="connsiteX17" fmla="*/ 102478 w 165875"/>
                    <a:gd name="connsiteY17" fmla="*/ 199974 h 223141"/>
                    <a:gd name="connsiteX18" fmla="*/ 106135 w 165875"/>
                    <a:gd name="connsiteY18" fmla="*/ 181684 h 223141"/>
                    <a:gd name="connsiteX19" fmla="*/ 63463 w 165875"/>
                    <a:gd name="connsiteY19" fmla="*/ 181684 h 223141"/>
                    <a:gd name="connsiteX20" fmla="*/ 108573 w 165875"/>
                    <a:gd name="connsiteY20" fmla="*/ 32923 h 223141"/>
                    <a:gd name="connsiteX21" fmla="*/ 123204 w 165875"/>
                    <a:gd name="connsiteY21" fmla="*/ 18291 h 223141"/>
                    <a:gd name="connsiteX22" fmla="*/ 137834 w 165875"/>
                    <a:gd name="connsiteY22" fmla="*/ 32923 h 223141"/>
                    <a:gd name="connsiteX23" fmla="*/ 123204 w 165875"/>
                    <a:gd name="connsiteY23" fmla="*/ 47555 h 223141"/>
                    <a:gd name="connsiteX24" fmla="*/ 108573 w 165875"/>
                    <a:gd name="connsiteY24" fmla="*/ 32923 h 223141"/>
                    <a:gd name="connsiteX25" fmla="*/ 32983 w 165875"/>
                    <a:gd name="connsiteY25" fmla="*/ 204851 h 223141"/>
                    <a:gd name="connsiteX26" fmla="*/ 18352 w 165875"/>
                    <a:gd name="connsiteY26" fmla="*/ 190220 h 223141"/>
                    <a:gd name="connsiteX27" fmla="*/ 32983 w 165875"/>
                    <a:gd name="connsiteY27" fmla="*/ 175587 h 223141"/>
                    <a:gd name="connsiteX28" fmla="*/ 47613 w 165875"/>
                    <a:gd name="connsiteY28" fmla="*/ 190220 h 223141"/>
                    <a:gd name="connsiteX29" fmla="*/ 32983 w 165875"/>
                    <a:gd name="connsiteY29" fmla="*/ 204851 h 223141"/>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Lst>
                  <a:rect l="l" t="t" r="r" b="b"/>
                  <a:pathLst>
                    <a:path w="165875" h="223141">
                      <a:moveTo>
                        <a:pt x="63463" y="181684"/>
                      </a:moveTo>
                      <a:cubicBezTo>
                        <a:pt x="62244" y="176806"/>
                        <a:pt x="59805" y="171929"/>
                        <a:pt x="56147" y="168271"/>
                      </a:cubicBezTo>
                      <a:lnTo>
                        <a:pt x="115889" y="63407"/>
                      </a:lnTo>
                      <a:cubicBezTo>
                        <a:pt x="118327" y="63407"/>
                        <a:pt x="120765" y="64626"/>
                        <a:pt x="123204" y="64626"/>
                      </a:cubicBezTo>
                      <a:cubicBezTo>
                        <a:pt x="125642" y="64626"/>
                        <a:pt x="129300" y="64626"/>
                        <a:pt x="131738" y="63407"/>
                      </a:cubicBezTo>
                      <a:lnTo>
                        <a:pt x="152464" y="98768"/>
                      </a:lnTo>
                      <a:cubicBezTo>
                        <a:pt x="157341" y="93891"/>
                        <a:pt x="160999" y="90232"/>
                        <a:pt x="165875" y="86574"/>
                      </a:cubicBezTo>
                      <a:lnTo>
                        <a:pt x="147587" y="54871"/>
                      </a:lnTo>
                      <a:cubicBezTo>
                        <a:pt x="152464" y="48774"/>
                        <a:pt x="156122" y="41459"/>
                        <a:pt x="156122" y="32923"/>
                      </a:cubicBezTo>
                      <a:cubicBezTo>
                        <a:pt x="156122" y="14632"/>
                        <a:pt x="141492" y="0"/>
                        <a:pt x="124423" y="0"/>
                      </a:cubicBezTo>
                      <a:cubicBezTo>
                        <a:pt x="104915" y="0"/>
                        <a:pt x="91504" y="14632"/>
                        <a:pt x="91504" y="32923"/>
                      </a:cubicBezTo>
                      <a:cubicBezTo>
                        <a:pt x="91504" y="41459"/>
                        <a:pt x="95162" y="49994"/>
                        <a:pt x="101258" y="56090"/>
                      </a:cubicBezTo>
                      <a:lnTo>
                        <a:pt x="41518" y="160955"/>
                      </a:lnTo>
                      <a:cubicBezTo>
                        <a:pt x="37860" y="158516"/>
                        <a:pt x="35421" y="158516"/>
                        <a:pt x="32983" y="158516"/>
                      </a:cubicBezTo>
                      <a:cubicBezTo>
                        <a:pt x="14695" y="158516"/>
                        <a:pt x="0" y="173148"/>
                        <a:pt x="0" y="191439"/>
                      </a:cubicBezTo>
                      <a:cubicBezTo>
                        <a:pt x="0" y="209729"/>
                        <a:pt x="14695" y="223142"/>
                        <a:pt x="32983" y="223142"/>
                      </a:cubicBezTo>
                      <a:cubicBezTo>
                        <a:pt x="47613" y="223142"/>
                        <a:pt x="59805" y="213387"/>
                        <a:pt x="63463" y="199974"/>
                      </a:cubicBezTo>
                      <a:lnTo>
                        <a:pt x="102478" y="199974"/>
                      </a:lnTo>
                      <a:cubicBezTo>
                        <a:pt x="103696" y="193877"/>
                        <a:pt x="103696" y="187781"/>
                        <a:pt x="106135" y="181684"/>
                      </a:cubicBezTo>
                      <a:lnTo>
                        <a:pt x="63463" y="181684"/>
                      </a:lnTo>
                      <a:close/>
                      <a:moveTo>
                        <a:pt x="108573" y="32923"/>
                      </a:moveTo>
                      <a:cubicBezTo>
                        <a:pt x="108573" y="25606"/>
                        <a:pt x="114669" y="18291"/>
                        <a:pt x="123204" y="18291"/>
                      </a:cubicBezTo>
                      <a:cubicBezTo>
                        <a:pt x="130519" y="18291"/>
                        <a:pt x="137834" y="24387"/>
                        <a:pt x="137834" y="32923"/>
                      </a:cubicBezTo>
                      <a:cubicBezTo>
                        <a:pt x="137834" y="41459"/>
                        <a:pt x="131738" y="47555"/>
                        <a:pt x="123204" y="47555"/>
                      </a:cubicBezTo>
                      <a:cubicBezTo>
                        <a:pt x="115889" y="46335"/>
                        <a:pt x="108573" y="40239"/>
                        <a:pt x="108573" y="32923"/>
                      </a:cubicBezTo>
                      <a:close/>
                      <a:moveTo>
                        <a:pt x="32983" y="204851"/>
                      </a:moveTo>
                      <a:cubicBezTo>
                        <a:pt x="25667" y="204851"/>
                        <a:pt x="18352" y="198755"/>
                        <a:pt x="18352" y="190220"/>
                      </a:cubicBezTo>
                      <a:cubicBezTo>
                        <a:pt x="18352" y="182903"/>
                        <a:pt x="24449" y="175587"/>
                        <a:pt x="32983" y="175587"/>
                      </a:cubicBezTo>
                      <a:cubicBezTo>
                        <a:pt x="41518" y="175587"/>
                        <a:pt x="47613" y="181684"/>
                        <a:pt x="47613" y="190220"/>
                      </a:cubicBezTo>
                      <a:cubicBezTo>
                        <a:pt x="47613" y="198755"/>
                        <a:pt x="40298" y="204851"/>
                        <a:pt x="32983" y="204851"/>
                      </a:cubicBezTo>
                      <a:close/>
                    </a:path>
                  </a:pathLst>
                </a:custGeom>
                <a:solidFill>
                  <a:srgbClr val="2D5967"/>
                </a:solidFill>
                <a:ln w="6417" cap="flat">
                  <a:noFill/>
                  <a:prstDash val="solid"/>
                  <a:miter/>
                </a:ln>
              </p:spPr>
              <p:txBody>
                <a:bodyPr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srgbClr val="7C8A98"/>
                    </a:solidFill>
                    <a:effectLst/>
                    <a:uLnTx/>
                    <a:uFillTx/>
                    <a:latin typeface="Oracle Sans Tab"/>
                    <a:ea typeface="+mn-ea"/>
                    <a:cs typeface="+mn-cs"/>
                  </a:endParaRPr>
                </a:p>
              </p:txBody>
            </p:sp>
            <p:sp>
              <p:nvSpPr>
                <p:cNvPr id="123" name="Freeform: Shape 122">
                  <a:extLst>
                    <a:ext uri="{FF2B5EF4-FFF2-40B4-BE49-F238E27FC236}">
                      <a16:creationId xmlns:a16="http://schemas.microsoft.com/office/drawing/2014/main" id="{10A3C6F0-C4B7-AF09-5C00-D6252BCAD7BD}"/>
                    </a:ext>
                  </a:extLst>
                </p:cNvPr>
                <p:cNvSpPr/>
                <p:nvPr/>
              </p:nvSpPr>
              <p:spPr>
                <a:xfrm>
                  <a:off x="7516303" y="2436965"/>
                  <a:ext cx="412090" cy="412138"/>
                </a:xfrm>
                <a:custGeom>
                  <a:avLst/>
                  <a:gdLst>
                    <a:gd name="connsiteX0" fmla="*/ 249936 w 412090"/>
                    <a:gd name="connsiteY0" fmla="*/ 323130 h 412138"/>
                    <a:gd name="connsiteX1" fmla="*/ 364541 w 412090"/>
                    <a:gd name="connsiteY1" fmla="*/ 275575 h 412138"/>
                    <a:gd name="connsiteX2" fmla="*/ 412090 w 412090"/>
                    <a:gd name="connsiteY2" fmla="*/ 160954 h 412138"/>
                    <a:gd name="connsiteX3" fmla="*/ 364541 w 412090"/>
                    <a:gd name="connsiteY3" fmla="*/ 46335 h 412138"/>
                    <a:gd name="connsiteX4" fmla="*/ 249936 w 412090"/>
                    <a:gd name="connsiteY4" fmla="*/ 0 h 412138"/>
                    <a:gd name="connsiteX5" fmla="*/ 135332 w 412090"/>
                    <a:gd name="connsiteY5" fmla="*/ 47555 h 412138"/>
                    <a:gd name="connsiteX6" fmla="*/ 87783 w 412090"/>
                    <a:gd name="connsiteY6" fmla="*/ 162173 h 412138"/>
                    <a:gd name="connsiteX7" fmla="*/ 114605 w 412090"/>
                    <a:gd name="connsiteY7" fmla="*/ 251185 h 412138"/>
                    <a:gd name="connsiteX8" fmla="*/ 103632 w 412090"/>
                    <a:gd name="connsiteY8" fmla="*/ 259719 h 412138"/>
                    <a:gd name="connsiteX9" fmla="*/ 71933 w 412090"/>
                    <a:gd name="connsiteY9" fmla="*/ 284110 h 412138"/>
                    <a:gd name="connsiteX10" fmla="*/ 35357 w 412090"/>
                    <a:gd name="connsiteY10" fmla="*/ 315815 h 412138"/>
                    <a:gd name="connsiteX11" fmla="*/ 0 w 412090"/>
                    <a:gd name="connsiteY11" fmla="*/ 351172 h 412138"/>
                    <a:gd name="connsiteX12" fmla="*/ 60960 w 412090"/>
                    <a:gd name="connsiteY12" fmla="*/ 412138 h 412138"/>
                    <a:gd name="connsiteX13" fmla="*/ 96317 w 412090"/>
                    <a:gd name="connsiteY13" fmla="*/ 376782 h 412138"/>
                    <a:gd name="connsiteX14" fmla="*/ 128016 w 412090"/>
                    <a:gd name="connsiteY14" fmla="*/ 340199 h 412138"/>
                    <a:gd name="connsiteX15" fmla="*/ 152400 w 412090"/>
                    <a:gd name="connsiteY15" fmla="*/ 308494 h 412138"/>
                    <a:gd name="connsiteX16" fmla="*/ 160935 w 412090"/>
                    <a:gd name="connsiteY16" fmla="*/ 297521 h 412138"/>
                    <a:gd name="connsiteX17" fmla="*/ 249936 w 412090"/>
                    <a:gd name="connsiteY17" fmla="*/ 323130 h 412138"/>
                    <a:gd name="connsiteX18" fmla="*/ 148743 w 412090"/>
                    <a:gd name="connsiteY18" fmla="*/ 59748 h 412138"/>
                    <a:gd name="connsiteX19" fmla="*/ 249936 w 412090"/>
                    <a:gd name="connsiteY19" fmla="*/ 18290 h 412138"/>
                    <a:gd name="connsiteX20" fmla="*/ 351130 w 412090"/>
                    <a:gd name="connsiteY20" fmla="*/ 59748 h 412138"/>
                    <a:gd name="connsiteX21" fmla="*/ 393802 w 412090"/>
                    <a:gd name="connsiteY21" fmla="*/ 160954 h 412138"/>
                    <a:gd name="connsiteX22" fmla="*/ 351130 w 412090"/>
                    <a:gd name="connsiteY22" fmla="*/ 262158 h 412138"/>
                    <a:gd name="connsiteX23" fmla="*/ 249936 w 412090"/>
                    <a:gd name="connsiteY23" fmla="*/ 303617 h 412138"/>
                    <a:gd name="connsiteX24" fmla="*/ 148743 w 412090"/>
                    <a:gd name="connsiteY24" fmla="*/ 260938 h 412138"/>
                    <a:gd name="connsiteX25" fmla="*/ 107290 w 412090"/>
                    <a:gd name="connsiteY25" fmla="*/ 159735 h 412138"/>
                    <a:gd name="connsiteX26" fmla="*/ 148743 w 412090"/>
                    <a:gd name="connsiteY26" fmla="*/ 59748 h 412138"/>
                    <a:gd name="connsiteX27" fmla="*/ 137770 w 412090"/>
                    <a:gd name="connsiteY27" fmla="*/ 296302 h 412138"/>
                    <a:gd name="connsiteX28" fmla="*/ 113386 w 412090"/>
                    <a:gd name="connsiteY28" fmla="*/ 328007 h 412138"/>
                    <a:gd name="connsiteX29" fmla="*/ 84125 w 412090"/>
                    <a:gd name="connsiteY29" fmla="*/ 362145 h 412138"/>
                    <a:gd name="connsiteX30" fmla="*/ 62180 w 412090"/>
                    <a:gd name="connsiteY30" fmla="*/ 384097 h 412138"/>
                    <a:gd name="connsiteX31" fmla="*/ 26823 w 412090"/>
                    <a:gd name="connsiteY31" fmla="*/ 348734 h 412138"/>
                    <a:gd name="connsiteX32" fmla="*/ 48768 w 412090"/>
                    <a:gd name="connsiteY32" fmla="*/ 326788 h 412138"/>
                    <a:gd name="connsiteX33" fmla="*/ 82906 w 412090"/>
                    <a:gd name="connsiteY33" fmla="*/ 297521 h 412138"/>
                    <a:gd name="connsiteX34" fmla="*/ 114605 w 412090"/>
                    <a:gd name="connsiteY34" fmla="*/ 273137 h 412138"/>
                    <a:gd name="connsiteX35" fmla="*/ 125578 w 412090"/>
                    <a:gd name="connsiteY35" fmla="*/ 264602 h 412138"/>
                    <a:gd name="connsiteX36" fmla="*/ 135332 w 412090"/>
                    <a:gd name="connsiteY36" fmla="*/ 275575 h 412138"/>
                    <a:gd name="connsiteX37" fmla="*/ 146304 w 412090"/>
                    <a:gd name="connsiteY37" fmla="*/ 285329 h 412138"/>
                    <a:gd name="connsiteX38" fmla="*/ 137770 w 412090"/>
                    <a:gd name="connsiteY38" fmla="*/ 296302 h 412138"/>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Lst>
                  <a:rect l="l" t="t" r="r" b="b"/>
                  <a:pathLst>
                    <a:path w="412090" h="412138">
                      <a:moveTo>
                        <a:pt x="249936" y="323130"/>
                      </a:moveTo>
                      <a:cubicBezTo>
                        <a:pt x="292608" y="323130"/>
                        <a:pt x="334061" y="306055"/>
                        <a:pt x="364541" y="275575"/>
                      </a:cubicBezTo>
                      <a:cubicBezTo>
                        <a:pt x="395021" y="245089"/>
                        <a:pt x="412090" y="204851"/>
                        <a:pt x="412090" y="160954"/>
                      </a:cubicBezTo>
                      <a:cubicBezTo>
                        <a:pt x="412090" y="117057"/>
                        <a:pt x="395021" y="76819"/>
                        <a:pt x="364541" y="46335"/>
                      </a:cubicBezTo>
                      <a:cubicBezTo>
                        <a:pt x="334061" y="17071"/>
                        <a:pt x="292608" y="0"/>
                        <a:pt x="249936" y="0"/>
                      </a:cubicBezTo>
                      <a:cubicBezTo>
                        <a:pt x="207264" y="0"/>
                        <a:pt x="165812" y="17071"/>
                        <a:pt x="135332" y="47555"/>
                      </a:cubicBezTo>
                      <a:cubicBezTo>
                        <a:pt x="104852" y="78038"/>
                        <a:pt x="87783" y="118277"/>
                        <a:pt x="87783" y="162173"/>
                      </a:cubicBezTo>
                      <a:cubicBezTo>
                        <a:pt x="87783" y="193877"/>
                        <a:pt x="97536" y="225580"/>
                        <a:pt x="114605" y="251185"/>
                      </a:cubicBezTo>
                      <a:lnTo>
                        <a:pt x="103632" y="259719"/>
                      </a:lnTo>
                      <a:lnTo>
                        <a:pt x="71933" y="284110"/>
                      </a:lnTo>
                      <a:cubicBezTo>
                        <a:pt x="59741" y="293863"/>
                        <a:pt x="47549" y="304836"/>
                        <a:pt x="35357" y="315815"/>
                      </a:cubicBezTo>
                      <a:lnTo>
                        <a:pt x="0" y="351172"/>
                      </a:lnTo>
                      <a:lnTo>
                        <a:pt x="60960" y="412138"/>
                      </a:lnTo>
                      <a:lnTo>
                        <a:pt x="96317" y="376782"/>
                      </a:lnTo>
                      <a:cubicBezTo>
                        <a:pt x="107290" y="365802"/>
                        <a:pt x="118263" y="353610"/>
                        <a:pt x="128016" y="340199"/>
                      </a:cubicBezTo>
                      <a:lnTo>
                        <a:pt x="152400" y="308494"/>
                      </a:lnTo>
                      <a:lnTo>
                        <a:pt x="160935" y="297521"/>
                      </a:lnTo>
                      <a:cubicBezTo>
                        <a:pt x="186538" y="313370"/>
                        <a:pt x="218237" y="323130"/>
                        <a:pt x="249936" y="323130"/>
                      </a:cubicBezTo>
                      <a:close/>
                      <a:moveTo>
                        <a:pt x="148743" y="59748"/>
                      </a:moveTo>
                      <a:cubicBezTo>
                        <a:pt x="175565" y="32922"/>
                        <a:pt x="212141" y="18290"/>
                        <a:pt x="249936" y="18290"/>
                      </a:cubicBezTo>
                      <a:cubicBezTo>
                        <a:pt x="287732" y="18290"/>
                        <a:pt x="324307" y="32922"/>
                        <a:pt x="351130" y="59748"/>
                      </a:cubicBezTo>
                      <a:cubicBezTo>
                        <a:pt x="377952" y="86574"/>
                        <a:pt x="393802" y="123155"/>
                        <a:pt x="393802" y="160954"/>
                      </a:cubicBezTo>
                      <a:cubicBezTo>
                        <a:pt x="393802" y="198754"/>
                        <a:pt x="379172" y="235334"/>
                        <a:pt x="351130" y="262158"/>
                      </a:cubicBezTo>
                      <a:cubicBezTo>
                        <a:pt x="324307" y="288986"/>
                        <a:pt x="287732" y="303617"/>
                        <a:pt x="249936" y="303617"/>
                      </a:cubicBezTo>
                      <a:cubicBezTo>
                        <a:pt x="212141" y="303617"/>
                        <a:pt x="175565" y="288986"/>
                        <a:pt x="148743" y="260938"/>
                      </a:cubicBezTo>
                      <a:cubicBezTo>
                        <a:pt x="121920" y="234115"/>
                        <a:pt x="107290" y="197535"/>
                        <a:pt x="107290" y="159735"/>
                      </a:cubicBezTo>
                      <a:cubicBezTo>
                        <a:pt x="107290" y="121935"/>
                        <a:pt x="121920" y="86574"/>
                        <a:pt x="148743" y="59748"/>
                      </a:cubicBezTo>
                      <a:close/>
                      <a:moveTo>
                        <a:pt x="137770" y="296302"/>
                      </a:moveTo>
                      <a:lnTo>
                        <a:pt x="113386" y="328007"/>
                      </a:lnTo>
                      <a:cubicBezTo>
                        <a:pt x="103632" y="340199"/>
                        <a:pt x="93878" y="351172"/>
                        <a:pt x="84125" y="362145"/>
                      </a:cubicBezTo>
                      <a:lnTo>
                        <a:pt x="62180" y="384097"/>
                      </a:lnTo>
                      <a:lnTo>
                        <a:pt x="26823" y="348734"/>
                      </a:lnTo>
                      <a:lnTo>
                        <a:pt x="48768" y="326788"/>
                      </a:lnTo>
                      <a:cubicBezTo>
                        <a:pt x="59741" y="317034"/>
                        <a:pt x="70714" y="306055"/>
                        <a:pt x="82906" y="297521"/>
                      </a:cubicBezTo>
                      <a:lnTo>
                        <a:pt x="114605" y="273137"/>
                      </a:lnTo>
                      <a:lnTo>
                        <a:pt x="125578" y="264602"/>
                      </a:lnTo>
                      <a:cubicBezTo>
                        <a:pt x="128016" y="268260"/>
                        <a:pt x="131674" y="271918"/>
                        <a:pt x="135332" y="275575"/>
                      </a:cubicBezTo>
                      <a:cubicBezTo>
                        <a:pt x="138989" y="279233"/>
                        <a:pt x="142646" y="281671"/>
                        <a:pt x="146304" y="285329"/>
                      </a:cubicBezTo>
                      <a:lnTo>
                        <a:pt x="137770" y="296302"/>
                      </a:lnTo>
                      <a:close/>
                    </a:path>
                  </a:pathLst>
                </a:custGeom>
                <a:solidFill>
                  <a:srgbClr val="2D5967"/>
                </a:solidFill>
                <a:ln w="6417" cap="flat">
                  <a:noFill/>
                  <a:prstDash val="solid"/>
                  <a:miter/>
                </a:ln>
              </p:spPr>
              <p:txBody>
                <a:bodyPr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srgbClr val="7C8A98"/>
                    </a:solidFill>
                    <a:effectLst/>
                    <a:uLnTx/>
                    <a:uFillTx/>
                    <a:latin typeface="Oracle Sans Tab"/>
                    <a:ea typeface="+mn-ea"/>
                    <a:cs typeface="+mn-cs"/>
                  </a:endParaRPr>
                </a:p>
              </p:txBody>
            </p:sp>
            <p:sp>
              <p:nvSpPr>
                <p:cNvPr id="124" name="Freeform: Shape 123">
                  <a:extLst>
                    <a:ext uri="{FF2B5EF4-FFF2-40B4-BE49-F238E27FC236}">
                      <a16:creationId xmlns:a16="http://schemas.microsoft.com/office/drawing/2014/main" id="{7C2AC49D-4781-ECA7-86EF-284BF63DEBB1}"/>
                    </a:ext>
                  </a:extLst>
                </p:cNvPr>
                <p:cNvSpPr/>
                <p:nvPr/>
              </p:nvSpPr>
              <p:spPr>
                <a:xfrm>
                  <a:off x="7638528" y="2469887"/>
                  <a:ext cx="255422" cy="256064"/>
                </a:xfrm>
                <a:custGeom>
                  <a:avLst/>
                  <a:gdLst>
                    <a:gd name="connsiteX0" fmla="*/ 127712 w 255422"/>
                    <a:gd name="connsiteY0" fmla="*/ 256064 h 256064"/>
                    <a:gd name="connsiteX1" fmla="*/ 217932 w 255422"/>
                    <a:gd name="connsiteY1" fmla="*/ 218262 h 256064"/>
                    <a:gd name="connsiteX2" fmla="*/ 217932 w 255422"/>
                    <a:gd name="connsiteY2" fmla="*/ 37800 h 256064"/>
                    <a:gd name="connsiteX3" fmla="*/ 127712 w 255422"/>
                    <a:gd name="connsiteY3" fmla="*/ 0 h 256064"/>
                    <a:gd name="connsiteX4" fmla="*/ 37491 w 255422"/>
                    <a:gd name="connsiteY4" fmla="*/ 37800 h 256064"/>
                    <a:gd name="connsiteX5" fmla="*/ 37491 w 255422"/>
                    <a:gd name="connsiteY5" fmla="*/ 218262 h 256064"/>
                    <a:gd name="connsiteX6" fmla="*/ 127712 w 255422"/>
                    <a:gd name="connsiteY6" fmla="*/ 256064 h 256064"/>
                    <a:gd name="connsiteX7" fmla="*/ 127712 w 255422"/>
                    <a:gd name="connsiteY7" fmla="*/ 18290 h 256064"/>
                    <a:gd name="connsiteX8" fmla="*/ 205740 w 255422"/>
                    <a:gd name="connsiteY8" fmla="*/ 49994 h 256064"/>
                    <a:gd name="connsiteX9" fmla="*/ 205740 w 255422"/>
                    <a:gd name="connsiteY9" fmla="*/ 204851 h 256064"/>
                    <a:gd name="connsiteX10" fmla="*/ 127712 w 255422"/>
                    <a:gd name="connsiteY10" fmla="*/ 236557 h 256064"/>
                    <a:gd name="connsiteX11" fmla="*/ 49683 w 255422"/>
                    <a:gd name="connsiteY11" fmla="*/ 204851 h 256064"/>
                    <a:gd name="connsiteX12" fmla="*/ 49683 w 255422"/>
                    <a:gd name="connsiteY12" fmla="*/ 49994 h 256064"/>
                    <a:gd name="connsiteX13" fmla="*/ 127712 w 255422"/>
                    <a:gd name="connsiteY13" fmla="*/ 18290 h 256064"/>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Lst>
                  <a:rect l="l" t="t" r="r" b="b"/>
                  <a:pathLst>
                    <a:path w="255422" h="256064">
                      <a:moveTo>
                        <a:pt x="127712" y="256064"/>
                      </a:moveTo>
                      <a:cubicBezTo>
                        <a:pt x="161849" y="256064"/>
                        <a:pt x="193549" y="242653"/>
                        <a:pt x="217932" y="218262"/>
                      </a:cubicBezTo>
                      <a:cubicBezTo>
                        <a:pt x="267920" y="168271"/>
                        <a:pt x="267920" y="87793"/>
                        <a:pt x="217932" y="37800"/>
                      </a:cubicBezTo>
                      <a:cubicBezTo>
                        <a:pt x="193549" y="13412"/>
                        <a:pt x="161849" y="0"/>
                        <a:pt x="127712" y="0"/>
                      </a:cubicBezTo>
                      <a:cubicBezTo>
                        <a:pt x="93574" y="0"/>
                        <a:pt x="61875" y="13412"/>
                        <a:pt x="37491" y="37800"/>
                      </a:cubicBezTo>
                      <a:cubicBezTo>
                        <a:pt x="-12497" y="87793"/>
                        <a:pt x="-12497" y="168271"/>
                        <a:pt x="37491" y="218262"/>
                      </a:cubicBezTo>
                      <a:cubicBezTo>
                        <a:pt x="61875" y="242653"/>
                        <a:pt x="93574" y="256064"/>
                        <a:pt x="127712" y="256064"/>
                      </a:cubicBezTo>
                      <a:close/>
                      <a:moveTo>
                        <a:pt x="127712" y="18290"/>
                      </a:moveTo>
                      <a:cubicBezTo>
                        <a:pt x="156972" y="18290"/>
                        <a:pt x="185014" y="29265"/>
                        <a:pt x="205740" y="49994"/>
                      </a:cubicBezTo>
                      <a:cubicBezTo>
                        <a:pt x="248412" y="92671"/>
                        <a:pt x="248412" y="162174"/>
                        <a:pt x="205740" y="204851"/>
                      </a:cubicBezTo>
                      <a:cubicBezTo>
                        <a:pt x="185014" y="225578"/>
                        <a:pt x="156972" y="236557"/>
                        <a:pt x="127712" y="236557"/>
                      </a:cubicBezTo>
                      <a:cubicBezTo>
                        <a:pt x="98451" y="236557"/>
                        <a:pt x="70409" y="225578"/>
                        <a:pt x="49683" y="204851"/>
                      </a:cubicBezTo>
                      <a:cubicBezTo>
                        <a:pt x="7011" y="162174"/>
                        <a:pt x="7011" y="92671"/>
                        <a:pt x="49683" y="49994"/>
                      </a:cubicBezTo>
                      <a:cubicBezTo>
                        <a:pt x="70409" y="30484"/>
                        <a:pt x="98451" y="18290"/>
                        <a:pt x="127712" y="18290"/>
                      </a:cubicBezTo>
                      <a:close/>
                    </a:path>
                  </a:pathLst>
                </a:custGeom>
                <a:solidFill>
                  <a:srgbClr val="2D5967"/>
                </a:solidFill>
                <a:ln w="6417" cap="flat">
                  <a:noFill/>
                  <a:prstDash val="solid"/>
                  <a:miter/>
                </a:ln>
              </p:spPr>
              <p:txBody>
                <a:bodyPr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srgbClr val="7C8A98"/>
                    </a:solidFill>
                    <a:effectLst/>
                    <a:uLnTx/>
                    <a:uFillTx/>
                    <a:latin typeface="Oracle Sans Tab"/>
                    <a:ea typeface="+mn-ea"/>
                    <a:cs typeface="+mn-cs"/>
                  </a:endParaRPr>
                </a:p>
              </p:txBody>
            </p:sp>
            <p:sp>
              <p:nvSpPr>
                <p:cNvPr id="125" name="Freeform: Shape 124">
                  <a:extLst>
                    <a:ext uri="{FF2B5EF4-FFF2-40B4-BE49-F238E27FC236}">
                      <a16:creationId xmlns:a16="http://schemas.microsoft.com/office/drawing/2014/main" id="{884FA47E-2D7B-123E-6707-6C341896AD69}"/>
                    </a:ext>
                  </a:extLst>
                </p:cNvPr>
                <p:cNvSpPr/>
                <p:nvPr/>
              </p:nvSpPr>
              <p:spPr>
                <a:xfrm>
                  <a:off x="7500389" y="2797890"/>
                  <a:ext cx="65901" cy="65849"/>
                </a:xfrm>
                <a:custGeom>
                  <a:avLst/>
                  <a:gdLst>
                    <a:gd name="connsiteX0" fmla="*/ 0 w 65901"/>
                    <a:gd name="connsiteY0" fmla="*/ 6102 h 65849"/>
                    <a:gd name="connsiteX1" fmla="*/ 6096 w 65901"/>
                    <a:gd name="connsiteY1" fmla="*/ 24390 h 65849"/>
                    <a:gd name="connsiteX2" fmla="*/ 42736 w 65901"/>
                    <a:gd name="connsiteY2" fmla="*/ 59754 h 65849"/>
                    <a:gd name="connsiteX3" fmla="*/ 61024 w 65901"/>
                    <a:gd name="connsiteY3" fmla="*/ 65850 h 65849"/>
                    <a:gd name="connsiteX4" fmla="*/ 65901 w 65901"/>
                    <a:gd name="connsiteY4" fmla="*/ 59754 h 65849"/>
                    <a:gd name="connsiteX5" fmla="*/ 6096 w 65901"/>
                    <a:gd name="connsiteY5" fmla="*/ 0 h 65849"/>
                    <a:gd name="connsiteX6" fmla="*/ 0 w 65901"/>
                    <a:gd name="connsiteY6" fmla="*/ 6102 h 65849"/>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Lst>
                  <a:rect l="l" t="t" r="r" b="b"/>
                  <a:pathLst>
                    <a:path w="65901" h="65849">
                      <a:moveTo>
                        <a:pt x="0" y="6102"/>
                      </a:moveTo>
                      <a:lnTo>
                        <a:pt x="6096" y="24390"/>
                      </a:lnTo>
                      <a:lnTo>
                        <a:pt x="42736" y="59754"/>
                      </a:lnTo>
                      <a:lnTo>
                        <a:pt x="61024" y="65850"/>
                      </a:lnTo>
                      <a:lnTo>
                        <a:pt x="65901" y="59754"/>
                      </a:lnTo>
                      <a:lnTo>
                        <a:pt x="6096" y="0"/>
                      </a:lnTo>
                      <a:lnTo>
                        <a:pt x="0" y="6102"/>
                      </a:lnTo>
                      <a:close/>
                    </a:path>
                  </a:pathLst>
                </a:custGeom>
                <a:solidFill>
                  <a:srgbClr val="2D5967"/>
                </a:solidFill>
                <a:ln w="6417" cap="flat">
                  <a:noFill/>
                  <a:prstDash val="solid"/>
                  <a:miter/>
                </a:ln>
              </p:spPr>
              <p:txBody>
                <a:bodyPr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srgbClr val="7C8A98"/>
                    </a:solidFill>
                    <a:effectLst/>
                    <a:uLnTx/>
                    <a:uFillTx/>
                    <a:latin typeface="Oracle Sans Tab"/>
                    <a:ea typeface="+mn-ea"/>
                    <a:cs typeface="+mn-cs"/>
                  </a:endParaRPr>
                </a:p>
              </p:txBody>
            </p:sp>
            <p:sp>
              <p:nvSpPr>
                <p:cNvPr id="126" name="Freeform: Shape 125">
                  <a:extLst>
                    <a:ext uri="{FF2B5EF4-FFF2-40B4-BE49-F238E27FC236}">
                      <a16:creationId xmlns:a16="http://schemas.microsoft.com/office/drawing/2014/main" id="{25CBB2AB-2649-8D7E-E3C1-072DB1360624}"/>
                    </a:ext>
                  </a:extLst>
                </p:cNvPr>
                <p:cNvSpPr/>
                <p:nvPr/>
              </p:nvSpPr>
              <p:spPr>
                <a:xfrm>
                  <a:off x="7671142" y="2510125"/>
                  <a:ext cx="168249" cy="160954"/>
                </a:xfrm>
                <a:custGeom>
                  <a:avLst/>
                  <a:gdLst>
                    <a:gd name="connsiteX0" fmla="*/ 24384 w 168249"/>
                    <a:gd name="connsiteY0" fmla="*/ 81697 h 160954"/>
                    <a:gd name="connsiteX1" fmla="*/ 6096 w 168249"/>
                    <a:gd name="connsiteY1" fmla="*/ 81697 h 160954"/>
                    <a:gd name="connsiteX2" fmla="*/ 0 w 168249"/>
                    <a:gd name="connsiteY2" fmla="*/ 81697 h 160954"/>
                    <a:gd name="connsiteX3" fmla="*/ 0 w 168249"/>
                    <a:gd name="connsiteY3" fmla="*/ 89013 h 160954"/>
                    <a:gd name="connsiteX4" fmla="*/ 1220 w 168249"/>
                    <a:gd name="connsiteY4" fmla="*/ 99987 h 160954"/>
                    <a:gd name="connsiteX5" fmla="*/ 25603 w 168249"/>
                    <a:gd name="connsiteY5" fmla="*/ 99987 h 160954"/>
                    <a:gd name="connsiteX6" fmla="*/ 96317 w 168249"/>
                    <a:gd name="connsiteY6" fmla="*/ 160955 h 160954"/>
                    <a:gd name="connsiteX7" fmla="*/ 168249 w 168249"/>
                    <a:gd name="connsiteY7" fmla="*/ 89013 h 160954"/>
                    <a:gd name="connsiteX8" fmla="*/ 96317 w 168249"/>
                    <a:gd name="connsiteY8" fmla="*/ 17071 h 160954"/>
                    <a:gd name="connsiteX9" fmla="*/ 69495 w 168249"/>
                    <a:gd name="connsiteY9" fmla="*/ 21949 h 160954"/>
                    <a:gd name="connsiteX10" fmla="*/ 59741 w 168249"/>
                    <a:gd name="connsiteY10" fmla="*/ 6097 h 160954"/>
                    <a:gd name="connsiteX11" fmla="*/ 56083 w 168249"/>
                    <a:gd name="connsiteY11" fmla="*/ 0 h 160954"/>
                    <a:gd name="connsiteX12" fmla="*/ 40234 w 168249"/>
                    <a:gd name="connsiteY12" fmla="*/ 8536 h 160954"/>
                    <a:gd name="connsiteX13" fmla="*/ 52426 w 168249"/>
                    <a:gd name="connsiteY13" fmla="*/ 30484 h 160954"/>
                    <a:gd name="connsiteX14" fmla="*/ 24384 w 168249"/>
                    <a:gd name="connsiteY14" fmla="*/ 81697 h 160954"/>
                    <a:gd name="connsiteX15" fmla="*/ 95098 w 168249"/>
                    <a:gd name="connsiteY15" fmla="*/ 141445 h 160954"/>
                    <a:gd name="connsiteX16" fmla="*/ 41453 w 168249"/>
                    <a:gd name="connsiteY16" fmla="*/ 87793 h 160954"/>
                    <a:gd name="connsiteX17" fmla="*/ 95098 w 168249"/>
                    <a:gd name="connsiteY17" fmla="*/ 34142 h 160954"/>
                    <a:gd name="connsiteX18" fmla="*/ 148743 w 168249"/>
                    <a:gd name="connsiteY18" fmla="*/ 87793 h 160954"/>
                    <a:gd name="connsiteX19" fmla="*/ 95098 w 168249"/>
                    <a:gd name="connsiteY19" fmla="*/ 141445 h 160954"/>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Lst>
                  <a:rect l="l" t="t" r="r" b="b"/>
                  <a:pathLst>
                    <a:path w="168249" h="160954">
                      <a:moveTo>
                        <a:pt x="24384" y="81697"/>
                      </a:moveTo>
                      <a:lnTo>
                        <a:pt x="6096" y="81697"/>
                      </a:lnTo>
                      <a:lnTo>
                        <a:pt x="0" y="81697"/>
                      </a:lnTo>
                      <a:cubicBezTo>
                        <a:pt x="0" y="84136"/>
                        <a:pt x="0" y="86574"/>
                        <a:pt x="0" y="89013"/>
                      </a:cubicBezTo>
                      <a:cubicBezTo>
                        <a:pt x="0" y="92671"/>
                        <a:pt x="0" y="96329"/>
                        <a:pt x="1220" y="99987"/>
                      </a:cubicBezTo>
                      <a:lnTo>
                        <a:pt x="25603" y="99987"/>
                      </a:lnTo>
                      <a:cubicBezTo>
                        <a:pt x="30480" y="134129"/>
                        <a:pt x="60960" y="160955"/>
                        <a:pt x="96317" y="160955"/>
                      </a:cubicBezTo>
                      <a:cubicBezTo>
                        <a:pt x="135332" y="160955"/>
                        <a:pt x="168249" y="129252"/>
                        <a:pt x="168249" y="89013"/>
                      </a:cubicBezTo>
                      <a:cubicBezTo>
                        <a:pt x="168249" y="48774"/>
                        <a:pt x="136551" y="17071"/>
                        <a:pt x="96317" y="17071"/>
                      </a:cubicBezTo>
                      <a:cubicBezTo>
                        <a:pt x="86563" y="17071"/>
                        <a:pt x="78029" y="19510"/>
                        <a:pt x="69495" y="21949"/>
                      </a:cubicBezTo>
                      <a:lnTo>
                        <a:pt x="59741" y="6097"/>
                      </a:lnTo>
                      <a:lnTo>
                        <a:pt x="56083" y="0"/>
                      </a:lnTo>
                      <a:cubicBezTo>
                        <a:pt x="49987" y="2439"/>
                        <a:pt x="45111" y="4877"/>
                        <a:pt x="40234" y="8536"/>
                      </a:cubicBezTo>
                      <a:lnTo>
                        <a:pt x="52426" y="30484"/>
                      </a:lnTo>
                      <a:cubicBezTo>
                        <a:pt x="36576" y="42678"/>
                        <a:pt x="25603" y="60968"/>
                        <a:pt x="24384" y="81697"/>
                      </a:cubicBezTo>
                      <a:close/>
                      <a:moveTo>
                        <a:pt x="95098" y="141445"/>
                      </a:moveTo>
                      <a:cubicBezTo>
                        <a:pt x="65837" y="141445"/>
                        <a:pt x="41453" y="117058"/>
                        <a:pt x="41453" y="87793"/>
                      </a:cubicBezTo>
                      <a:cubicBezTo>
                        <a:pt x="41453" y="58529"/>
                        <a:pt x="65837" y="34142"/>
                        <a:pt x="95098" y="34142"/>
                      </a:cubicBezTo>
                      <a:cubicBezTo>
                        <a:pt x="124358" y="34142"/>
                        <a:pt x="148743" y="58529"/>
                        <a:pt x="148743" y="87793"/>
                      </a:cubicBezTo>
                      <a:cubicBezTo>
                        <a:pt x="148743" y="117058"/>
                        <a:pt x="124358" y="141445"/>
                        <a:pt x="95098" y="141445"/>
                      </a:cubicBezTo>
                      <a:close/>
                    </a:path>
                  </a:pathLst>
                </a:custGeom>
                <a:solidFill>
                  <a:srgbClr val="2D5967"/>
                </a:solidFill>
                <a:ln w="6417" cap="flat">
                  <a:noFill/>
                  <a:prstDash val="solid"/>
                  <a:miter/>
                </a:ln>
              </p:spPr>
              <p:txBody>
                <a:bodyPr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srgbClr val="7C8A98"/>
                    </a:solidFill>
                    <a:effectLst/>
                    <a:uLnTx/>
                    <a:uFillTx/>
                    <a:latin typeface="Oracle Sans Tab"/>
                    <a:ea typeface="+mn-ea"/>
                    <a:cs typeface="+mn-cs"/>
                  </a:endParaRPr>
                </a:p>
              </p:txBody>
            </p:sp>
          </p:grpSp>
        </p:grpSp>
        <p:sp>
          <p:nvSpPr>
            <p:cNvPr id="119" name="TextBox 118">
              <a:extLst>
                <a:ext uri="{FF2B5EF4-FFF2-40B4-BE49-F238E27FC236}">
                  <a16:creationId xmlns:a16="http://schemas.microsoft.com/office/drawing/2014/main" id="{5945B01E-C7FF-585E-5684-69E42A819648}"/>
                </a:ext>
              </a:extLst>
            </p:cNvPr>
            <p:cNvSpPr txBox="1"/>
            <p:nvPr/>
          </p:nvSpPr>
          <p:spPr>
            <a:xfrm>
              <a:off x="7350778" y="2889340"/>
              <a:ext cx="582456" cy="295251"/>
            </a:xfrm>
            <a:prstGeom prst="rect">
              <a:avLst/>
            </a:prstGeom>
            <a:noFill/>
          </p:spPr>
          <p:txBody>
            <a:bodyPr wrap="none" rtlCol="0">
              <a:spAutoFit/>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sz="600" b="0" i="0" u="none" strike="noStrike" kern="1200" cap="none" spc="0" normalizeH="0" baseline="0" noProof="0" dirty="0">
                  <a:ln>
                    <a:noFill/>
                  </a:ln>
                  <a:solidFill>
                    <a:srgbClr val="000000"/>
                  </a:solidFill>
                  <a:effectLst/>
                  <a:uLnTx/>
                  <a:uFillTx/>
                  <a:latin typeface="Oracle Sans"/>
                  <a:ea typeface="+mn-ea"/>
                  <a:cs typeface="Oracle Sans"/>
                  <a:sym typeface="Oracle Sans"/>
                  <a:rtl val="0"/>
                </a:rPr>
                <a:t>OCI Data </a:t>
              </a:r>
            </a:p>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sz="600" b="0" i="0" u="none" strike="noStrike" kern="1200" cap="none" spc="0" normalizeH="0" baseline="0" noProof="0" dirty="0">
                  <a:ln>
                    <a:noFill/>
                  </a:ln>
                  <a:solidFill>
                    <a:srgbClr val="000000"/>
                  </a:solidFill>
                  <a:effectLst/>
                  <a:uLnTx/>
                  <a:uFillTx/>
                  <a:latin typeface="Oracle Sans"/>
                  <a:ea typeface="+mn-ea"/>
                  <a:cs typeface="Oracle Sans"/>
                  <a:sym typeface="Oracle Sans"/>
                  <a:rtl val="0"/>
                </a:rPr>
                <a:t>Science</a:t>
              </a:r>
            </a:p>
          </p:txBody>
        </p:sp>
      </p:grpSp>
      <p:pic>
        <p:nvPicPr>
          <p:cNvPr id="127" name="Picture 126">
            <a:extLst>
              <a:ext uri="{FF2B5EF4-FFF2-40B4-BE49-F238E27FC236}">
                <a16:creationId xmlns:a16="http://schemas.microsoft.com/office/drawing/2014/main" id="{D0C9A80E-467C-E099-A0DD-4A059A1A6E45}"/>
              </a:ext>
            </a:extLst>
          </p:cNvPr>
          <p:cNvPicPr>
            <a:picLocks noChangeAspect="1"/>
          </p:cNvPicPr>
          <p:nvPr/>
        </p:nvPicPr>
        <p:blipFill>
          <a:blip r:embed="rId5"/>
          <a:stretch>
            <a:fillRect/>
          </a:stretch>
        </p:blipFill>
        <p:spPr>
          <a:xfrm>
            <a:off x="9006093" y="1973610"/>
            <a:ext cx="2863489" cy="2221988"/>
          </a:xfrm>
          <a:prstGeom prst="rect">
            <a:avLst/>
          </a:prstGeom>
        </p:spPr>
      </p:pic>
      <p:sp>
        <p:nvSpPr>
          <p:cNvPr id="256" name="Rectangle: Rounded Corners 1322">
            <a:extLst>
              <a:ext uri="{FF2B5EF4-FFF2-40B4-BE49-F238E27FC236}">
                <a16:creationId xmlns:a16="http://schemas.microsoft.com/office/drawing/2014/main" id="{D4163A46-DAF8-0318-2EB1-90B551285A47}"/>
              </a:ext>
            </a:extLst>
          </p:cNvPr>
          <p:cNvSpPr/>
          <p:nvPr/>
        </p:nvSpPr>
        <p:spPr>
          <a:xfrm>
            <a:off x="9159288" y="4732429"/>
            <a:ext cx="2520466" cy="1238865"/>
          </a:xfrm>
          <a:prstGeom prst="roundRect">
            <a:avLst>
              <a:gd name="adj" fmla="val 5089"/>
            </a:avLst>
          </a:prstGeom>
          <a:noFill/>
          <a:ln w="19050">
            <a:solidFill>
              <a:schemeClr val="bg1">
                <a:lumMod val="75000"/>
                <a:lumOff val="25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400" b="0" i="0" u="none" strike="noStrike" kern="1200" cap="none" spc="0" normalizeH="0" baseline="0" noProof="0">
              <a:ln>
                <a:noFill/>
              </a:ln>
              <a:solidFill>
                <a:srgbClr val="F3F3F3"/>
              </a:solidFill>
              <a:effectLst/>
              <a:uLnTx/>
              <a:uFillTx/>
              <a:latin typeface="Oracle Sans Tab"/>
              <a:ea typeface="+mn-ea"/>
              <a:cs typeface="+mn-cs"/>
            </a:endParaRPr>
          </a:p>
        </p:txBody>
      </p:sp>
      <p:sp>
        <p:nvSpPr>
          <p:cNvPr id="257" name="TextBox 256">
            <a:extLst>
              <a:ext uri="{FF2B5EF4-FFF2-40B4-BE49-F238E27FC236}">
                <a16:creationId xmlns:a16="http://schemas.microsoft.com/office/drawing/2014/main" id="{97B68157-C984-99DD-94B7-B534834EA3AC}"/>
              </a:ext>
            </a:extLst>
          </p:cNvPr>
          <p:cNvSpPr txBox="1"/>
          <p:nvPr/>
        </p:nvSpPr>
        <p:spPr>
          <a:xfrm>
            <a:off x="9088189" y="4723277"/>
            <a:ext cx="2662665" cy="461665"/>
          </a:xfrm>
          <a:prstGeom prst="rect">
            <a:avLst/>
          </a:prstGeom>
          <a:noFill/>
        </p:spPr>
        <p:txBody>
          <a:bodyPr wrap="square" lIns="91440" tIns="45720" rIns="91440" bIns="45720" rtlCol="0" anchor="t">
            <a:spAutoFit/>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sz="1400" b="1" i="0" u="none" strike="noStrike" kern="1200" cap="none" spc="0" normalizeH="0" baseline="0" noProof="0" dirty="0">
                <a:ln>
                  <a:noFill/>
                </a:ln>
                <a:solidFill>
                  <a:srgbClr val="2C5166"/>
                </a:solidFill>
                <a:effectLst/>
                <a:uLnTx/>
                <a:uFillTx/>
                <a:latin typeface="Oracle Sans"/>
                <a:ea typeface="+mn-ea"/>
                <a:cs typeface="Oracle Sans"/>
                <a:rtl val="0"/>
              </a:rPr>
              <a:t>SAM Biz Analytics</a:t>
            </a:r>
          </a:p>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sz="1000" b="1" i="0" u="none" strike="noStrike" kern="1200" cap="none" spc="0" normalizeH="0" baseline="0" noProof="0" dirty="0">
                <a:ln>
                  <a:noFill/>
                </a:ln>
                <a:solidFill>
                  <a:srgbClr val="2C5166"/>
                </a:solidFill>
                <a:effectLst/>
                <a:uLnTx/>
                <a:uFillTx/>
                <a:latin typeface="Oracle Sans"/>
                <a:ea typeface="+mn-ea"/>
                <a:cs typeface="Oracle Sans"/>
                <a:rtl val="0"/>
              </a:rPr>
              <a:t>(Oracle Analytics Cloud)</a:t>
            </a:r>
          </a:p>
        </p:txBody>
      </p:sp>
      <p:pic>
        <p:nvPicPr>
          <p:cNvPr id="258" name="Picture 6" descr="Dashboard - Free electronics icons">
            <a:extLst>
              <a:ext uri="{FF2B5EF4-FFF2-40B4-BE49-F238E27FC236}">
                <a16:creationId xmlns:a16="http://schemas.microsoft.com/office/drawing/2014/main" id="{9FBD98AC-6C63-74D2-D695-C013CCD38B70}"/>
              </a:ext>
            </a:extLst>
          </p:cNvPr>
          <p:cNvPicPr>
            <a:picLocks noChangeAspect="1" noChangeArrowheads="1"/>
          </p:cNvPicPr>
          <p:nvPr/>
        </p:nvPicPr>
        <p:blipFill>
          <a:blip r:embed="rId6">
            <a:duotone>
              <a:srgbClr val="227E9D">
                <a:shade val="45000"/>
                <a:satMod val="135000"/>
              </a:srgbClr>
              <a:prstClr val="white"/>
            </a:duotone>
            <a:alphaModFix amt="70000"/>
            <a:extLst>
              <a:ext uri="{28A0092B-C50C-407E-A947-70E740481C1C}">
                <a14:useLocalDpi xmlns:a14="http://schemas.microsoft.com/office/drawing/2010/main" val="0"/>
              </a:ext>
            </a:extLst>
          </a:blip>
          <a:srcRect/>
          <a:stretch>
            <a:fillRect/>
          </a:stretch>
        </p:blipFill>
        <p:spPr bwMode="auto">
          <a:xfrm>
            <a:off x="9966282" y="5176292"/>
            <a:ext cx="894224" cy="684340"/>
          </a:xfrm>
          <a:prstGeom prst="rect">
            <a:avLst/>
          </a:prstGeom>
          <a:noFill/>
          <a:extLst>
            <a:ext uri="{909E8E84-426E-40DD-AFC4-6F175D3DCCD1}">
              <a14:hiddenFill xmlns:a14="http://schemas.microsoft.com/office/drawing/2010/main">
                <a:solidFill>
                  <a:srgbClr val="FFFFFF"/>
                </a:solidFill>
              </a14:hiddenFill>
            </a:ext>
          </a:extLst>
        </p:spPr>
      </p:pic>
      <p:cxnSp>
        <p:nvCxnSpPr>
          <p:cNvPr id="259" name="Straight Arrow Connector 258">
            <a:extLst>
              <a:ext uri="{FF2B5EF4-FFF2-40B4-BE49-F238E27FC236}">
                <a16:creationId xmlns:a16="http://schemas.microsoft.com/office/drawing/2014/main" id="{5DD5FF40-D9EC-7F4F-2CA8-B5AD1526677D}"/>
              </a:ext>
            </a:extLst>
          </p:cNvPr>
          <p:cNvCxnSpPr>
            <a:cxnSpLocks/>
          </p:cNvCxnSpPr>
          <p:nvPr/>
        </p:nvCxnSpPr>
        <p:spPr>
          <a:xfrm>
            <a:off x="5357120" y="3435227"/>
            <a:ext cx="909012" cy="0"/>
          </a:xfrm>
          <a:prstGeom prst="straightConnector1">
            <a:avLst/>
          </a:prstGeom>
          <a:ln w="28575">
            <a:solidFill>
              <a:srgbClr val="2C5967"/>
            </a:solidFill>
            <a:tailEnd type="triangle"/>
          </a:ln>
        </p:spPr>
        <p:style>
          <a:lnRef idx="1">
            <a:schemeClr val="accent1"/>
          </a:lnRef>
          <a:fillRef idx="0">
            <a:schemeClr val="accent1"/>
          </a:fillRef>
          <a:effectRef idx="0">
            <a:schemeClr val="accent1"/>
          </a:effectRef>
          <a:fontRef idx="minor">
            <a:schemeClr val="tx1"/>
          </a:fontRef>
        </p:style>
      </p:cxnSp>
      <p:grpSp>
        <p:nvGrpSpPr>
          <p:cNvPr id="261" name="Graphic 2">
            <a:extLst>
              <a:ext uri="{FF2B5EF4-FFF2-40B4-BE49-F238E27FC236}">
                <a16:creationId xmlns:a16="http://schemas.microsoft.com/office/drawing/2014/main" id="{E2CC37EF-56FF-DF06-EE5B-3F2E564185BA}"/>
              </a:ext>
            </a:extLst>
          </p:cNvPr>
          <p:cNvGrpSpPr/>
          <p:nvPr/>
        </p:nvGrpSpPr>
        <p:grpSpPr>
          <a:xfrm>
            <a:off x="6287233" y="2888039"/>
            <a:ext cx="859724" cy="697632"/>
            <a:chOff x="2797743" y="766674"/>
            <a:chExt cx="513347" cy="468368"/>
          </a:xfrm>
        </p:grpSpPr>
        <p:sp>
          <p:nvSpPr>
            <p:cNvPr id="263" name="Freeform: Shape 262">
              <a:extLst>
                <a:ext uri="{FF2B5EF4-FFF2-40B4-BE49-F238E27FC236}">
                  <a16:creationId xmlns:a16="http://schemas.microsoft.com/office/drawing/2014/main" id="{C9F1BEA0-744F-BCBF-43AB-22C83BEAA137}"/>
                </a:ext>
              </a:extLst>
            </p:cNvPr>
            <p:cNvSpPr/>
            <p:nvPr/>
          </p:nvSpPr>
          <p:spPr>
            <a:xfrm>
              <a:off x="2797743" y="789575"/>
              <a:ext cx="513347" cy="445467"/>
            </a:xfrm>
            <a:custGeom>
              <a:avLst/>
              <a:gdLst>
                <a:gd name="connsiteX0" fmla="*/ 272581 w 513347"/>
                <a:gd name="connsiteY0" fmla="*/ 10606 h 445467"/>
                <a:gd name="connsiteX1" fmla="*/ 361679 w 513347"/>
                <a:gd name="connsiteY1" fmla="*/ 65759 h 445467"/>
                <a:gd name="connsiteX2" fmla="*/ 368038 w 513347"/>
                <a:gd name="connsiteY2" fmla="*/ 74244 h 445467"/>
                <a:gd name="connsiteX3" fmla="*/ 377586 w 513347"/>
                <a:gd name="connsiteY3" fmla="*/ 88033 h 445467"/>
                <a:gd name="connsiteX4" fmla="*/ 453953 w 513347"/>
                <a:gd name="connsiteY4" fmla="*/ 130458 h 445467"/>
                <a:gd name="connsiteX5" fmla="*/ 458195 w 513347"/>
                <a:gd name="connsiteY5" fmla="*/ 147428 h 445467"/>
                <a:gd name="connsiteX6" fmla="*/ 499558 w 513347"/>
                <a:gd name="connsiteY6" fmla="*/ 188793 h 445467"/>
                <a:gd name="connsiteX7" fmla="*/ 485768 w 513347"/>
                <a:gd name="connsiteY7" fmla="*/ 202581 h 445467"/>
                <a:gd name="connsiteX8" fmla="*/ 467743 w 513347"/>
                <a:gd name="connsiteY8" fmla="*/ 184550 h 445467"/>
                <a:gd name="connsiteX9" fmla="*/ 377586 w 513347"/>
                <a:gd name="connsiteY9" fmla="*/ 268343 h 445467"/>
                <a:gd name="connsiteX10" fmla="*/ 368038 w 513347"/>
                <a:gd name="connsiteY10" fmla="*/ 267278 h 445467"/>
                <a:gd name="connsiteX11" fmla="*/ 368038 w 513347"/>
                <a:gd name="connsiteY11" fmla="*/ 395615 h 445467"/>
                <a:gd name="connsiteX12" fmla="*/ 325616 w 513347"/>
                <a:gd name="connsiteY12" fmla="*/ 425312 h 445467"/>
                <a:gd name="connsiteX13" fmla="*/ 238642 w 513347"/>
                <a:gd name="connsiteY13" fmla="*/ 433802 h 445467"/>
                <a:gd name="connsiteX14" fmla="*/ 151668 w 513347"/>
                <a:gd name="connsiteY14" fmla="*/ 425312 h 445467"/>
                <a:gd name="connsiteX15" fmla="*/ 109247 w 513347"/>
                <a:gd name="connsiteY15" fmla="*/ 395615 h 445467"/>
                <a:gd name="connsiteX16" fmla="*/ 109247 w 513347"/>
                <a:gd name="connsiteY16" fmla="*/ 236522 h 445467"/>
                <a:gd name="connsiteX17" fmla="*/ 11666 w 513347"/>
                <a:gd name="connsiteY17" fmla="*/ 236522 h 445467"/>
                <a:gd name="connsiteX18" fmla="*/ 12725 w 513347"/>
                <a:gd name="connsiteY18" fmla="*/ 225915 h 445467"/>
                <a:gd name="connsiteX19" fmla="*/ 70001 w 513347"/>
                <a:gd name="connsiteY19" fmla="*/ 138943 h 445467"/>
                <a:gd name="connsiteX20" fmla="*/ 86974 w 513347"/>
                <a:gd name="connsiteY20" fmla="*/ 117730 h 445467"/>
                <a:gd name="connsiteX21" fmla="*/ 133637 w 513347"/>
                <a:gd name="connsiteY21" fmla="*/ 59396 h 445467"/>
                <a:gd name="connsiteX22" fmla="*/ 166517 w 513347"/>
                <a:gd name="connsiteY22" fmla="*/ 53031 h 445467"/>
                <a:gd name="connsiteX23" fmla="*/ 173941 w 513347"/>
                <a:gd name="connsiteY23" fmla="*/ 53031 h 445467"/>
                <a:gd name="connsiteX24" fmla="*/ 177124 w 513347"/>
                <a:gd name="connsiteY24" fmla="*/ 53031 h 445467"/>
                <a:gd name="connsiteX25" fmla="*/ 200462 w 513347"/>
                <a:gd name="connsiteY25" fmla="*/ 43486 h 445467"/>
                <a:gd name="connsiteX26" fmla="*/ 270463 w 513347"/>
                <a:gd name="connsiteY26" fmla="*/ 11666 h 445467"/>
                <a:gd name="connsiteX27" fmla="*/ 270463 w 513347"/>
                <a:gd name="connsiteY27" fmla="*/ 21212 h 445467"/>
                <a:gd name="connsiteX28" fmla="*/ 270463 w 513347"/>
                <a:gd name="connsiteY28" fmla="*/ 11666 h 445467"/>
                <a:gd name="connsiteX29" fmla="*/ 272581 w 513347"/>
                <a:gd name="connsiteY29" fmla="*/ 10606 h 445467"/>
                <a:gd name="connsiteX30" fmla="*/ 280005 w 513347"/>
                <a:gd name="connsiteY30" fmla="*/ 0 h 445467"/>
                <a:gd name="connsiteX31" fmla="*/ 269398 w 513347"/>
                <a:gd name="connsiteY31" fmla="*/ 0 h 445467"/>
                <a:gd name="connsiteX32" fmla="*/ 258798 w 513347"/>
                <a:gd name="connsiteY32" fmla="*/ 0 h 445467"/>
                <a:gd name="connsiteX33" fmla="*/ 258798 w 513347"/>
                <a:gd name="connsiteY33" fmla="*/ 1061 h 445467"/>
                <a:gd name="connsiteX34" fmla="*/ 190914 w 513347"/>
                <a:gd name="connsiteY34" fmla="*/ 35001 h 445467"/>
                <a:gd name="connsiteX35" fmla="*/ 176065 w 513347"/>
                <a:gd name="connsiteY35" fmla="*/ 42425 h 445467"/>
                <a:gd name="connsiteX36" fmla="*/ 173941 w 513347"/>
                <a:gd name="connsiteY36" fmla="*/ 42425 h 445467"/>
                <a:gd name="connsiteX37" fmla="*/ 165458 w 513347"/>
                <a:gd name="connsiteY37" fmla="*/ 42425 h 445467"/>
                <a:gd name="connsiteX38" fmla="*/ 128337 w 513347"/>
                <a:gd name="connsiteY38" fmla="*/ 49850 h 445467"/>
                <a:gd name="connsiteX39" fmla="*/ 75308 w 513347"/>
                <a:gd name="connsiteY39" fmla="*/ 115609 h 445467"/>
                <a:gd name="connsiteX40" fmla="*/ 63636 w 513347"/>
                <a:gd name="connsiteY40" fmla="*/ 131518 h 445467"/>
                <a:gd name="connsiteX41" fmla="*/ 1059 w 513347"/>
                <a:gd name="connsiteY41" fmla="*/ 226976 h 445467"/>
                <a:gd name="connsiteX42" fmla="*/ 0 w 513347"/>
                <a:gd name="connsiteY42" fmla="*/ 237582 h 445467"/>
                <a:gd name="connsiteX43" fmla="*/ 0 w 513347"/>
                <a:gd name="connsiteY43" fmla="*/ 248188 h 445467"/>
                <a:gd name="connsiteX44" fmla="*/ 11666 w 513347"/>
                <a:gd name="connsiteY44" fmla="*/ 248188 h 445467"/>
                <a:gd name="connsiteX45" fmla="*/ 98640 w 513347"/>
                <a:gd name="connsiteY45" fmla="*/ 248188 h 445467"/>
                <a:gd name="connsiteX46" fmla="*/ 98640 w 513347"/>
                <a:gd name="connsiteY46" fmla="*/ 396680 h 445467"/>
                <a:gd name="connsiteX47" fmla="*/ 149551 w 513347"/>
                <a:gd name="connsiteY47" fmla="*/ 436984 h 445467"/>
                <a:gd name="connsiteX48" fmla="*/ 238642 w 513347"/>
                <a:gd name="connsiteY48" fmla="*/ 445467 h 445467"/>
                <a:gd name="connsiteX49" fmla="*/ 327734 w 513347"/>
                <a:gd name="connsiteY49" fmla="*/ 436984 h 445467"/>
                <a:gd name="connsiteX50" fmla="*/ 378645 w 513347"/>
                <a:gd name="connsiteY50" fmla="*/ 396680 h 445467"/>
                <a:gd name="connsiteX51" fmla="*/ 378645 w 513347"/>
                <a:gd name="connsiteY51" fmla="*/ 280009 h 445467"/>
                <a:gd name="connsiteX52" fmla="*/ 474102 w 513347"/>
                <a:gd name="connsiteY52" fmla="*/ 206824 h 445467"/>
                <a:gd name="connsiteX53" fmla="*/ 477285 w 513347"/>
                <a:gd name="connsiteY53" fmla="*/ 210005 h 445467"/>
                <a:gd name="connsiteX54" fmla="*/ 484709 w 513347"/>
                <a:gd name="connsiteY54" fmla="*/ 217430 h 445467"/>
                <a:gd name="connsiteX55" fmla="*/ 492133 w 513347"/>
                <a:gd name="connsiteY55" fmla="*/ 210005 h 445467"/>
                <a:gd name="connsiteX56" fmla="*/ 505923 w 513347"/>
                <a:gd name="connsiteY56" fmla="*/ 196217 h 445467"/>
                <a:gd name="connsiteX57" fmla="*/ 513347 w 513347"/>
                <a:gd name="connsiteY57" fmla="*/ 188793 h 445467"/>
                <a:gd name="connsiteX58" fmla="*/ 505923 w 513347"/>
                <a:gd name="connsiteY58" fmla="*/ 181368 h 445467"/>
                <a:gd name="connsiteX59" fmla="*/ 466678 w 513347"/>
                <a:gd name="connsiteY59" fmla="*/ 142125 h 445467"/>
                <a:gd name="connsiteX60" fmla="*/ 463495 w 513347"/>
                <a:gd name="connsiteY60" fmla="*/ 128337 h 445467"/>
                <a:gd name="connsiteX61" fmla="*/ 463495 w 513347"/>
                <a:gd name="connsiteY61" fmla="*/ 126215 h 445467"/>
                <a:gd name="connsiteX62" fmla="*/ 462436 w 513347"/>
                <a:gd name="connsiteY62" fmla="*/ 125155 h 445467"/>
                <a:gd name="connsiteX63" fmla="*/ 382887 w 513347"/>
                <a:gd name="connsiteY63" fmla="*/ 77426 h 445467"/>
                <a:gd name="connsiteX64" fmla="*/ 376528 w 513347"/>
                <a:gd name="connsiteY64" fmla="*/ 67881 h 445467"/>
                <a:gd name="connsiteX65" fmla="*/ 376528 w 513347"/>
                <a:gd name="connsiteY65" fmla="*/ 66820 h 445467"/>
                <a:gd name="connsiteX66" fmla="*/ 375462 w 513347"/>
                <a:gd name="connsiteY66" fmla="*/ 65759 h 445467"/>
                <a:gd name="connsiteX67" fmla="*/ 371221 w 513347"/>
                <a:gd name="connsiteY67" fmla="*/ 61516 h 445467"/>
                <a:gd name="connsiteX68" fmla="*/ 280005 w 513347"/>
                <a:gd name="connsiteY68" fmla="*/ 0 h 445467"/>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 ang="0">
                  <a:pos x="connsiteX39" y="connsiteY39"/>
                </a:cxn>
                <a:cxn ang="0">
                  <a:pos x="connsiteX40" y="connsiteY40"/>
                </a:cxn>
                <a:cxn ang="0">
                  <a:pos x="connsiteX41" y="connsiteY41"/>
                </a:cxn>
                <a:cxn ang="0">
                  <a:pos x="connsiteX42" y="connsiteY42"/>
                </a:cxn>
                <a:cxn ang="0">
                  <a:pos x="connsiteX43" y="connsiteY43"/>
                </a:cxn>
                <a:cxn ang="0">
                  <a:pos x="connsiteX44" y="connsiteY44"/>
                </a:cxn>
                <a:cxn ang="0">
                  <a:pos x="connsiteX45" y="connsiteY45"/>
                </a:cxn>
                <a:cxn ang="0">
                  <a:pos x="connsiteX46" y="connsiteY46"/>
                </a:cxn>
                <a:cxn ang="0">
                  <a:pos x="connsiteX47" y="connsiteY47"/>
                </a:cxn>
                <a:cxn ang="0">
                  <a:pos x="connsiteX48" y="connsiteY48"/>
                </a:cxn>
                <a:cxn ang="0">
                  <a:pos x="connsiteX49" y="connsiteY49"/>
                </a:cxn>
                <a:cxn ang="0">
                  <a:pos x="connsiteX50" y="connsiteY50"/>
                </a:cxn>
                <a:cxn ang="0">
                  <a:pos x="connsiteX51" y="connsiteY51"/>
                </a:cxn>
                <a:cxn ang="0">
                  <a:pos x="connsiteX52" y="connsiteY52"/>
                </a:cxn>
                <a:cxn ang="0">
                  <a:pos x="connsiteX53" y="connsiteY53"/>
                </a:cxn>
                <a:cxn ang="0">
                  <a:pos x="connsiteX54" y="connsiteY54"/>
                </a:cxn>
                <a:cxn ang="0">
                  <a:pos x="connsiteX55" y="connsiteY55"/>
                </a:cxn>
                <a:cxn ang="0">
                  <a:pos x="connsiteX56" y="connsiteY56"/>
                </a:cxn>
                <a:cxn ang="0">
                  <a:pos x="connsiteX57" y="connsiteY57"/>
                </a:cxn>
                <a:cxn ang="0">
                  <a:pos x="connsiteX58" y="connsiteY58"/>
                </a:cxn>
                <a:cxn ang="0">
                  <a:pos x="connsiteX59" y="connsiteY59"/>
                </a:cxn>
                <a:cxn ang="0">
                  <a:pos x="connsiteX60" y="connsiteY60"/>
                </a:cxn>
                <a:cxn ang="0">
                  <a:pos x="connsiteX61" y="connsiteY61"/>
                </a:cxn>
                <a:cxn ang="0">
                  <a:pos x="connsiteX62" y="connsiteY62"/>
                </a:cxn>
                <a:cxn ang="0">
                  <a:pos x="connsiteX63" y="connsiteY63"/>
                </a:cxn>
                <a:cxn ang="0">
                  <a:pos x="connsiteX64" y="connsiteY64"/>
                </a:cxn>
                <a:cxn ang="0">
                  <a:pos x="connsiteX65" y="connsiteY65"/>
                </a:cxn>
                <a:cxn ang="0">
                  <a:pos x="connsiteX66" y="connsiteY66"/>
                </a:cxn>
                <a:cxn ang="0">
                  <a:pos x="connsiteX67" y="connsiteY67"/>
                </a:cxn>
                <a:cxn ang="0">
                  <a:pos x="connsiteX68" y="connsiteY68"/>
                </a:cxn>
              </a:cxnLst>
              <a:rect l="l" t="t" r="r" b="b"/>
              <a:pathLst>
                <a:path w="513347" h="445467">
                  <a:moveTo>
                    <a:pt x="272581" y="10606"/>
                  </a:moveTo>
                  <a:cubicBezTo>
                    <a:pt x="310768" y="10606"/>
                    <a:pt x="344706" y="31819"/>
                    <a:pt x="361679" y="65759"/>
                  </a:cubicBezTo>
                  <a:cubicBezTo>
                    <a:pt x="363796" y="68941"/>
                    <a:pt x="364862" y="72123"/>
                    <a:pt x="368038" y="74244"/>
                  </a:cubicBezTo>
                  <a:cubicBezTo>
                    <a:pt x="370162" y="77426"/>
                    <a:pt x="374403" y="83790"/>
                    <a:pt x="377586" y="88033"/>
                  </a:cubicBezTo>
                  <a:cubicBezTo>
                    <a:pt x="409407" y="88033"/>
                    <a:pt x="438039" y="105003"/>
                    <a:pt x="453953" y="130458"/>
                  </a:cubicBezTo>
                  <a:lnTo>
                    <a:pt x="458195" y="147428"/>
                  </a:lnTo>
                  <a:lnTo>
                    <a:pt x="499558" y="188793"/>
                  </a:lnTo>
                  <a:lnTo>
                    <a:pt x="485768" y="202581"/>
                  </a:lnTo>
                  <a:lnTo>
                    <a:pt x="467743" y="184550"/>
                  </a:lnTo>
                  <a:cubicBezTo>
                    <a:pt x="464560" y="231218"/>
                    <a:pt x="425315" y="268343"/>
                    <a:pt x="377586" y="268343"/>
                  </a:cubicBezTo>
                  <a:cubicBezTo>
                    <a:pt x="374403" y="268343"/>
                    <a:pt x="371221" y="268343"/>
                    <a:pt x="368038" y="267278"/>
                  </a:cubicBezTo>
                  <a:lnTo>
                    <a:pt x="368038" y="395615"/>
                  </a:lnTo>
                  <a:cubicBezTo>
                    <a:pt x="368038" y="408346"/>
                    <a:pt x="354255" y="418953"/>
                    <a:pt x="325616" y="425312"/>
                  </a:cubicBezTo>
                  <a:cubicBezTo>
                    <a:pt x="302278" y="430619"/>
                    <a:pt x="271522" y="433802"/>
                    <a:pt x="238642" y="433802"/>
                  </a:cubicBezTo>
                  <a:cubicBezTo>
                    <a:pt x="205763" y="433802"/>
                    <a:pt x="175007" y="430619"/>
                    <a:pt x="151668" y="425312"/>
                  </a:cubicBezTo>
                  <a:cubicBezTo>
                    <a:pt x="123037" y="418953"/>
                    <a:pt x="109247" y="408346"/>
                    <a:pt x="109247" y="395615"/>
                  </a:cubicBezTo>
                  <a:lnTo>
                    <a:pt x="109247" y="236522"/>
                  </a:lnTo>
                  <a:lnTo>
                    <a:pt x="11666" y="236522"/>
                  </a:lnTo>
                  <a:lnTo>
                    <a:pt x="12725" y="225915"/>
                  </a:lnTo>
                  <a:cubicBezTo>
                    <a:pt x="15907" y="188793"/>
                    <a:pt x="37121" y="155913"/>
                    <a:pt x="70001" y="138943"/>
                  </a:cubicBezTo>
                  <a:cubicBezTo>
                    <a:pt x="78484" y="135761"/>
                    <a:pt x="84850" y="127276"/>
                    <a:pt x="86974" y="117730"/>
                  </a:cubicBezTo>
                  <a:cubicBezTo>
                    <a:pt x="92274" y="92275"/>
                    <a:pt x="109247" y="70002"/>
                    <a:pt x="133637" y="59396"/>
                  </a:cubicBezTo>
                  <a:cubicBezTo>
                    <a:pt x="144244" y="55153"/>
                    <a:pt x="154851" y="53031"/>
                    <a:pt x="166517" y="53031"/>
                  </a:cubicBezTo>
                  <a:cubicBezTo>
                    <a:pt x="168641" y="53031"/>
                    <a:pt x="171824" y="53031"/>
                    <a:pt x="173941" y="53031"/>
                  </a:cubicBezTo>
                  <a:cubicBezTo>
                    <a:pt x="175007" y="53031"/>
                    <a:pt x="176065" y="53031"/>
                    <a:pt x="177124" y="53031"/>
                  </a:cubicBezTo>
                  <a:cubicBezTo>
                    <a:pt x="185614" y="53031"/>
                    <a:pt x="194097" y="49850"/>
                    <a:pt x="200462" y="43486"/>
                  </a:cubicBezTo>
                  <a:cubicBezTo>
                    <a:pt x="218493" y="23334"/>
                    <a:pt x="243949" y="12727"/>
                    <a:pt x="270463" y="11666"/>
                  </a:cubicBezTo>
                  <a:lnTo>
                    <a:pt x="270463" y="21212"/>
                  </a:lnTo>
                  <a:lnTo>
                    <a:pt x="270463" y="11666"/>
                  </a:lnTo>
                  <a:cubicBezTo>
                    <a:pt x="270463" y="10606"/>
                    <a:pt x="271522" y="10606"/>
                    <a:pt x="272581" y="10606"/>
                  </a:cubicBezTo>
                  <a:close/>
                  <a:moveTo>
                    <a:pt x="280005" y="0"/>
                  </a:moveTo>
                  <a:lnTo>
                    <a:pt x="269398" y="0"/>
                  </a:lnTo>
                  <a:lnTo>
                    <a:pt x="258798" y="0"/>
                  </a:lnTo>
                  <a:lnTo>
                    <a:pt x="258798" y="1061"/>
                  </a:lnTo>
                  <a:cubicBezTo>
                    <a:pt x="233342" y="4242"/>
                    <a:pt x="208945" y="15909"/>
                    <a:pt x="190914" y="35001"/>
                  </a:cubicBezTo>
                  <a:cubicBezTo>
                    <a:pt x="187731" y="40304"/>
                    <a:pt x="182431" y="42425"/>
                    <a:pt x="176065" y="42425"/>
                  </a:cubicBezTo>
                  <a:cubicBezTo>
                    <a:pt x="175007" y="42425"/>
                    <a:pt x="175007" y="42425"/>
                    <a:pt x="173941" y="42425"/>
                  </a:cubicBezTo>
                  <a:cubicBezTo>
                    <a:pt x="170765" y="42425"/>
                    <a:pt x="168641" y="42425"/>
                    <a:pt x="165458" y="42425"/>
                  </a:cubicBezTo>
                  <a:cubicBezTo>
                    <a:pt x="152734" y="42425"/>
                    <a:pt x="140003" y="45607"/>
                    <a:pt x="128337" y="49850"/>
                  </a:cubicBezTo>
                  <a:cubicBezTo>
                    <a:pt x="100757" y="61516"/>
                    <a:pt x="81667" y="85911"/>
                    <a:pt x="75308" y="115609"/>
                  </a:cubicBezTo>
                  <a:cubicBezTo>
                    <a:pt x="74243" y="121973"/>
                    <a:pt x="70001" y="128337"/>
                    <a:pt x="63636" y="131518"/>
                  </a:cubicBezTo>
                  <a:cubicBezTo>
                    <a:pt x="27580" y="150610"/>
                    <a:pt x="4242" y="186672"/>
                    <a:pt x="1059" y="226976"/>
                  </a:cubicBezTo>
                  <a:lnTo>
                    <a:pt x="0" y="237582"/>
                  </a:lnTo>
                  <a:lnTo>
                    <a:pt x="0" y="248188"/>
                  </a:lnTo>
                  <a:lnTo>
                    <a:pt x="11666" y="248188"/>
                  </a:lnTo>
                  <a:lnTo>
                    <a:pt x="98640" y="248188"/>
                  </a:lnTo>
                  <a:lnTo>
                    <a:pt x="98640" y="396680"/>
                  </a:lnTo>
                  <a:cubicBezTo>
                    <a:pt x="98640" y="424253"/>
                    <a:pt x="136820" y="433802"/>
                    <a:pt x="149551" y="436984"/>
                  </a:cubicBezTo>
                  <a:cubicBezTo>
                    <a:pt x="173941" y="442285"/>
                    <a:pt x="205763" y="445467"/>
                    <a:pt x="238642" y="445467"/>
                  </a:cubicBezTo>
                  <a:cubicBezTo>
                    <a:pt x="272581" y="445467"/>
                    <a:pt x="303343" y="442285"/>
                    <a:pt x="327734" y="436984"/>
                  </a:cubicBezTo>
                  <a:cubicBezTo>
                    <a:pt x="340465" y="433802"/>
                    <a:pt x="378645" y="425312"/>
                    <a:pt x="378645" y="396680"/>
                  </a:cubicBezTo>
                  <a:lnTo>
                    <a:pt x="378645" y="280009"/>
                  </a:lnTo>
                  <a:cubicBezTo>
                    <a:pt x="423191" y="280009"/>
                    <a:pt x="462436" y="249249"/>
                    <a:pt x="474102" y="206824"/>
                  </a:cubicBezTo>
                  <a:lnTo>
                    <a:pt x="477285" y="210005"/>
                  </a:lnTo>
                  <a:lnTo>
                    <a:pt x="484709" y="217430"/>
                  </a:lnTo>
                  <a:lnTo>
                    <a:pt x="492133" y="210005"/>
                  </a:lnTo>
                  <a:lnTo>
                    <a:pt x="505923" y="196217"/>
                  </a:lnTo>
                  <a:lnTo>
                    <a:pt x="513347" y="188793"/>
                  </a:lnTo>
                  <a:lnTo>
                    <a:pt x="505923" y="181368"/>
                  </a:lnTo>
                  <a:lnTo>
                    <a:pt x="466678" y="142125"/>
                  </a:lnTo>
                  <a:lnTo>
                    <a:pt x="463495" y="128337"/>
                  </a:lnTo>
                  <a:lnTo>
                    <a:pt x="463495" y="126215"/>
                  </a:lnTo>
                  <a:lnTo>
                    <a:pt x="462436" y="125155"/>
                  </a:lnTo>
                  <a:cubicBezTo>
                    <a:pt x="445464" y="97578"/>
                    <a:pt x="415766" y="79548"/>
                    <a:pt x="382887" y="77426"/>
                  </a:cubicBezTo>
                  <a:cubicBezTo>
                    <a:pt x="380769" y="74244"/>
                    <a:pt x="377586" y="70002"/>
                    <a:pt x="376528" y="67881"/>
                  </a:cubicBezTo>
                  <a:lnTo>
                    <a:pt x="376528" y="66820"/>
                  </a:lnTo>
                  <a:lnTo>
                    <a:pt x="375462" y="65759"/>
                  </a:lnTo>
                  <a:cubicBezTo>
                    <a:pt x="374403" y="65759"/>
                    <a:pt x="372286" y="63638"/>
                    <a:pt x="371221" y="61516"/>
                  </a:cubicBezTo>
                  <a:cubicBezTo>
                    <a:pt x="354255" y="25455"/>
                    <a:pt x="319251" y="3181"/>
                    <a:pt x="280005" y="0"/>
                  </a:cubicBezTo>
                  <a:close/>
                </a:path>
              </a:pathLst>
            </a:custGeom>
            <a:solidFill>
              <a:srgbClr val="FFFFFF"/>
            </a:solidFill>
            <a:ln w="6417" cap="flat">
              <a:noFill/>
              <a:prstDash val="solid"/>
              <a:miter/>
            </a:ln>
          </p:spPr>
          <p:txBody>
            <a:bodyPr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srgbClr val="7C8A98"/>
                </a:solidFill>
                <a:effectLst/>
                <a:uLnTx/>
                <a:uFillTx/>
                <a:latin typeface="Oracle Sans Tab"/>
                <a:ea typeface="+mn-ea"/>
                <a:cs typeface="+mn-cs"/>
              </a:endParaRPr>
            </a:p>
          </p:txBody>
        </p:sp>
        <p:sp>
          <p:nvSpPr>
            <p:cNvPr id="264" name="Freeform: Shape 263">
              <a:extLst>
                <a:ext uri="{FF2B5EF4-FFF2-40B4-BE49-F238E27FC236}">
                  <a16:creationId xmlns:a16="http://schemas.microsoft.com/office/drawing/2014/main" id="{9A431F55-6945-F3B4-88CB-F88E67B5CA16}"/>
                </a:ext>
              </a:extLst>
            </p:cNvPr>
            <p:cNvSpPr/>
            <p:nvPr/>
          </p:nvSpPr>
          <p:spPr>
            <a:xfrm>
              <a:off x="2809408" y="766674"/>
              <a:ext cx="487891" cy="458819"/>
            </a:xfrm>
            <a:custGeom>
              <a:avLst/>
              <a:gdLst>
                <a:gd name="connsiteX0" fmla="*/ 21214 w 487891"/>
                <a:gd name="connsiteY0" fmla="*/ 206824 h 424254"/>
                <a:gd name="connsiteX1" fmla="*/ 82732 w 487891"/>
                <a:gd name="connsiteY1" fmla="*/ 206824 h 424254"/>
                <a:gd name="connsiteX2" fmla="*/ 82732 w 487891"/>
                <a:gd name="connsiteY2" fmla="*/ 225915 h 424254"/>
                <a:gd name="connsiteX3" fmla="*/ 0 w 487891"/>
                <a:gd name="connsiteY3" fmla="*/ 225915 h 424254"/>
                <a:gd name="connsiteX4" fmla="*/ 1059 w 487891"/>
                <a:gd name="connsiteY4" fmla="*/ 215309 h 424254"/>
                <a:gd name="connsiteX5" fmla="*/ 58336 w 487891"/>
                <a:gd name="connsiteY5" fmla="*/ 128337 h 424254"/>
                <a:gd name="connsiteX6" fmla="*/ 75308 w 487891"/>
                <a:gd name="connsiteY6" fmla="*/ 106064 h 424254"/>
                <a:gd name="connsiteX7" fmla="*/ 121971 w 487891"/>
                <a:gd name="connsiteY7" fmla="*/ 47729 h 424254"/>
                <a:gd name="connsiteX8" fmla="*/ 161217 w 487891"/>
                <a:gd name="connsiteY8" fmla="*/ 41365 h 424254"/>
                <a:gd name="connsiteX9" fmla="*/ 187731 w 487891"/>
                <a:gd name="connsiteY9" fmla="*/ 31819 h 424254"/>
                <a:gd name="connsiteX10" fmla="*/ 257733 w 487891"/>
                <a:gd name="connsiteY10" fmla="*/ 0 h 424254"/>
                <a:gd name="connsiteX11" fmla="*/ 259856 w 487891"/>
                <a:gd name="connsiteY11" fmla="*/ 0 h 424254"/>
                <a:gd name="connsiteX12" fmla="*/ 348948 w 487891"/>
                <a:gd name="connsiteY12" fmla="*/ 55153 h 424254"/>
                <a:gd name="connsiteX13" fmla="*/ 355313 w 487891"/>
                <a:gd name="connsiteY13" fmla="*/ 63638 h 424254"/>
                <a:gd name="connsiteX14" fmla="*/ 334099 w 487891"/>
                <a:gd name="connsiteY14" fmla="*/ 67881 h 424254"/>
                <a:gd name="connsiteX15" fmla="*/ 331982 w 487891"/>
                <a:gd name="connsiteY15" fmla="*/ 63638 h 424254"/>
                <a:gd name="connsiteX16" fmla="*/ 259856 w 487891"/>
                <a:gd name="connsiteY16" fmla="*/ 19091 h 424254"/>
                <a:gd name="connsiteX17" fmla="*/ 257733 w 487891"/>
                <a:gd name="connsiteY17" fmla="*/ 19091 h 424254"/>
                <a:gd name="connsiteX18" fmla="*/ 200462 w 487891"/>
                <a:gd name="connsiteY18" fmla="*/ 44547 h 424254"/>
                <a:gd name="connsiteX19" fmla="*/ 158034 w 487891"/>
                <a:gd name="connsiteY19" fmla="*/ 60456 h 424254"/>
                <a:gd name="connsiteX20" fmla="*/ 127278 w 487891"/>
                <a:gd name="connsiteY20" fmla="*/ 65760 h 424254"/>
                <a:gd name="connsiteX21" fmla="*/ 92274 w 487891"/>
                <a:gd name="connsiteY21" fmla="*/ 110306 h 424254"/>
                <a:gd name="connsiteX22" fmla="*/ 64701 w 487891"/>
                <a:gd name="connsiteY22" fmla="*/ 146368 h 424254"/>
                <a:gd name="connsiteX23" fmla="*/ 21214 w 487891"/>
                <a:gd name="connsiteY23" fmla="*/ 206824 h 424254"/>
                <a:gd name="connsiteX24" fmla="*/ 356372 w 487891"/>
                <a:gd name="connsiteY24" fmla="*/ 115610 h 424254"/>
                <a:gd name="connsiteX25" fmla="*/ 375462 w 487891"/>
                <a:gd name="connsiteY25" fmla="*/ 115610 h 424254"/>
                <a:gd name="connsiteX26" fmla="*/ 401983 w 487891"/>
                <a:gd name="connsiteY26" fmla="*/ 210006 h 424254"/>
                <a:gd name="connsiteX27" fmla="*/ 380769 w 487891"/>
                <a:gd name="connsiteY27" fmla="*/ 210006 h 424254"/>
                <a:gd name="connsiteX28" fmla="*/ 377586 w 487891"/>
                <a:gd name="connsiteY28" fmla="*/ 189854 h 424254"/>
                <a:gd name="connsiteX29" fmla="*/ 354255 w 487891"/>
                <a:gd name="connsiteY29" fmla="*/ 189854 h 424254"/>
                <a:gd name="connsiteX30" fmla="*/ 348948 w 487891"/>
                <a:gd name="connsiteY30" fmla="*/ 210006 h 424254"/>
                <a:gd name="connsiteX31" fmla="*/ 328799 w 487891"/>
                <a:gd name="connsiteY31" fmla="*/ 210006 h 424254"/>
                <a:gd name="connsiteX32" fmla="*/ 356372 w 487891"/>
                <a:gd name="connsiteY32" fmla="*/ 115610 h 424254"/>
                <a:gd name="connsiteX33" fmla="*/ 357431 w 487891"/>
                <a:gd name="connsiteY33" fmla="*/ 173945 h 424254"/>
                <a:gd name="connsiteX34" fmla="*/ 373345 w 487891"/>
                <a:gd name="connsiteY34" fmla="*/ 173945 h 424254"/>
                <a:gd name="connsiteX35" fmla="*/ 364855 w 487891"/>
                <a:gd name="connsiteY35" fmla="*/ 138943 h 424254"/>
                <a:gd name="connsiteX36" fmla="*/ 357431 w 487891"/>
                <a:gd name="connsiteY36" fmla="*/ 173945 h 424254"/>
                <a:gd name="connsiteX37" fmla="*/ 275764 w 487891"/>
                <a:gd name="connsiteY37" fmla="*/ 161217 h 424254"/>
                <a:gd name="connsiteX38" fmla="*/ 257733 w 487891"/>
                <a:gd name="connsiteY38" fmla="*/ 143186 h 424254"/>
                <a:gd name="connsiteX39" fmla="*/ 243949 w 487891"/>
                <a:gd name="connsiteY39" fmla="*/ 156974 h 424254"/>
                <a:gd name="connsiteX40" fmla="*/ 285312 w 487891"/>
                <a:gd name="connsiteY40" fmla="*/ 198339 h 424254"/>
                <a:gd name="connsiteX41" fmla="*/ 326675 w 487891"/>
                <a:gd name="connsiteY41" fmla="*/ 156974 h 424254"/>
                <a:gd name="connsiteX42" fmla="*/ 312885 w 487891"/>
                <a:gd name="connsiteY42" fmla="*/ 143186 h 424254"/>
                <a:gd name="connsiteX43" fmla="*/ 295919 w 487891"/>
                <a:gd name="connsiteY43" fmla="*/ 160156 h 424254"/>
                <a:gd name="connsiteX44" fmla="*/ 365920 w 487891"/>
                <a:gd name="connsiteY44" fmla="*/ 96518 h 424254"/>
                <a:gd name="connsiteX45" fmla="*/ 428498 w 487891"/>
                <a:gd name="connsiteY45" fmla="*/ 133640 h 424254"/>
                <a:gd name="connsiteX46" fmla="*/ 442287 w 487891"/>
                <a:gd name="connsiteY46" fmla="*/ 119852 h 424254"/>
                <a:gd name="connsiteX47" fmla="*/ 365920 w 487891"/>
                <a:gd name="connsiteY47" fmla="*/ 77427 h 424254"/>
                <a:gd name="connsiteX48" fmla="*/ 275764 w 487891"/>
                <a:gd name="connsiteY48" fmla="*/ 161217 h 424254"/>
                <a:gd name="connsiteX49" fmla="*/ 487892 w 487891"/>
                <a:gd name="connsiteY49" fmla="*/ 177126 h 424254"/>
                <a:gd name="connsiteX50" fmla="*/ 446529 w 487891"/>
                <a:gd name="connsiteY50" fmla="*/ 136822 h 424254"/>
                <a:gd name="connsiteX51" fmla="*/ 405160 w 487891"/>
                <a:gd name="connsiteY51" fmla="*/ 178187 h 424254"/>
                <a:gd name="connsiteX52" fmla="*/ 418949 w 487891"/>
                <a:gd name="connsiteY52" fmla="*/ 191975 h 424254"/>
                <a:gd name="connsiteX53" fmla="*/ 435922 w 487891"/>
                <a:gd name="connsiteY53" fmla="*/ 175005 h 424254"/>
                <a:gd name="connsiteX54" fmla="*/ 365920 w 487891"/>
                <a:gd name="connsiteY54" fmla="*/ 238643 h 424254"/>
                <a:gd name="connsiteX55" fmla="*/ 303343 w 487891"/>
                <a:gd name="connsiteY55" fmla="*/ 201521 h 424254"/>
                <a:gd name="connsiteX56" fmla="*/ 289554 w 487891"/>
                <a:gd name="connsiteY56" fmla="*/ 215309 h 424254"/>
                <a:gd name="connsiteX57" fmla="*/ 365920 w 487891"/>
                <a:gd name="connsiteY57" fmla="*/ 257738 h 424254"/>
                <a:gd name="connsiteX58" fmla="*/ 456071 w 487891"/>
                <a:gd name="connsiteY58" fmla="*/ 173945 h 424254"/>
                <a:gd name="connsiteX59" fmla="*/ 474102 w 487891"/>
                <a:gd name="connsiteY59" fmla="*/ 191975 h 424254"/>
                <a:gd name="connsiteX60" fmla="*/ 487892 w 487891"/>
                <a:gd name="connsiteY60" fmla="*/ 177126 h 424254"/>
                <a:gd name="connsiteX61" fmla="*/ 336223 w 487891"/>
                <a:gd name="connsiteY61" fmla="*/ 270462 h 424254"/>
                <a:gd name="connsiteX62" fmla="*/ 355313 w 487891"/>
                <a:gd name="connsiteY62" fmla="*/ 274704 h 424254"/>
                <a:gd name="connsiteX63" fmla="*/ 355313 w 487891"/>
                <a:gd name="connsiteY63" fmla="*/ 386074 h 424254"/>
                <a:gd name="connsiteX64" fmla="*/ 312885 w 487891"/>
                <a:gd name="connsiteY64" fmla="*/ 415772 h 424254"/>
                <a:gd name="connsiteX65" fmla="*/ 225918 w 487891"/>
                <a:gd name="connsiteY65" fmla="*/ 424255 h 424254"/>
                <a:gd name="connsiteX66" fmla="*/ 138944 w 487891"/>
                <a:gd name="connsiteY66" fmla="*/ 415772 h 424254"/>
                <a:gd name="connsiteX67" fmla="*/ 96516 w 487891"/>
                <a:gd name="connsiteY67" fmla="*/ 386074 h 424254"/>
                <a:gd name="connsiteX68" fmla="*/ 96516 w 487891"/>
                <a:gd name="connsiteY68" fmla="*/ 177126 h 424254"/>
                <a:gd name="connsiteX69" fmla="*/ 138944 w 487891"/>
                <a:gd name="connsiteY69" fmla="*/ 148489 h 424254"/>
                <a:gd name="connsiteX70" fmla="*/ 225918 w 487891"/>
                <a:gd name="connsiteY70" fmla="*/ 141065 h 424254"/>
                <a:gd name="connsiteX71" fmla="*/ 231218 w 487891"/>
                <a:gd name="connsiteY71" fmla="*/ 141065 h 424254"/>
                <a:gd name="connsiteX72" fmla="*/ 231218 w 487891"/>
                <a:gd name="connsiteY72" fmla="*/ 160156 h 424254"/>
                <a:gd name="connsiteX73" fmla="*/ 225918 w 487891"/>
                <a:gd name="connsiteY73" fmla="*/ 160156 h 424254"/>
                <a:gd name="connsiteX74" fmla="*/ 116671 w 487891"/>
                <a:gd name="connsiteY74" fmla="*/ 178187 h 424254"/>
                <a:gd name="connsiteX75" fmla="*/ 116671 w 487891"/>
                <a:gd name="connsiteY75" fmla="*/ 179247 h 424254"/>
                <a:gd name="connsiteX76" fmla="*/ 225918 w 487891"/>
                <a:gd name="connsiteY76" fmla="*/ 198339 h 424254"/>
                <a:gd name="connsiteX77" fmla="*/ 263039 w 487891"/>
                <a:gd name="connsiteY77" fmla="*/ 197278 h 424254"/>
                <a:gd name="connsiteX78" fmla="*/ 270464 w 487891"/>
                <a:gd name="connsiteY78" fmla="*/ 216369 h 424254"/>
                <a:gd name="connsiteX79" fmla="*/ 225918 w 487891"/>
                <a:gd name="connsiteY79" fmla="*/ 218491 h 424254"/>
                <a:gd name="connsiteX80" fmla="*/ 138944 w 487891"/>
                <a:gd name="connsiteY80" fmla="*/ 210006 h 424254"/>
                <a:gd name="connsiteX81" fmla="*/ 115612 w 487891"/>
                <a:gd name="connsiteY81" fmla="*/ 202582 h 424254"/>
                <a:gd name="connsiteX82" fmla="*/ 115612 w 487891"/>
                <a:gd name="connsiteY82" fmla="*/ 248189 h 424254"/>
                <a:gd name="connsiteX83" fmla="*/ 224853 w 487891"/>
                <a:gd name="connsiteY83" fmla="*/ 267279 h 424254"/>
                <a:gd name="connsiteX84" fmla="*/ 308644 w 487891"/>
                <a:gd name="connsiteY84" fmla="*/ 258796 h 424254"/>
                <a:gd name="connsiteX85" fmla="*/ 336223 w 487891"/>
                <a:gd name="connsiteY85" fmla="*/ 270462 h 424254"/>
                <a:gd name="connsiteX86" fmla="*/ 312885 w 487891"/>
                <a:gd name="connsiteY86" fmla="*/ 277886 h 424254"/>
                <a:gd name="connsiteX87" fmla="*/ 225918 w 487891"/>
                <a:gd name="connsiteY87" fmla="*/ 286370 h 424254"/>
                <a:gd name="connsiteX88" fmla="*/ 138944 w 487891"/>
                <a:gd name="connsiteY88" fmla="*/ 277886 h 424254"/>
                <a:gd name="connsiteX89" fmla="*/ 115612 w 487891"/>
                <a:gd name="connsiteY89" fmla="*/ 270462 h 424254"/>
                <a:gd name="connsiteX90" fmla="*/ 115612 w 487891"/>
                <a:gd name="connsiteY90" fmla="*/ 316067 h 424254"/>
                <a:gd name="connsiteX91" fmla="*/ 224853 w 487891"/>
                <a:gd name="connsiteY91" fmla="*/ 335163 h 424254"/>
                <a:gd name="connsiteX92" fmla="*/ 334099 w 487891"/>
                <a:gd name="connsiteY92" fmla="*/ 316067 h 424254"/>
                <a:gd name="connsiteX93" fmla="*/ 336223 w 487891"/>
                <a:gd name="connsiteY93" fmla="*/ 270462 h 424254"/>
                <a:gd name="connsiteX94" fmla="*/ 336223 w 487891"/>
                <a:gd name="connsiteY94" fmla="*/ 339405 h 424254"/>
                <a:gd name="connsiteX95" fmla="*/ 312885 w 487891"/>
                <a:gd name="connsiteY95" fmla="*/ 346829 h 424254"/>
                <a:gd name="connsiteX96" fmla="*/ 225918 w 487891"/>
                <a:gd name="connsiteY96" fmla="*/ 355312 h 424254"/>
                <a:gd name="connsiteX97" fmla="*/ 138944 w 487891"/>
                <a:gd name="connsiteY97" fmla="*/ 346829 h 424254"/>
                <a:gd name="connsiteX98" fmla="*/ 115612 w 487891"/>
                <a:gd name="connsiteY98" fmla="*/ 339405 h 424254"/>
                <a:gd name="connsiteX99" fmla="*/ 115612 w 487891"/>
                <a:gd name="connsiteY99" fmla="*/ 385009 h 424254"/>
                <a:gd name="connsiteX100" fmla="*/ 224853 w 487891"/>
                <a:gd name="connsiteY100" fmla="*/ 404099 h 424254"/>
                <a:gd name="connsiteX101" fmla="*/ 334099 w 487891"/>
                <a:gd name="connsiteY101" fmla="*/ 385009 h 424254"/>
                <a:gd name="connsiteX102" fmla="*/ 336223 w 487891"/>
                <a:gd name="connsiteY102" fmla="*/ 339405 h 424254"/>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 ang="0">
                  <a:pos x="connsiteX39" y="connsiteY39"/>
                </a:cxn>
                <a:cxn ang="0">
                  <a:pos x="connsiteX40" y="connsiteY40"/>
                </a:cxn>
                <a:cxn ang="0">
                  <a:pos x="connsiteX41" y="connsiteY41"/>
                </a:cxn>
                <a:cxn ang="0">
                  <a:pos x="connsiteX42" y="connsiteY42"/>
                </a:cxn>
                <a:cxn ang="0">
                  <a:pos x="connsiteX43" y="connsiteY43"/>
                </a:cxn>
                <a:cxn ang="0">
                  <a:pos x="connsiteX44" y="connsiteY44"/>
                </a:cxn>
                <a:cxn ang="0">
                  <a:pos x="connsiteX45" y="connsiteY45"/>
                </a:cxn>
                <a:cxn ang="0">
                  <a:pos x="connsiteX46" y="connsiteY46"/>
                </a:cxn>
                <a:cxn ang="0">
                  <a:pos x="connsiteX47" y="connsiteY47"/>
                </a:cxn>
                <a:cxn ang="0">
                  <a:pos x="connsiteX48" y="connsiteY48"/>
                </a:cxn>
                <a:cxn ang="0">
                  <a:pos x="connsiteX49" y="connsiteY49"/>
                </a:cxn>
                <a:cxn ang="0">
                  <a:pos x="connsiteX50" y="connsiteY50"/>
                </a:cxn>
                <a:cxn ang="0">
                  <a:pos x="connsiteX51" y="connsiteY51"/>
                </a:cxn>
                <a:cxn ang="0">
                  <a:pos x="connsiteX52" y="connsiteY52"/>
                </a:cxn>
                <a:cxn ang="0">
                  <a:pos x="connsiteX53" y="connsiteY53"/>
                </a:cxn>
                <a:cxn ang="0">
                  <a:pos x="connsiteX54" y="connsiteY54"/>
                </a:cxn>
                <a:cxn ang="0">
                  <a:pos x="connsiteX55" y="connsiteY55"/>
                </a:cxn>
                <a:cxn ang="0">
                  <a:pos x="connsiteX56" y="connsiteY56"/>
                </a:cxn>
                <a:cxn ang="0">
                  <a:pos x="connsiteX57" y="connsiteY57"/>
                </a:cxn>
                <a:cxn ang="0">
                  <a:pos x="connsiteX58" y="connsiteY58"/>
                </a:cxn>
                <a:cxn ang="0">
                  <a:pos x="connsiteX59" y="connsiteY59"/>
                </a:cxn>
                <a:cxn ang="0">
                  <a:pos x="connsiteX60" y="connsiteY60"/>
                </a:cxn>
                <a:cxn ang="0">
                  <a:pos x="connsiteX61" y="connsiteY61"/>
                </a:cxn>
                <a:cxn ang="0">
                  <a:pos x="connsiteX62" y="connsiteY62"/>
                </a:cxn>
                <a:cxn ang="0">
                  <a:pos x="connsiteX63" y="connsiteY63"/>
                </a:cxn>
                <a:cxn ang="0">
                  <a:pos x="connsiteX64" y="connsiteY64"/>
                </a:cxn>
                <a:cxn ang="0">
                  <a:pos x="connsiteX65" y="connsiteY65"/>
                </a:cxn>
                <a:cxn ang="0">
                  <a:pos x="connsiteX66" y="connsiteY66"/>
                </a:cxn>
                <a:cxn ang="0">
                  <a:pos x="connsiteX67" y="connsiteY67"/>
                </a:cxn>
                <a:cxn ang="0">
                  <a:pos x="connsiteX68" y="connsiteY68"/>
                </a:cxn>
                <a:cxn ang="0">
                  <a:pos x="connsiteX69" y="connsiteY69"/>
                </a:cxn>
                <a:cxn ang="0">
                  <a:pos x="connsiteX70" y="connsiteY70"/>
                </a:cxn>
                <a:cxn ang="0">
                  <a:pos x="connsiteX71" y="connsiteY71"/>
                </a:cxn>
                <a:cxn ang="0">
                  <a:pos x="connsiteX72" y="connsiteY72"/>
                </a:cxn>
                <a:cxn ang="0">
                  <a:pos x="connsiteX73" y="connsiteY73"/>
                </a:cxn>
                <a:cxn ang="0">
                  <a:pos x="connsiteX74" y="connsiteY74"/>
                </a:cxn>
                <a:cxn ang="0">
                  <a:pos x="connsiteX75" y="connsiteY75"/>
                </a:cxn>
                <a:cxn ang="0">
                  <a:pos x="connsiteX76" y="connsiteY76"/>
                </a:cxn>
                <a:cxn ang="0">
                  <a:pos x="connsiteX77" y="connsiteY77"/>
                </a:cxn>
                <a:cxn ang="0">
                  <a:pos x="connsiteX78" y="connsiteY78"/>
                </a:cxn>
                <a:cxn ang="0">
                  <a:pos x="connsiteX79" y="connsiteY79"/>
                </a:cxn>
                <a:cxn ang="0">
                  <a:pos x="connsiteX80" y="connsiteY80"/>
                </a:cxn>
                <a:cxn ang="0">
                  <a:pos x="connsiteX81" y="connsiteY81"/>
                </a:cxn>
                <a:cxn ang="0">
                  <a:pos x="connsiteX82" y="connsiteY82"/>
                </a:cxn>
                <a:cxn ang="0">
                  <a:pos x="connsiteX83" y="connsiteY83"/>
                </a:cxn>
                <a:cxn ang="0">
                  <a:pos x="connsiteX84" y="connsiteY84"/>
                </a:cxn>
                <a:cxn ang="0">
                  <a:pos x="connsiteX85" y="connsiteY85"/>
                </a:cxn>
                <a:cxn ang="0">
                  <a:pos x="connsiteX86" y="connsiteY86"/>
                </a:cxn>
                <a:cxn ang="0">
                  <a:pos x="connsiteX87" y="connsiteY87"/>
                </a:cxn>
                <a:cxn ang="0">
                  <a:pos x="connsiteX88" y="connsiteY88"/>
                </a:cxn>
                <a:cxn ang="0">
                  <a:pos x="connsiteX89" y="connsiteY89"/>
                </a:cxn>
                <a:cxn ang="0">
                  <a:pos x="connsiteX90" y="connsiteY90"/>
                </a:cxn>
                <a:cxn ang="0">
                  <a:pos x="connsiteX91" y="connsiteY91"/>
                </a:cxn>
                <a:cxn ang="0">
                  <a:pos x="connsiteX92" y="connsiteY92"/>
                </a:cxn>
                <a:cxn ang="0">
                  <a:pos x="connsiteX93" y="connsiteY93"/>
                </a:cxn>
                <a:cxn ang="0">
                  <a:pos x="connsiteX94" y="connsiteY94"/>
                </a:cxn>
                <a:cxn ang="0">
                  <a:pos x="connsiteX95" y="connsiteY95"/>
                </a:cxn>
                <a:cxn ang="0">
                  <a:pos x="connsiteX96" y="connsiteY96"/>
                </a:cxn>
                <a:cxn ang="0">
                  <a:pos x="connsiteX97" y="connsiteY97"/>
                </a:cxn>
                <a:cxn ang="0">
                  <a:pos x="connsiteX98" y="connsiteY98"/>
                </a:cxn>
                <a:cxn ang="0">
                  <a:pos x="connsiteX99" y="connsiteY99"/>
                </a:cxn>
                <a:cxn ang="0">
                  <a:pos x="connsiteX100" y="connsiteY100"/>
                </a:cxn>
                <a:cxn ang="0">
                  <a:pos x="connsiteX101" y="connsiteY101"/>
                </a:cxn>
                <a:cxn ang="0">
                  <a:pos x="connsiteX102" y="connsiteY102"/>
                </a:cxn>
              </a:cxnLst>
              <a:rect l="l" t="t" r="r" b="b"/>
              <a:pathLst>
                <a:path w="487891" h="424254">
                  <a:moveTo>
                    <a:pt x="21214" y="206824"/>
                  </a:moveTo>
                  <a:lnTo>
                    <a:pt x="82732" y="206824"/>
                  </a:lnTo>
                  <a:lnTo>
                    <a:pt x="82732" y="225915"/>
                  </a:lnTo>
                  <a:lnTo>
                    <a:pt x="0" y="225915"/>
                  </a:lnTo>
                  <a:lnTo>
                    <a:pt x="1059" y="215309"/>
                  </a:lnTo>
                  <a:cubicBezTo>
                    <a:pt x="4242" y="178187"/>
                    <a:pt x="25456" y="145307"/>
                    <a:pt x="58336" y="128337"/>
                  </a:cubicBezTo>
                  <a:cubicBezTo>
                    <a:pt x="66819" y="124095"/>
                    <a:pt x="73184" y="115610"/>
                    <a:pt x="75308" y="106064"/>
                  </a:cubicBezTo>
                  <a:cubicBezTo>
                    <a:pt x="80608" y="80608"/>
                    <a:pt x="97581" y="58335"/>
                    <a:pt x="121971" y="47729"/>
                  </a:cubicBezTo>
                  <a:cubicBezTo>
                    <a:pt x="133637" y="41365"/>
                    <a:pt x="147427" y="39244"/>
                    <a:pt x="161217" y="41365"/>
                  </a:cubicBezTo>
                  <a:cubicBezTo>
                    <a:pt x="171824" y="42426"/>
                    <a:pt x="181366" y="39244"/>
                    <a:pt x="187731" y="31819"/>
                  </a:cubicBezTo>
                  <a:cubicBezTo>
                    <a:pt x="205763" y="11667"/>
                    <a:pt x="231218" y="1061"/>
                    <a:pt x="257733" y="0"/>
                  </a:cubicBezTo>
                  <a:cubicBezTo>
                    <a:pt x="258798" y="0"/>
                    <a:pt x="259856" y="0"/>
                    <a:pt x="259856" y="0"/>
                  </a:cubicBezTo>
                  <a:cubicBezTo>
                    <a:pt x="298037" y="0"/>
                    <a:pt x="331982" y="21213"/>
                    <a:pt x="348948" y="55153"/>
                  </a:cubicBezTo>
                  <a:cubicBezTo>
                    <a:pt x="351072" y="58335"/>
                    <a:pt x="352131" y="61517"/>
                    <a:pt x="355313" y="63638"/>
                  </a:cubicBezTo>
                  <a:cubicBezTo>
                    <a:pt x="347889" y="64699"/>
                    <a:pt x="340465" y="65760"/>
                    <a:pt x="334099" y="67881"/>
                  </a:cubicBezTo>
                  <a:cubicBezTo>
                    <a:pt x="333041" y="66821"/>
                    <a:pt x="333041" y="65760"/>
                    <a:pt x="331982" y="63638"/>
                  </a:cubicBezTo>
                  <a:cubicBezTo>
                    <a:pt x="318192" y="36062"/>
                    <a:pt x="290612" y="19091"/>
                    <a:pt x="259856" y="19091"/>
                  </a:cubicBezTo>
                  <a:cubicBezTo>
                    <a:pt x="258798" y="19091"/>
                    <a:pt x="258798" y="19091"/>
                    <a:pt x="257733" y="19091"/>
                  </a:cubicBezTo>
                  <a:cubicBezTo>
                    <a:pt x="236518" y="19091"/>
                    <a:pt x="215311" y="28637"/>
                    <a:pt x="200462" y="44547"/>
                  </a:cubicBezTo>
                  <a:cubicBezTo>
                    <a:pt x="189855" y="56214"/>
                    <a:pt x="173941" y="62578"/>
                    <a:pt x="158034" y="60456"/>
                  </a:cubicBezTo>
                  <a:cubicBezTo>
                    <a:pt x="147427" y="59396"/>
                    <a:pt x="137885" y="61517"/>
                    <a:pt x="127278" y="65760"/>
                  </a:cubicBezTo>
                  <a:cubicBezTo>
                    <a:pt x="109247" y="74245"/>
                    <a:pt x="95457" y="90154"/>
                    <a:pt x="92274" y="110306"/>
                  </a:cubicBezTo>
                  <a:cubicBezTo>
                    <a:pt x="89091" y="126216"/>
                    <a:pt x="79550" y="138943"/>
                    <a:pt x="64701" y="146368"/>
                  </a:cubicBezTo>
                  <a:cubicBezTo>
                    <a:pt x="42428" y="158035"/>
                    <a:pt x="26515" y="180308"/>
                    <a:pt x="21214" y="206824"/>
                  </a:cubicBezTo>
                  <a:close/>
                  <a:moveTo>
                    <a:pt x="356372" y="115610"/>
                  </a:moveTo>
                  <a:lnTo>
                    <a:pt x="375462" y="115610"/>
                  </a:lnTo>
                  <a:lnTo>
                    <a:pt x="401983" y="210006"/>
                  </a:lnTo>
                  <a:lnTo>
                    <a:pt x="380769" y="210006"/>
                  </a:lnTo>
                  <a:lnTo>
                    <a:pt x="377586" y="189854"/>
                  </a:lnTo>
                  <a:lnTo>
                    <a:pt x="354255" y="189854"/>
                  </a:lnTo>
                  <a:lnTo>
                    <a:pt x="348948" y="210006"/>
                  </a:lnTo>
                  <a:lnTo>
                    <a:pt x="328799" y="210006"/>
                  </a:lnTo>
                  <a:lnTo>
                    <a:pt x="356372" y="115610"/>
                  </a:lnTo>
                  <a:close/>
                  <a:moveTo>
                    <a:pt x="357431" y="173945"/>
                  </a:moveTo>
                  <a:lnTo>
                    <a:pt x="373345" y="173945"/>
                  </a:lnTo>
                  <a:lnTo>
                    <a:pt x="364855" y="138943"/>
                  </a:lnTo>
                  <a:lnTo>
                    <a:pt x="357431" y="173945"/>
                  </a:lnTo>
                  <a:close/>
                  <a:moveTo>
                    <a:pt x="275764" y="161217"/>
                  </a:moveTo>
                  <a:lnTo>
                    <a:pt x="257733" y="143186"/>
                  </a:lnTo>
                  <a:lnTo>
                    <a:pt x="243949" y="156974"/>
                  </a:lnTo>
                  <a:lnTo>
                    <a:pt x="285312" y="198339"/>
                  </a:lnTo>
                  <a:lnTo>
                    <a:pt x="326675" y="156974"/>
                  </a:lnTo>
                  <a:lnTo>
                    <a:pt x="312885" y="143186"/>
                  </a:lnTo>
                  <a:lnTo>
                    <a:pt x="295919" y="160156"/>
                  </a:lnTo>
                  <a:cubicBezTo>
                    <a:pt x="299102" y="124095"/>
                    <a:pt x="329858" y="96518"/>
                    <a:pt x="365920" y="96518"/>
                  </a:cubicBezTo>
                  <a:cubicBezTo>
                    <a:pt x="392435" y="96518"/>
                    <a:pt x="415766" y="111367"/>
                    <a:pt x="428498" y="133640"/>
                  </a:cubicBezTo>
                  <a:lnTo>
                    <a:pt x="442287" y="119852"/>
                  </a:lnTo>
                  <a:cubicBezTo>
                    <a:pt x="426374" y="94397"/>
                    <a:pt x="397735" y="77427"/>
                    <a:pt x="365920" y="77427"/>
                  </a:cubicBezTo>
                  <a:cubicBezTo>
                    <a:pt x="318192" y="77427"/>
                    <a:pt x="278947" y="114549"/>
                    <a:pt x="275764" y="161217"/>
                  </a:cubicBezTo>
                  <a:close/>
                  <a:moveTo>
                    <a:pt x="487892" y="177126"/>
                  </a:moveTo>
                  <a:lnTo>
                    <a:pt x="446529" y="136822"/>
                  </a:lnTo>
                  <a:lnTo>
                    <a:pt x="405160" y="178187"/>
                  </a:lnTo>
                  <a:lnTo>
                    <a:pt x="418949" y="191975"/>
                  </a:lnTo>
                  <a:lnTo>
                    <a:pt x="435922" y="175005"/>
                  </a:lnTo>
                  <a:cubicBezTo>
                    <a:pt x="432739" y="211067"/>
                    <a:pt x="401983" y="238643"/>
                    <a:pt x="365920" y="238643"/>
                  </a:cubicBezTo>
                  <a:cubicBezTo>
                    <a:pt x="339406" y="238643"/>
                    <a:pt x="316068" y="223794"/>
                    <a:pt x="303343" y="201521"/>
                  </a:cubicBezTo>
                  <a:lnTo>
                    <a:pt x="289554" y="215309"/>
                  </a:lnTo>
                  <a:cubicBezTo>
                    <a:pt x="305461" y="240765"/>
                    <a:pt x="334099" y="257738"/>
                    <a:pt x="365920" y="257738"/>
                  </a:cubicBezTo>
                  <a:cubicBezTo>
                    <a:pt x="413649" y="257738"/>
                    <a:pt x="452888" y="220612"/>
                    <a:pt x="456071" y="173945"/>
                  </a:cubicBezTo>
                  <a:lnTo>
                    <a:pt x="474102" y="191975"/>
                  </a:lnTo>
                  <a:lnTo>
                    <a:pt x="487892" y="177126"/>
                  </a:lnTo>
                  <a:close/>
                  <a:moveTo>
                    <a:pt x="336223" y="270462"/>
                  </a:moveTo>
                  <a:cubicBezTo>
                    <a:pt x="342582" y="272586"/>
                    <a:pt x="348948" y="273645"/>
                    <a:pt x="355313" y="274704"/>
                  </a:cubicBezTo>
                  <a:lnTo>
                    <a:pt x="355313" y="386074"/>
                  </a:lnTo>
                  <a:cubicBezTo>
                    <a:pt x="355313" y="398799"/>
                    <a:pt x="341524" y="409406"/>
                    <a:pt x="312885" y="415772"/>
                  </a:cubicBezTo>
                  <a:cubicBezTo>
                    <a:pt x="289554" y="421072"/>
                    <a:pt x="258798" y="424255"/>
                    <a:pt x="225918" y="424255"/>
                  </a:cubicBezTo>
                  <a:cubicBezTo>
                    <a:pt x="193038" y="424255"/>
                    <a:pt x="162276" y="421072"/>
                    <a:pt x="138944" y="415772"/>
                  </a:cubicBezTo>
                  <a:cubicBezTo>
                    <a:pt x="110306" y="409406"/>
                    <a:pt x="96516" y="398799"/>
                    <a:pt x="96516" y="386074"/>
                  </a:cubicBezTo>
                  <a:lnTo>
                    <a:pt x="96516" y="177126"/>
                  </a:lnTo>
                  <a:cubicBezTo>
                    <a:pt x="96516" y="164399"/>
                    <a:pt x="110306" y="154853"/>
                    <a:pt x="138944" y="148489"/>
                  </a:cubicBezTo>
                  <a:cubicBezTo>
                    <a:pt x="161217" y="143186"/>
                    <a:pt x="191973" y="141065"/>
                    <a:pt x="225918" y="141065"/>
                  </a:cubicBezTo>
                  <a:cubicBezTo>
                    <a:pt x="226977" y="141065"/>
                    <a:pt x="229094" y="141065"/>
                    <a:pt x="231218" y="141065"/>
                  </a:cubicBezTo>
                  <a:lnTo>
                    <a:pt x="231218" y="160156"/>
                  </a:lnTo>
                  <a:cubicBezTo>
                    <a:pt x="230159" y="160156"/>
                    <a:pt x="228035" y="160156"/>
                    <a:pt x="225918" y="160156"/>
                  </a:cubicBezTo>
                  <a:cubicBezTo>
                    <a:pt x="155916" y="160156"/>
                    <a:pt x="120913" y="171823"/>
                    <a:pt x="116671" y="178187"/>
                  </a:cubicBezTo>
                  <a:lnTo>
                    <a:pt x="116671" y="179247"/>
                  </a:lnTo>
                  <a:cubicBezTo>
                    <a:pt x="120913" y="186672"/>
                    <a:pt x="161217" y="198339"/>
                    <a:pt x="225918" y="198339"/>
                  </a:cubicBezTo>
                  <a:cubicBezTo>
                    <a:pt x="239701" y="198339"/>
                    <a:pt x="251373" y="198339"/>
                    <a:pt x="263039" y="197278"/>
                  </a:cubicBezTo>
                  <a:cubicBezTo>
                    <a:pt x="265157" y="203642"/>
                    <a:pt x="267281" y="210006"/>
                    <a:pt x="270464" y="216369"/>
                  </a:cubicBezTo>
                  <a:cubicBezTo>
                    <a:pt x="256674" y="217430"/>
                    <a:pt x="241825" y="218491"/>
                    <a:pt x="225918" y="218491"/>
                  </a:cubicBezTo>
                  <a:cubicBezTo>
                    <a:pt x="193038" y="218491"/>
                    <a:pt x="162276" y="215309"/>
                    <a:pt x="138944" y="210006"/>
                  </a:cubicBezTo>
                  <a:cubicBezTo>
                    <a:pt x="129396" y="207885"/>
                    <a:pt x="121971" y="205764"/>
                    <a:pt x="115612" y="202582"/>
                  </a:cubicBezTo>
                  <a:lnTo>
                    <a:pt x="115612" y="248189"/>
                  </a:lnTo>
                  <a:cubicBezTo>
                    <a:pt x="119854" y="255614"/>
                    <a:pt x="160158" y="267279"/>
                    <a:pt x="224853" y="267279"/>
                  </a:cubicBezTo>
                  <a:cubicBezTo>
                    <a:pt x="260915" y="267279"/>
                    <a:pt x="289554" y="263038"/>
                    <a:pt x="308644" y="258796"/>
                  </a:cubicBezTo>
                  <a:cubicBezTo>
                    <a:pt x="318192" y="263038"/>
                    <a:pt x="326675" y="267279"/>
                    <a:pt x="336223" y="270462"/>
                  </a:cubicBezTo>
                  <a:cubicBezTo>
                    <a:pt x="329858" y="273645"/>
                    <a:pt x="322434" y="275763"/>
                    <a:pt x="312885" y="277886"/>
                  </a:cubicBezTo>
                  <a:cubicBezTo>
                    <a:pt x="289554" y="283187"/>
                    <a:pt x="258798" y="286370"/>
                    <a:pt x="225918" y="286370"/>
                  </a:cubicBezTo>
                  <a:cubicBezTo>
                    <a:pt x="193038" y="286370"/>
                    <a:pt x="162276" y="283187"/>
                    <a:pt x="138944" y="277886"/>
                  </a:cubicBezTo>
                  <a:cubicBezTo>
                    <a:pt x="129396" y="275763"/>
                    <a:pt x="121971" y="273645"/>
                    <a:pt x="115612" y="270462"/>
                  </a:cubicBezTo>
                  <a:lnTo>
                    <a:pt x="115612" y="316067"/>
                  </a:lnTo>
                  <a:cubicBezTo>
                    <a:pt x="119854" y="323491"/>
                    <a:pt x="160158" y="335163"/>
                    <a:pt x="224853" y="335163"/>
                  </a:cubicBezTo>
                  <a:cubicBezTo>
                    <a:pt x="289554" y="335163"/>
                    <a:pt x="329858" y="322432"/>
                    <a:pt x="334099" y="316067"/>
                  </a:cubicBezTo>
                  <a:lnTo>
                    <a:pt x="336223" y="270462"/>
                  </a:lnTo>
                  <a:close/>
                  <a:moveTo>
                    <a:pt x="336223" y="339405"/>
                  </a:moveTo>
                  <a:cubicBezTo>
                    <a:pt x="329858" y="342588"/>
                    <a:pt x="322434" y="344705"/>
                    <a:pt x="312885" y="346829"/>
                  </a:cubicBezTo>
                  <a:cubicBezTo>
                    <a:pt x="289554" y="352129"/>
                    <a:pt x="258798" y="355312"/>
                    <a:pt x="225918" y="355312"/>
                  </a:cubicBezTo>
                  <a:cubicBezTo>
                    <a:pt x="193038" y="355312"/>
                    <a:pt x="162276" y="352129"/>
                    <a:pt x="138944" y="346829"/>
                  </a:cubicBezTo>
                  <a:cubicBezTo>
                    <a:pt x="129396" y="344705"/>
                    <a:pt x="121971" y="342588"/>
                    <a:pt x="115612" y="339405"/>
                  </a:cubicBezTo>
                  <a:lnTo>
                    <a:pt x="115612" y="385009"/>
                  </a:lnTo>
                  <a:cubicBezTo>
                    <a:pt x="119854" y="391375"/>
                    <a:pt x="155916" y="404099"/>
                    <a:pt x="224853" y="404099"/>
                  </a:cubicBezTo>
                  <a:cubicBezTo>
                    <a:pt x="293795" y="404099"/>
                    <a:pt x="330917" y="390316"/>
                    <a:pt x="334099" y="385009"/>
                  </a:cubicBezTo>
                  <a:lnTo>
                    <a:pt x="336223" y="339405"/>
                  </a:lnTo>
                  <a:close/>
                </a:path>
              </a:pathLst>
            </a:custGeom>
            <a:solidFill>
              <a:srgbClr val="2D5967"/>
            </a:solidFill>
            <a:ln w="6417" cap="flat">
              <a:noFill/>
              <a:prstDash val="solid"/>
              <a:miter/>
            </a:ln>
          </p:spPr>
          <p:txBody>
            <a:bodyPr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srgbClr val="7C8A98"/>
                </a:solidFill>
                <a:effectLst/>
                <a:uLnTx/>
                <a:uFillTx/>
                <a:latin typeface="Oracle Sans Tab"/>
                <a:ea typeface="+mn-ea"/>
                <a:cs typeface="+mn-cs"/>
              </a:endParaRPr>
            </a:p>
          </p:txBody>
        </p:sp>
      </p:grpSp>
      <p:sp>
        <p:nvSpPr>
          <p:cNvPr id="265" name="TextBox 264">
            <a:extLst>
              <a:ext uri="{FF2B5EF4-FFF2-40B4-BE49-F238E27FC236}">
                <a16:creationId xmlns:a16="http://schemas.microsoft.com/office/drawing/2014/main" id="{9C374D26-6ECB-7704-BCD8-8B680FE5F32A}"/>
              </a:ext>
            </a:extLst>
          </p:cNvPr>
          <p:cNvSpPr txBox="1"/>
          <p:nvPr/>
        </p:nvSpPr>
        <p:spPr>
          <a:xfrm>
            <a:off x="6962505" y="3229743"/>
            <a:ext cx="524503" cy="338554"/>
          </a:xfrm>
          <a:prstGeom prst="rect">
            <a:avLst/>
          </a:prstGeom>
          <a:noFill/>
        </p:spPr>
        <p:txBody>
          <a:bodyPr wrap="none" rtlCol="0">
            <a:spAutoFit/>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sz="800" b="0" i="0" u="none" strike="noStrike" kern="1200" cap="none" spc="0" normalizeH="0" baseline="0" noProof="0" dirty="0">
                <a:ln>
                  <a:noFill/>
                </a:ln>
                <a:solidFill>
                  <a:srgbClr val="000000"/>
                </a:solidFill>
                <a:effectLst/>
                <a:uLnTx/>
                <a:uFillTx/>
                <a:latin typeface="Oracle Sans"/>
                <a:ea typeface="+mn-ea"/>
                <a:cs typeface="Oracle Sans"/>
                <a:sym typeface="Oracle Sans"/>
                <a:rtl val="0"/>
              </a:rPr>
              <a:t>Event </a:t>
            </a:r>
          </a:p>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sz="800" b="0" i="0" u="none" strike="noStrike" kern="1200" cap="none" spc="0" normalizeH="0" baseline="0" noProof="0" dirty="0">
                <a:ln>
                  <a:noFill/>
                </a:ln>
                <a:solidFill>
                  <a:srgbClr val="000000"/>
                </a:solidFill>
                <a:effectLst/>
                <a:uLnTx/>
                <a:uFillTx/>
                <a:latin typeface="Oracle Sans"/>
                <a:ea typeface="+mn-ea"/>
                <a:cs typeface="Oracle Sans"/>
                <a:sym typeface="Oracle Sans"/>
                <a:rtl val="0"/>
              </a:rPr>
              <a:t>Trigger</a:t>
            </a:r>
          </a:p>
        </p:txBody>
      </p:sp>
      <p:sp>
        <p:nvSpPr>
          <p:cNvPr id="269" name="TextBox 268">
            <a:extLst>
              <a:ext uri="{FF2B5EF4-FFF2-40B4-BE49-F238E27FC236}">
                <a16:creationId xmlns:a16="http://schemas.microsoft.com/office/drawing/2014/main" id="{32D4091C-05FD-0E20-62BB-487F1B9167B1}"/>
              </a:ext>
            </a:extLst>
          </p:cNvPr>
          <p:cNvSpPr txBox="1"/>
          <p:nvPr/>
        </p:nvSpPr>
        <p:spPr>
          <a:xfrm rot="2486731">
            <a:off x="7701588" y="4070642"/>
            <a:ext cx="1030201" cy="338554"/>
          </a:xfrm>
          <a:prstGeom prst="rect">
            <a:avLst/>
          </a:prstGeom>
          <a:solidFill>
            <a:srgbClr val="F3F3F3"/>
          </a:solidFill>
        </p:spPr>
        <p:txBody>
          <a:bodyPr wrap="square">
            <a:spAutoFit/>
          </a:bodyPr>
          <a:lstStyle/>
          <a:p>
            <a:pPr marL="0" marR="0" lvl="0" indent="0" algn="ctr" defTabSz="914400" eaLnBrk="1" fontAlgn="auto" latinLnBrk="0" hangingPunct="1">
              <a:lnSpc>
                <a:spcPct val="100000"/>
              </a:lnSpc>
              <a:spcBef>
                <a:spcPts val="0"/>
              </a:spcBef>
              <a:spcAft>
                <a:spcPts val="0"/>
              </a:spcAft>
              <a:buClrTx/>
              <a:buSzTx/>
              <a:buFontTx/>
              <a:buNone/>
              <a:tabLst/>
              <a:defRPr/>
            </a:pPr>
            <a:r>
              <a:rPr kumimoji="0" lang="en-US" sz="800" b="0" i="0" u="none" strike="noStrike" kern="0" cap="none" spc="0" normalizeH="0" baseline="0" noProof="0" dirty="0">
                <a:ln>
                  <a:noFill/>
                </a:ln>
                <a:solidFill>
                  <a:srgbClr val="2B2E32"/>
                </a:solidFill>
                <a:effectLst/>
                <a:uLnTx/>
                <a:uFillTx/>
              </a:rPr>
              <a:t>OAC-Native Direct Connection</a:t>
            </a:r>
          </a:p>
        </p:txBody>
      </p:sp>
      <p:sp>
        <p:nvSpPr>
          <p:cNvPr id="270" name="TextBox 269">
            <a:extLst>
              <a:ext uri="{FF2B5EF4-FFF2-40B4-BE49-F238E27FC236}">
                <a16:creationId xmlns:a16="http://schemas.microsoft.com/office/drawing/2014/main" id="{C11DD260-2FEA-764C-E8A8-B9D3A2FA3F09}"/>
              </a:ext>
            </a:extLst>
          </p:cNvPr>
          <p:cNvSpPr txBox="1"/>
          <p:nvPr/>
        </p:nvSpPr>
        <p:spPr>
          <a:xfrm>
            <a:off x="7540755" y="3210265"/>
            <a:ext cx="1325811" cy="215444"/>
          </a:xfrm>
          <a:prstGeom prst="rect">
            <a:avLst/>
          </a:prstGeom>
          <a:noFill/>
        </p:spPr>
        <p:txBody>
          <a:bodyPr wrap="square">
            <a:spAutoFit/>
          </a:bodyPr>
          <a:lstStyle/>
          <a:p>
            <a:pPr algn="ctr">
              <a:defRPr/>
            </a:pPr>
            <a:r>
              <a:rPr lang="en-US" sz="800" dirty="0">
                <a:solidFill>
                  <a:srgbClr val="2B2E32"/>
                </a:solidFill>
                <a:latin typeface="Oracle Sans" panose="020B0503020204020204" pitchFamily="34" charset="0"/>
                <a:cs typeface="Oracle Sans" panose="020B0503020204020204" pitchFamily="34" charset="0"/>
              </a:rPr>
              <a:t>REST API</a:t>
            </a:r>
          </a:p>
        </p:txBody>
      </p:sp>
      <p:cxnSp>
        <p:nvCxnSpPr>
          <p:cNvPr id="271" name="Straight Arrow Connector 270">
            <a:extLst>
              <a:ext uri="{FF2B5EF4-FFF2-40B4-BE49-F238E27FC236}">
                <a16:creationId xmlns:a16="http://schemas.microsoft.com/office/drawing/2014/main" id="{DC8D3EE5-BD44-8BCC-E6DB-31AD0B4C6F21}"/>
              </a:ext>
            </a:extLst>
          </p:cNvPr>
          <p:cNvCxnSpPr>
            <a:cxnSpLocks/>
          </p:cNvCxnSpPr>
          <p:nvPr/>
        </p:nvCxnSpPr>
        <p:spPr>
          <a:xfrm>
            <a:off x="7676525" y="3561930"/>
            <a:ext cx="1292616" cy="1132113"/>
          </a:xfrm>
          <a:prstGeom prst="straightConnector1">
            <a:avLst/>
          </a:prstGeom>
          <a:noFill/>
          <a:ln w="28575" cap="flat" cmpd="sng" algn="ctr">
            <a:solidFill>
              <a:srgbClr val="2C5967"/>
            </a:solidFill>
            <a:prstDash val="solid"/>
            <a:tailEnd type="triangle"/>
          </a:ln>
          <a:effectLst/>
        </p:spPr>
      </p:cxnSp>
      <p:cxnSp>
        <p:nvCxnSpPr>
          <p:cNvPr id="272" name="Straight Arrow Connector 271">
            <a:extLst>
              <a:ext uri="{FF2B5EF4-FFF2-40B4-BE49-F238E27FC236}">
                <a16:creationId xmlns:a16="http://schemas.microsoft.com/office/drawing/2014/main" id="{EDE3B0AA-9972-CC85-E325-842186D740F7}"/>
              </a:ext>
            </a:extLst>
          </p:cNvPr>
          <p:cNvCxnSpPr>
            <a:cxnSpLocks/>
          </p:cNvCxnSpPr>
          <p:nvPr/>
        </p:nvCxnSpPr>
        <p:spPr>
          <a:xfrm flipV="1">
            <a:off x="7650986" y="3413803"/>
            <a:ext cx="1068305" cy="4653"/>
          </a:xfrm>
          <a:prstGeom prst="straightConnector1">
            <a:avLst/>
          </a:prstGeom>
          <a:ln w="28575">
            <a:solidFill>
              <a:srgbClr val="2C5967"/>
            </a:solidFill>
            <a:tailEnd type="triangle"/>
          </a:ln>
        </p:spPr>
        <p:style>
          <a:lnRef idx="1">
            <a:schemeClr val="accent1"/>
          </a:lnRef>
          <a:fillRef idx="0">
            <a:schemeClr val="accent1"/>
          </a:fillRef>
          <a:effectRef idx="0">
            <a:schemeClr val="accent1"/>
          </a:effectRef>
          <a:fontRef idx="minor">
            <a:schemeClr val="tx1"/>
          </a:fontRef>
        </p:style>
      </p:cxnSp>
      <p:sp>
        <p:nvSpPr>
          <p:cNvPr id="273" name="TextBox 272">
            <a:extLst>
              <a:ext uri="{FF2B5EF4-FFF2-40B4-BE49-F238E27FC236}">
                <a16:creationId xmlns:a16="http://schemas.microsoft.com/office/drawing/2014/main" id="{6CD42A31-051A-2D60-1A6D-138BFC4D4FBB}"/>
              </a:ext>
            </a:extLst>
          </p:cNvPr>
          <p:cNvSpPr txBox="1"/>
          <p:nvPr/>
        </p:nvSpPr>
        <p:spPr>
          <a:xfrm>
            <a:off x="6108030" y="3713891"/>
            <a:ext cx="1295833" cy="738664"/>
          </a:xfrm>
          <a:prstGeom prst="rect">
            <a:avLst/>
          </a:prstGeom>
          <a:solidFill>
            <a:schemeClr val="accent1"/>
          </a:solidFill>
        </p:spPr>
        <p:txBody>
          <a:bodyPr wrap="square" rtlCol="0">
            <a:spAutoFit/>
          </a:bodyPr>
          <a:lstStyle>
            <a:defPPr>
              <a:defRPr lang="en-US"/>
            </a:defPPr>
            <a:lvl1pPr marR="0" lvl="0" indent="0" algn="ctr" fontAlgn="auto">
              <a:lnSpc>
                <a:spcPct val="100000"/>
              </a:lnSpc>
              <a:spcBef>
                <a:spcPts val="0"/>
              </a:spcBef>
              <a:spcAft>
                <a:spcPts val="0"/>
              </a:spcAft>
              <a:buClrTx/>
              <a:buSzTx/>
              <a:buFontTx/>
              <a:buNone/>
              <a:tabLst/>
              <a:defRPr kumimoji="0" sz="1400" b="1" i="0" u="none" strike="noStrike" cap="none" spc="0" normalizeH="0" baseline="0">
                <a:ln>
                  <a:noFill/>
                </a:ln>
                <a:effectLst/>
                <a:uLnTx/>
                <a:uFillTx/>
                <a:latin typeface="Oracle Sans"/>
                <a:cs typeface="Oracle Sans"/>
                <a:rtl val="0"/>
              </a:defRPr>
            </a:lvl1pP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sz="1400" b="1" i="0" u="none" strike="noStrike" kern="1200" cap="none" spc="0" normalizeH="0" baseline="0" noProof="0" dirty="0">
                <a:ln>
                  <a:noFill/>
                </a:ln>
                <a:solidFill>
                  <a:srgbClr val="FFFFFF"/>
                </a:solidFill>
                <a:effectLst/>
                <a:uLnTx/>
                <a:uFillTx/>
                <a:latin typeface="Oracle Sans"/>
                <a:ea typeface="+mn-ea"/>
                <a:cs typeface="Oracle Sans"/>
                <a:sym typeface="Oracle Sans"/>
                <a:rtl val="0"/>
              </a:rPr>
              <a:t>Autonomous Data Warehouse</a:t>
            </a:r>
          </a:p>
        </p:txBody>
      </p:sp>
      <p:sp>
        <p:nvSpPr>
          <p:cNvPr id="3" name="Speech Bubble: Rectangle with Corners Rounded 5">
            <a:extLst>
              <a:ext uri="{FF2B5EF4-FFF2-40B4-BE49-F238E27FC236}">
                <a16:creationId xmlns:a16="http://schemas.microsoft.com/office/drawing/2014/main" id="{DFE63BE3-2EDF-D05F-EBCA-4410EF851BC5}"/>
              </a:ext>
            </a:extLst>
          </p:cNvPr>
          <p:cNvSpPr/>
          <p:nvPr/>
        </p:nvSpPr>
        <p:spPr>
          <a:xfrm>
            <a:off x="356135" y="1155647"/>
            <a:ext cx="3519511" cy="1107864"/>
          </a:xfrm>
          <a:prstGeom prst="wedgeRoundRectCallout">
            <a:avLst>
              <a:gd name="adj1" fmla="val 17888"/>
              <a:gd name="adj2" fmla="val 79755"/>
              <a:gd name="adj3" fmla="val 16667"/>
            </a:avLst>
          </a:prstGeom>
          <a:solidFill>
            <a:schemeClr val="bg1">
              <a:lumMod val="90000"/>
              <a:lumOff val="10000"/>
            </a:schemeClr>
          </a:solidFill>
          <a:ln>
            <a:solidFill>
              <a:srgbClr val="C0000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defRPr/>
            </a:pPr>
            <a:r>
              <a:rPr lang="en-US" sz="1600" dirty="0">
                <a:solidFill>
                  <a:schemeClr val="tx1"/>
                </a:solidFill>
                <a:latin typeface="Oracle Sans Tab"/>
              </a:rPr>
              <a:t>Real-time telemetry data streaming for fast issue detection </a:t>
            </a:r>
          </a:p>
        </p:txBody>
      </p:sp>
      <p:sp>
        <p:nvSpPr>
          <p:cNvPr id="4" name="Speech Bubble: Rectangle with Corners Rounded 3">
            <a:extLst>
              <a:ext uri="{FF2B5EF4-FFF2-40B4-BE49-F238E27FC236}">
                <a16:creationId xmlns:a16="http://schemas.microsoft.com/office/drawing/2014/main" id="{0247371C-B590-FEF3-C90A-3FA2E0252397}"/>
              </a:ext>
            </a:extLst>
          </p:cNvPr>
          <p:cNvSpPr/>
          <p:nvPr/>
        </p:nvSpPr>
        <p:spPr>
          <a:xfrm>
            <a:off x="1073332" y="5154210"/>
            <a:ext cx="3519511" cy="1107864"/>
          </a:xfrm>
          <a:prstGeom prst="wedgeRoundRectCallout">
            <a:avLst>
              <a:gd name="adj1" fmla="val 37374"/>
              <a:gd name="adj2" fmla="val -119446"/>
              <a:gd name="adj3" fmla="val 16667"/>
            </a:avLst>
          </a:prstGeom>
          <a:solidFill>
            <a:schemeClr val="bg1">
              <a:lumMod val="90000"/>
              <a:lumOff val="10000"/>
            </a:schemeClr>
          </a:solidFill>
          <a:ln>
            <a:solidFill>
              <a:srgbClr val="C0000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defRPr/>
            </a:pPr>
            <a:r>
              <a:rPr lang="en-US" sz="1600" dirty="0">
                <a:solidFill>
                  <a:schemeClr val="tx1"/>
                </a:solidFill>
                <a:latin typeface="Oracle Sans Tab"/>
              </a:rPr>
              <a:t>Apply advanced AI to detect abnormal behavior proactively</a:t>
            </a:r>
          </a:p>
        </p:txBody>
      </p:sp>
      <p:sp>
        <p:nvSpPr>
          <p:cNvPr id="5" name="Speech Bubble: Rectangle with Corners Rounded 5">
            <a:extLst>
              <a:ext uri="{FF2B5EF4-FFF2-40B4-BE49-F238E27FC236}">
                <a16:creationId xmlns:a16="http://schemas.microsoft.com/office/drawing/2014/main" id="{0731A234-2F23-3DF0-1414-4789384305AD}"/>
              </a:ext>
            </a:extLst>
          </p:cNvPr>
          <p:cNvSpPr/>
          <p:nvPr/>
        </p:nvSpPr>
        <p:spPr>
          <a:xfrm>
            <a:off x="5068087" y="1100746"/>
            <a:ext cx="3519511" cy="1107864"/>
          </a:xfrm>
          <a:prstGeom prst="wedgeRoundRectCallout">
            <a:avLst>
              <a:gd name="adj1" fmla="val 56859"/>
              <a:gd name="adj2" fmla="val 79755"/>
              <a:gd name="adj3" fmla="val 16667"/>
            </a:avLst>
          </a:prstGeom>
          <a:solidFill>
            <a:schemeClr val="bg1">
              <a:lumMod val="90000"/>
              <a:lumOff val="10000"/>
            </a:schemeClr>
          </a:solidFill>
          <a:ln>
            <a:solidFill>
              <a:srgbClr val="C0000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defRPr/>
            </a:pPr>
            <a:r>
              <a:rPr lang="en-US" sz="1600" dirty="0">
                <a:solidFill>
                  <a:schemeClr val="tx1"/>
                </a:solidFill>
                <a:latin typeface="Oracle Sans Tab"/>
              </a:rPr>
              <a:t>Efficiently track and resolve issues for operations teams</a:t>
            </a:r>
          </a:p>
        </p:txBody>
      </p:sp>
      <p:sp>
        <p:nvSpPr>
          <p:cNvPr id="6" name="Speech Bubble: Rectangle with Corners Rounded 5">
            <a:extLst>
              <a:ext uri="{FF2B5EF4-FFF2-40B4-BE49-F238E27FC236}">
                <a16:creationId xmlns:a16="http://schemas.microsoft.com/office/drawing/2014/main" id="{5E153BBB-9C89-D390-3F1C-E948B932DF8E}"/>
              </a:ext>
            </a:extLst>
          </p:cNvPr>
          <p:cNvSpPr/>
          <p:nvPr/>
        </p:nvSpPr>
        <p:spPr>
          <a:xfrm>
            <a:off x="5749756" y="5487624"/>
            <a:ext cx="3178537" cy="1107864"/>
          </a:xfrm>
          <a:prstGeom prst="wedgeRoundRectCallout">
            <a:avLst>
              <a:gd name="adj1" fmla="val 70136"/>
              <a:gd name="adj2" fmla="val -44052"/>
              <a:gd name="adj3" fmla="val 16667"/>
            </a:avLst>
          </a:prstGeom>
          <a:solidFill>
            <a:schemeClr val="bg1">
              <a:lumMod val="90000"/>
              <a:lumOff val="10000"/>
            </a:schemeClr>
          </a:solidFill>
          <a:ln>
            <a:solidFill>
              <a:srgbClr val="C0000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defRPr/>
            </a:pPr>
            <a:r>
              <a:rPr lang="en-US" sz="1600" dirty="0">
                <a:solidFill>
                  <a:schemeClr val="tx1"/>
                </a:solidFill>
                <a:latin typeface="Oracle Sans Tab"/>
              </a:rPr>
              <a:t>Visualize maintenance and business data for better decision-making</a:t>
            </a:r>
          </a:p>
        </p:txBody>
      </p:sp>
    </p:spTree>
    <p:extLst>
      <p:ext uri="{BB962C8B-B14F-4D97-AF65-F5344CB8AC3E}">
        <p14:creationId xmlns:p14="http://schemas.microsoft.com/office/powerpoint/2010/main" val="413466572"/>
      </p:ext>
    </p:extLst>
  </p:cSld>
  <p:clrMapOvr>
    <a:masterClrMapping/>
  </p:clrMapOvr>
  <p:transition>
    <p:fade/>
  </p:transition>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pSp>
        <p:nvGrpSpPr>
          <p:cNvPr id="4" name="Group 3">
            <a:extLst>
              <a:ext uri="{FF2B5EF4-FFF2-40B4-BE49-F238E27FC236}">
                <a16:creationId xmlns:a16="http://schemas.microsoft.com/office/drawing/2014/main" id="{A5C617E4-65BA-C9BE-BB71-0C5609365FCE}"/>
              </a:ext>
            </a:extLst>
          </p:cNvPr>
          <p:cNvGrpSpPr/>
          <p:nvPr/>
        </p:nvGrpSpPr>
        <p:grpSpPr>
          <a:xfrm>
            <a:off x="214670" y="2074496"/>
            <a:ext cx="1459992" cy="669591"/>
            <a:chOff x="18797887" y="4782675"/>
            <a:chExt cx="4379976" cy="2008774"/>
          </a:xfrm>
        </p:grpSpPr>
        <p:sp>
          <p:nvSpPr>
            <p:cNvPr id="5" name="Rectangle 4">
              <a:extLst>
                <a:ext uri="{FF2B5EF4-FFF2-40B4-BE49-F238E27FC236}">
                  <a16:creationId xmlns:a16="http://schemas.microsoft.com/office/drawing/2014/main" id="{82F6A662-2B90-BAC6-AAAD-D0C6E2BA7E26}"/>
                </a:ext>
              </a:extLst>
            </p:cNvPr>
            <p:cNvSpPr/>
            <p:nvPr/>
          </p:nvSpPr>
          <p:spPr>
            <a:xfrm>
              <a:off x="18797887" y="6180633"/>
              <a:ext cx="4379976" cy="610816"/>
            </a:xfrm>
            <a:prstGeom prst="rect">
              <a:avLst/>
            </a:prstGeom>
            <a:noFill/>
            <a:ln w="12700" cap="flat" cmpd="sng" algn="ctr">
              <a:noFill/>
              <a:prstDash val="solid"/>
              <a:miter lim="800000"/>
            </a:ln>
            <a:effectLst/>
            <a:scene3d>
              <a:camera prst="orthographicFront"/>
              <a:lightRig rig="soft" dir="t">
                <a:rot lat="0" lon="0" rev="20400000"/>
              </a:lightRig>
            </a:scene3d>
            <a:sp3d prstMaterial="plastic"/>
          </p:spPr>
          <p:txBody>
            <a:bodyPr lIns="30480" tIns="15240" rIns="30480" bIns="15240" rtlCol="0" anchor="t"/>
            <a:lstStyle/>
            <a:p>
              <a:pPr algn="ctr">
                <a:defRPr/>
              </a:pPr>
              <a:r>
                <a:rPr lang="en-US" sz="933" kern="0">
                  <a:solidFill>
                    <a:srgbClr val="FCFBFA">
                      <a:lumMod val="10000"/>
                    </a:srgbClr>
                  </a:solidFill>
                  <a:latin typeface="NVIDIA Sans" panose="020B0503020203020204" pitchFamily="34" charset="0"/>
                  <a:cs typeface="NVIDIA Sans" panose="020B0503020203020204" pitchFamily="34" charset="0"/>
                </a:rPr>
                <a:t>User</a:t>
              </a:r>
            </a:p>
          </p:txBody>
        </p:sp>
        <p:pic>
          <p:nvPicPr>
            <p:cNvPr id="6" name="Graphic 17">
              <a:extLst>
                <a:ext uri="{FF2B5EF4-FFF2-40B4-BE49-F238E27FC236}">
                  <a16:creationId xmlns:a16="http://schemas.microsoft.com/office/drawing/2014/main" id="{4F343B01-0E9F-D498-C1FE-964ADC9B6E68}"/>
                </a:ext>
              </a:extLst>
            </p:cNvPr>
            <p:cNvPicPr>
              <a:picLocks noChangeAspect="1"/>
            </p:cNvPicPr>
            <p:nvPr/>
          </p:nvPicPr>
          <p:blipFill>
            <a:blip r:embed="rId2">
              <a:extLst>
                <a:ext uri="{28A0092B-C50C-407E-A947-70E740481C1C}">
                  <a14:useLocalDpi xmlns:a14="http://schemas.microsoft.com/office/drawing/2010/main" val="0"/>
                </a:ext>
                <a:ext uri="{96DAC541-7B7A-43D3-8B79-37D633B846F1}">
                  <asvg:svgBlip xmlns:asvg="http://schemas.microsoft.com/office/drawing/2016/SVG/main" r:embed="rId3"/>
                </a:ext>
              </a:extLst>
            </a:blip>
            <a:stretch>
              <a:fillRect/>
            </a:stretch>
          </p:blipFill>
          <p:spPr>
            <a:xfrm>
              <a:off x="20339394" y="4782675"/>
              <a:ext cx="1280160" cy="1280160"/>
            </a:xfrm>
            <a:prstGeom prst="rect">
              <a:avLst/>
            </a:prstGeom>
          </p:spPr>
        </p:pic>
      </p:grpSp>
      <p:sp>
        <p:nvSpPr>
          <p:cNvPr id="10" name="Freeform 7">
            <a:extLst>
              <a:ext uri="{FF2B5EF4-FFF2-40B4-BE49-F238E27FC236}">
                <a16:creationId xmlns:a16="http://schemas.microsoft.com/office/drawing/2014/main" id="{615C7FA3-09DF-CA3B-9BAD-21329AE28613}"/>
              </a:ext>
            </a:extLst>
          </p:cNvPr>
          <p:cNvSpPr/>
          <p:nvPr/>
        </p:nvSpPr>
        <p:spPr>
          <a:xfrm flipV="1">
            <a:off x="1224971" y="2214738"/>
            <a:ext cx="1606152" cy="45719"/>
          </a:xfrm>
          <a:custGeom>
            <a:avLst/>
            <a:gdLst>
              <a:gd name="connsiteX0" fmla="*/ 0 w 3285066"/>
              <a:gd name="connsiteY0" fmla="*/ 0 h 0"/>
              <a:gd name="connsiteX1" fmla="*/ 3285066 w 3285066"/>
              <a:gd name="connsiteY1" fmla="*/ 0 h 0"/>
            </a:gdLst>
            <a:ahLst/>
            <a:cxnLst>
              <a:cxn ang="0">
                <a:pos x="connsiteX0" y="connsiteY0"/>
              </a:cxn>
              <a:cxn ang="0">
                <a:pos x="connsiteX1" y="connsiteY1"/>
              </a:cxn>
            </a:cxnLst>
            <a:rect l="l" t="t" r="r" b="b"/>
            <a:pathLst>
              <a:path w="3285066">
                <a:moveTo>
                  <a:pt x="0" y="0"/>
                </a:moveTo>
                <a:lnTo>
                  <a:pt x="3285066" y="0"/>
                </a:lnTo>
              </a:path>
            </a:pathLst>
          </a:custGeom>
          <a:noFill/>
          <a:ln w="9525" cap="flat" cmpd="sng" algn="ctr">
            <a:solidFill>
              <a:srgbClr val="312D2A"/>
            </a:solidFill>
            <a:prstDash val="solid"/>
            <a:miter lim="800000"/>
            <a:tailEnd type="triangle" w="med" len="med"/>
          </a:ln>
          <a:effectLst/>
        </p:spPr>
        <p:txBody>
          <a:bodyPr rtlCol="0" anchor="ctr"/>
          <a:lstStyle/>
          <a:p>
            <a:pPr algn="ctr">
              <a:defRPr/>
            </a:pPr>
            <a:endParaRPr lang="en-US" sz="600" kern="0">
              <a:solidFill>
                <a:srgbClr val="FCFBFA"/>
              </a:solidFill>
              <a:latin typeface="Oracle Sans"/>
            </a:endParaRPr>
          </a:p>
        </p:txBody>
      </p:sp>
      <p:sp>
        <p:nvSpPr>
          <p:cNvPr id="12" name="TextBox 11">
            <a:extLst>
              <a:ext uri="{FF2B5EF4-FFF2-40B4-BE49-F238E27FC236}">
                <a16:creationId xmlns:a16="http://schemas.microsoft.com/office/drawing/2014/main" id="{A54D966E-57FC-4947-B376-5675B8D9EC78}"/>
              </a:ext>
            </a:extLst>
          </p:cNvPr>
          <p:cNvSpPr txBox="1"/>
          <p:nvPr/>
        </p:nvSpPr>
        <p:spPr>
          <a:xfrm>
            <a:off x="1224971" y="1876184"/>
            <a:ext cx="1475276" cy="338554"/>
          </a:xfrm>
          <a:prstGeom prst="rect">
            <a:avLst/>
          </a:prstGeom>
          <a:noFill/>
        </p:spPr>
        <p:txBody>
          <a:bodyPr wrap="none" rtlCol="0">
            <a:spAutoFit/>
          </a:bodyPr>
          <a:lstStyle/>
          <a:p>
            <a:r>
              <a:rPr lang="en-US" sz="1600" dirty="0">
                <a:solidFill>
                  <a:schemeClr val="bg1"/>
                </a:solidFill>
              </a:rPr>
              <a:t>Service Query</a:t>
            </a:r>
          </a:p>
        </p:txBody>
      </p:sp>
      <p:grpSp>
        <p:nvGrpSpPr>
          <p:cNvPr id="13" name="Graphic 3">
            <a:extLst>
              <a:ext uri="{FF2B5EF4-FFF2-40B4-BE49-F238E27FC236}">
                <a16:creationId xmlns:a16="http://schemas.microsoft.com/office/drawing/2014/main" id="{C89E6636-D80F-829F-A260-170EBB1D68B5}"/>
              </a:ext>
            </a:extLst>
          </p:cNvPr>
          <p:cNvGrpSpPr/>
          <p:nvPr/>
        </p:nvGrpSpPr>
        <p:grpSpPr>
          <a:xfrm>
            <a:off x="2900868" y="1985952"/>
            <a:ext cx="549349" cy="549009"/>
            <a:chOff x="9189623" y="2363804"/>
            <a:chExt cx="472985" cy="513347"/>
          </a:xfrm>
        </p:grpSpPr>
        <p:sp>
          <p:nvSpPr>
            <p:cNvPr id="14" name="Freeform: Shape 13">
              <a:extLst>
                <a:ext uri="{FF2B5EF4-FFF2-40B4-BE49-F238E27FC236}">
                  <a16:creationId xmlns:a16="http://schemas.microsoft.com/office/drawing/2014/main" id="{C6DD0038-5801-3B8A-0A2B-424CF760A6AE}"/>
                </a:ext>
              </a:extLst>
            </p:cNvPr>
            <p:cNvSpPr/>
            <p:nvPr/>
          </p:nvSpPr>
          <p:spPr>
            <a:xfrm>
              <a:off x="9189623" y="2363804"/>
              <a:ext cx="472985" cy="513347"/>
            </a:xfrm>
            <a:custGeom>
              <a:avLst/>
              <a:gdLst>
                <a:gd name="connsiteX0" fmla="*/ 235883 w 472985"/>
                <a:gd name="connsiteY0" fmla="*/ 12193 h 513347"/>
                <a:gd name="connsiteX1" fmla="*/ 271369 w 472985"/>
                <a:gd name="connsiteY1" fmla="*/ 26826 h 513347"/>
                <a:gd name="connsiteX2" fmla="*/ 284779 w 472985"/>
                <a:gd name="connsiteY2" fmla="*/ 73161 h 513347"/>
                <a:gd name="connsiteX3" fmla="*/ 374038 w 472985"/>
                <a:gd name="connsiteY3" fmla="*/ 124374 h 513347"/>
                <a:gd name="connsiteX4" fmla="*/ 407021 w 472985"/>
                <a:gd name="connsiteY4" fmla="*/ 109741 h 513347"/>
                <a:gd name="connsiteX5" fmla="*/ 442442 w 472985"/>
                <a:gd name="connsiteY5" fmla="*/ 124374 h 513347"/>
                <a:gd name="connsiteX6" fmla="*/ 457136 w 472985"/>
                <a:gd name="connsiteY6" fmla="*/ 159735 h 513347"/>
                <a:gd name="connsiteX7" fmla="*/ 442442 w 472985"/>
                <a:gd name="connsiteY7" fmla="*/ 195096 h 513347"/>
                <a:gd name="connsiteX8" fmla="*/ 417993 w 472985"/>
                <a:gd name="connsiteY8" fmla="*/ 209729 h 513347"/>
                <a:gd name="connsiteX9" fmla="*/ 417993 w 472985"/>
                <a:gd name="connsiteY9" fmla="*/ 312154 h 513347"/>
                <a:gd name="connsiteX10" fmla="*/ 442442 w 472985"/>
                <a:gd name="connsiteY10" fmla="*/ 324346 h 513347"/>
                <a:gd name="connsiteX11" fmla="*/ 457136 w 472985"/>
                <a:gd name="connsiteY11" fmla="*/ 359709 h 513347"/>
                <a:gd name="connsiteX12" fmla="*/ 442442 w 472985"/>
                <a:gd name="connsiteY12" fmla="*/ 395072 h 513347"/>
                <a:gd name="connsiteX13" fmla="*/ 407021 w 472985"/>
                <a:gd name="connsiteY13" fmla="*/ 409703 h 513347"/>
                <a:gd name="connsiteX14" fmla="*/ 371535 w 472985"/>
                <a:gd name="connsiteY14" fmla="*/ 395072 h 513347"/>
                <a:gd name="connsiteX15" fmla="*/ 370316 w 472985"/>
                <a:gd name="connsiteY15" fmla="*/ 392634 h 513347"/>
                <a:gd name="connsiteX16" fmla="*/ 283561 w 472985"/>
                <a:gd name="connsiteY16" fmla="*/ 442627 h 513347"/>
                <a:gd name="connsiteX17" fmla="*/ 270085 w 472985"/>
                <a:gd name="connsiteY17" fmla="*/ 487744 h 513347"/>
                <a:gd name="connsiteX18" fmla="*/ 234664 w 472985"/>
                <a:gd name="connsiteY18" fmla="*/ 502375 h 513347"/>
                <a:gd name="connsiteX19" fmla="*/ 199243 w 472985"/>
                <a:gd name="connsiteY19" fmla="*/ 487744 h 513347"/>
                <a:gd name="connsiteX20" fmla="*/ 185768 w 472985"/>
                <a:gd name="connsiteY20" fmla="*/ 443847 h 513347"/>
                <a:gd name="connsiteX21" fmla="*/ 97793 w 472985"/>
                <a:gd name="connsiteY21" fmla="*/ 390195 h 513347"/>
                <a:gd name="connsiteX22" fmla="*/ 96574 w 472985"/>
                <a:gd name="connsiteY22" fmla="*/ 391415 h 513347"/>
                <a:gd name="connsiteX23" fmla="*/ 61088 w 472985"/>
                <a:gd name="connsiteY23" fmla="*/ 406045 h 513347"/>
                <a:gd name="connsiteX24" fmla="*/ 25667 w 472985"/>
                <a:gd name="connsiteY24" fmla="*/ 391415 h 513347"/>
                <a:gd name="connsiteX25" fmla="*/ 12192 w 472985"/>
                <a:gd name="connsiteY25" fmla="*/ 357271 h 513347"/>
                <a:gd name="connsiteX26" fmla="*/ 26887 w 472985"/>
                <a:gd name="connsiteY26" fmla="*/ 321907 h 513347"/>
                <a:gd name="connsiteX27" fmla="*/ 48896 w 472985"/>
                <a:gd name="connsiteY27" fmla="*/ 309715 h 513347"/>
                <a:gd name="connsiteX28" fmla="*/ 48896 w 472985"/>
                <a:gd name="connsiteY28" fmla="*/ 207290 h 513347"/>
                <a:gd name="connsiteX29" fmla="*/ 26887 w 472985"/>
                <a:gd name="connsiteY29" fmla="*/ 195096 h 513347"/>
                <a:gd name="connsiteX30" fmla="*/ 12192 w 472985"/>
                <a:gd name="connsiteY30" fmla="*/ 158516 h 513347"/>
                <a:gd name="connsiteX31" fmla="*/ 26887 w 472985"/>
                <a:gd name="connsiteY31" fmla="*/ 123155 h 513347"/>
                <a:gd name="connsiteX32" fmla="*/ 61088 w 472985"/>
                <a:gd name="connsiteY32" fmla="*/ 109741 h 513347"/>
                <a:gd name="connsiteX33" fmla="*/ 95354 w 472985"/>
                <a:gd name="connsiteY33" fmla="*/ 123155 h 513347"/>
                <a:gd name="connsiteX34" fmla="*/ 185768 w 472985"/>
                <a:gd name="connsiteY34" fmla="*/ 70723 h 513347"/>
                <a:gd name="connsiteX35" fmla="*/ 199243 w 472985"/>
                <a:gd name="connsiteY35" fmla="*/ 26826 h 513347"/>
                <a:gd name="connsiteX36" fmla="*/ 235883 w 472985"/>
                <a:gd name="connsiteY36" fmla="*/ 12193 h 513347"/>
                <a:gd name="connsiteX37" fmla="*/ 235883 w 472985"/>
                <a:gd name="connsiteY37" fmla="*/ 0 h 513347"/>
                <a:gd name="connsiteX38" fmla="*/ 191864 w 472985"/>
                <a:gd name="connsiteY38" fmla="*/ 18291 h 513347"/>
                <a:gd name="connsiteX39" fmla="*/ 173576 w 472985"/>
                <a:gd name="connsiteY39" fmla="*/ 64626 h 513347"/>
                <a:gd name="connsiteX40" fmla="*/ 96574 w 472985"/>
                <a:gd name="connsiteY40" fmla="*/ 108522 h 513347"/>
                <a:gd name="connsiteX41" fmla="*/ 61088 w 472985"/>
                <a:gd name="connsiteY41" fmla="*/ 97548 h 513347"/>
                <a:gd name="connsiteX42" fmla="*/ 18352 w 472985"/>
                <a:gd name="connsiteY42" fmla="*/ 115839 h 513347"/>
                <a:gd name="connsiteX43" fmla="*/ 0 w 472985"/>
                <a:gd name="connsiteY43" fmla="*/ 159735 h 513347"/>
                <a:gd name="connsiteX44" fmla="*/ 18352 w 472985"/>
                <a:gd name="connsiteY44" fmla="*/ 203632 h 513347"/>
                <a:gd name="connsiteX45" fmla="*/ 36640 w 472985"/>
                <a:gd name="connsiteY45" fmla="*/ 215825 h 513347"/>
                <a:gd name="connsiteX46" fmla="*/ 36640 w 472985"/>
                <a:gd name="connsiteY46" fmla="*/ 301180 h 513347"/>
                <a:gd name="connsiteX47" fmla="*/ 18352 w 472985"/>
                <a:gd name="connsiteY47" fmla="*/ 313374 h 513347"/>
                <a:gd name="connsiteX48" fmla="*/ 0 w 472985"/>
                <a:gd name="connsiteY48" fmla="*/ 357271 h 513347"/>
                <a:gd name="connsiteX49" fmla="*/ 18352 w 472985"/>
                <a:gd name="connsiteY49" fmla="*/ 401168 h 513347"/>
                <a:gd name="connsiteX50" fmla="*/ 62307 w 472985"/>
                <a:gd name="connsiteY50" fmla="*/ 419456 h 513347"/>
                <a:gd name="connsiteX51" fmla="*/ 100231 w 472985"/>
                <a:gd name="connsiteY51" fmla="*/ 407264 h 513347"/>
                <a:gd name="connsiteX52" fmla="*/ 174795 w 472985"/>
                <a:gd name="connsiteY52" fmla="*/ 449943 h 513347"/>
                <a:gd name="connsiteX53" fmla="*/ 193083 w 472985"/>
                <a:gd name="connsiteY53" fmla="*/ 495059 h 513347"/>
                <a:gd name="connsiteX54" fmla="*/ 237103 w 472985"/>
                <a:gd name="connsiteY54" fmla="*/ 513347 h 513347"/>
                <a:gd name="connsiteX55" fmla="*/ 281122 w 472985"/>
                <a:gd name="connsiteY55" fmla="*/ 495059 h 513347"/>
                <a:gd name="connsiteX56" fmla="*/ 299474 w 472985"/>
                <a:gd name="connsiteY56" fmla="*/ 447504 h 513347"/>
                <a:gd name="connsiteX57" fmla="*/ 371535 w 472985"/>
                <a:gd name="connsiteY57" fmla="*/ 406045 h 513347"/>
                <a:gd name="connsiteX58" fmla="*/ 410678 w 472985"/>
                <a:gd name="connsiteY58" fmla="*/ 419456 h 513347"/>
                <a:gd name="connsiteX59" fmla="*/ 454697 w 472985"/>
                <a:gd name="connsiteY59" fmla="*/ 401168 h 513347"/>
                <a:gd name="connsiteX60" fmla="*/ 472985 w 472985"/>
                <a:gd name="connsiteY60" fmla="*/ 357271 h 513347"/>
                <a:gd name="connsiteX61" fmla="*/ 454697 w 472985"/>
                <a:gd name="connsiteY61" fmla="*/ 313374 h 513347"/>
                <a:gd name="connsiteX62" fmla="*/ 433907 w 472985"/>
                <a:gd name="connsiteY62" fmla="*/ 299960 h 513347"/>
                <a:gd name="connsiteX63" fmla="*/ 433907 w 472985"/>
                <a:gd name="connsiteY63" fmla="*/ 215825 h 513347"/>
                <a:gd name="connsiteX64" fmla="*/ 454697 w 472985"/>
                <a:gd name="connsiteY64" fmla="*/ 201193 h 513347"/>
                <a:gd name="connsiteX65" fmla="*/ 472985 w 472985"/>
                <a:gd name="connsiteY65" fmla="*/ 157297 h 513347"/>
                <a:gd name="connsiteX66" fmla="*/ 454697 w 472985"/>
                <a:gd name="connsiteY66" fmla="*/ 113400 h 513347"/>
                <a:gd name="connsiteX67" fmla="*/ 410678 w 472985"/>
                <a:gd name="connsiteY67" fmla="*/ 95110 h 513347"/>
                <a:gd name="connsiteX68" fmla="*/ 374038 w 472985"/>
                <a:gd name="connsiteY68" fmla="*/ 107303 h 513347"/>
                <a:gd name="connsiteX69" fmla="*/ 299474 w 472985"/>
                <a:gd name="connsiteY69" fmla="*/ 64626 h 513347"/>
                <a:gd name="connsiteX70" fmla="*/ 281122 w 472985"/>
                <a:gd name="connsiteY70" fmla="*/ 15852 h 513347"/>
                <a:gd name="connsiteX71" fmla="*/ 235883 w 472985"/>
                <a:gd name="connsiteY71" fmla="*/ 0 h 513347"/>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 ang="0">
                  <a:pos x="connsiteX39" y="connsiteY39"/>
                </a:cxn>
                <a:cxn ang="0">
                  <a:pos x="connsiteX40" y="connsiteY40"/>
                </a:cxn>
                <a:cxn ang="0">
                  <a:pos x="connsiteX41" y="connsiteY41"/>
                </a:cxn>
                <a:cxn ang="0">
                  <a:pos x="connsiteX42" y="connsiteY42"/>
                </a:cxn>
                <a:cxn ang="0">
                  <a:pos x="connsiteX43" y="connsiteY43"/>
                </a:cxn>
                <a:cxn ang="0">
                  <a:pos x="connsiteX44" y="connsiteY44"/>
                </a:cxn>
                <a:cxn ang="0">
                  <a:pos x="connsiteX45" y="connsiteY45"/>
                </a:cxn>
                <a:cxn ang="0">
                  <a:pos x="connsiteX46" y="connsiteY46"/>
                </a:cxn>
                <a:cxn ang="0">
                  <a:pos x="connsiteX47" y="connsiteY47"/>
                </a:cxn>
                <a:cxn ang="0">
                  <a:pos x="connsiteX48" y="connsiteY48"/>
                </a:cxn>
                <a:cxn ang="0">
                  <a:pos x="connsiteX49" y="connsiteY49"/>
                </a:cxn>
                <a:cxn ang="0">
                  <a:pos x="connsiteX50" y="connsiteY50"/>
                </a:cxn>
                <a:cxn ang="0">
                  <a:pos x="connsiteX51" y="connsiteY51"/>
                </a:cxn>
                <a:cxn ang="0">
                  <a:pos x="connsiteX52" y="connsiteY52"/>
                </a:cxn>
                <a:cxn ang="0">
                  <a:pos x="connsiteX53" y="connsiteY53"/>
                </a:cxn>
                <a:cxn ang="0">
                  <a:pos x="connsiteX54" y="connsiteY54"/>
                </a:cxn>
                <a:cxn ang="0">
                  <a:pos x="connsiteX55" y="connsiteY55"/>
                </a:cxn>
                <a:cxn ang="0">
                  <a:pos x="connsiteX56" y="connsiteY56"/>
                </a:cxn>
                <a:cxn ang="0">
                  <a:pos x="connsiteX57" y="connsiteY57"/>
                </a:cxn>
                <a:cxn ang="0">
                  <a:pos x="connsiteX58" y="connsiteY58"/>
                </a:cxn>
                <a:cxn ang="0">
                  <a:pos x="connsiteX59" y="connsiteY59"/>
                </a:cxn>
                <a:cxn ang="0">
                  <a:pos x="connsiteX60" y="connsiteY60"/>
                </a:cxn>
                <a:cxn ang="0">
                  <a:pos x="connsiteX61" y="connsiteY61"/>
                </a:cxn>
                <a:cxn ang="0">
                  <a:pos x="connsiteX62" y="connsiteY62"/>
                </a:cxn>
                <a:cxn ang="0">
                  <a:pos x="connsiteX63" y="connsiteY63"/>
                </a:cxn>
                <a:cxn ang="0">
                  <a:pos x="connsiteX64" y="connsiteY64"/>
                </a:cxn>
                <a:cxn ang="0">
                  <a:pos x="connsiteX65" y="connsiteY65"/>
                </a:cxn>
                <a:cxn ang="0">
                  <a:pos x="connsiteX66" y="connsiteY66"/>
                </a:cxn>
                <a:cxn ang="0">
                  <a:pos x="connsiteX67" y="connsiteY67"/>
                </a:cxn>
                <a:cxn ang="0">
                  <a:pos x="connsiteX68" y="connsiteY68"/>
                </a:cxn>
                <a:cxn ang="0">
                  <a:pos x="connsiteX69" y="connsiteY69"/>
                </a:cxn>
                <a:cxn ang="0">
                  <a:pos x="connsiteX70" y="connsiteY70"/>
                </a:cxn>
                <a:cxn ang="0">
                  <a:pos x="connsiteX71" y="connsiteY71"/>
                </a:cxn>
              </a:cxnLst>
              <a:rect l="l" t="t" r="r" b="b"/>
              <a:pathLst>
                <a:path w="472985" h="513347">
                  <a:moveTo>
                    <a:pt x="235883" y="12193"/>
                  </a:moveTo>
                  <a:cubicBezTo>
                    <a:pt x="248140" y="12193"/>
                    <a:pt x="261551" y="17071"/>
                    <a:pt x="271369" y="26826"/>
                  </a:cubicBezTo>
                  <a:cubicBezTo>
                    <a:pt x="283561" y="39020"/>
                    <a:pt x="288438" y="56090"/>
                    <a:pt x="284779" y="73161"/>
                  </a:cubicBezTo>
                  <a:lnTo>
                    <a:pt x="374038" y="124374"/>
                  </a:lnTo>
                  <a:cubicBezTo>
                    <a:pt x="382572" y="114619"/>
                    <a:pt x="394764" y="109741"/>
                    <a:pt x="407021" y="109741"/>
                  </a:cubicBezTo>
                  <a:cubicBezTo>
                    <a:pt x="419212" y="109741"/>
                    <a:pt x="432688" y="114619"/>
                    <a:pt x="442442" y="124374"/>
                  </a:cubicBezTo>
                  <a:cubicBezTo>
                    <a:pt x="452259" y="134129"/>
                    <a:pt x="457136" y="146323"/>
                    <a:pt x="457136" y="159735"/>
                  </a:cubicBezTo>
                  <a:cubicBezTo>
                    <a:pt x="457136" y="173148"/>
                    <a:pt x="452259" y="185342"/>
                    <a:pt x="442442" y="195096"/>
                  </a:cubicBezTo>
                  <a:cubicBezTo>
                    <a:pt x="435126" y="202412"/>
                    <a:pt x="426592" y="207290"/>
                    <a:pt x="417993" y="209729"/>
                  </a:cubicBezTo>
                  <a:lnTo>
                    <a:pt x="417993" y="312154"/>
                  </a:lnTo>
                  <a:cubicBezTo>
                    <a:pt x="427811" y="314593"/>
                    <a:pt x="435126" y="317032"/>
                    <a:pt x="442442" y="324346"/>
                  </a:cubicBezTo>
                  <a:cubicBezTo>
                    <a:pt x="452259" y="334106"/>
                    <a:pt x="457136" y="346298"/>
                    <a:pt x="457136" y="359709"/>
                  </a:cubicBezTo>
                  <a:cubicBezTo>
                    <a:pt x="457136" y="373120"/>
                    <a:pt x="452259" y="385319"/>
                    <a:pt x="442442" y="395072"/>
                  </a:cubicBezTo>
                  <a:cubicBezTo>
                    <a:pt x="432688" y="404826"/>
                    <a:pt x="420432" y="409703"/>
                    <a:pt x="407021" y="409703"/>
                  </a:cubicBezTo>
                  <a:cubicBezTo>
                    <a:pt x="394764" y="409703"/>
                    <a:pt x="381353" y="404826"/>
                    <a:pt x="371535" y="395072"/>
                  </a:cubicBezTo>
                  <a:cubicBezTo>
                    <a:pt x="370316" y="393853"/>
                    <a:pt x="370316" y="393853"/>
                    <a:pt x="370316" y="392634"/>
                  </a:cubicBezTo>
                  <a:lnTo>
                    <a:pt x="283561" y="442627"/>
                  </a:lnTo>
                  <a:cubicBezTo>
                    <a:pt x="287218" y="458477"/>
                    <a:pt x="282341" y="476765"/>
                    <a:pt x="270085" y="487744"/>
                  </a:cubicBezTo>
                  <a:cubicBezTo>
                    <a:pt x="260332" y="497498"/>
                    <a:pt x="248140" y="502375"/>
                    <a:pt x="234664" y="502375"/>
                  </a:cubicBezTo>
                  <a:cubicBezTo>
                    <a:pt x="221253" y="502375"/>
                    <a:pt x="208997" y="497498"/>
                    <a:pt x="199243" y="487744"/>
                  </a:cubicBezTo>
                  <a:cubicBezTo>
                    <a:pt x="188206" y="476765"/>
                    <a:pt x="182110" y="459696"/>
                    <a:pt x="185768" y="443847"/>
                  </a:cubicBezTo>
                  <a:lnTo>
                    <a:pt x="97793" y="390195"/>
                  </a:lnTo>
                  <a:lnTo>
                    <a:pt x="96574" y="391415"/>
                  </a:lnTo>
                  <a:cubicBezTo>
                    <a:pt x="86756" y="401168"/>
                    <a:pt x="74564" y="406045"/>
                    <a:pt x="61088" y="406045"/>
                  </a:cubicBezTo>
                  <a:cubicBezTo>
                    <a:pt x="48896" y="406045"/>
                    <a:pt x="35421" y="401168"/>
                    <a:pt x="25667" y="391415"/>
                  </a:cubicBezTo>
                  <a:cubicBezTo>
                    <a:pt x="17133" y="382874"/>
                    <a:pt x="12192" y="369463"/>
                    <a:pt x="12192" y="357271"/>
                  </a:cubicBezTo>
                  <a:cubicBezTo>
                    <a:pt x="12192" y="343859"/>
                    <a:pt x="17133" y="331661"/>
                    <a:pt x="26887" y="321907"/>
                  </a:cubicBezTo>
                  <a:cubicBezTo>
                    <a:pt x="32983" y="315813"/>
                    <a:pt x="40362" y="310935"/>
                    <a:pt x="48896" y="309715"/>
                  </a:cubicBezTo>
                  <a:lnTo>
                    <a:pt x="48896" y="207290"/>
                  </a:lnTo>
                  <a:cubicBezTo>
                    <a:pt x="40362" y="204851"/>
                    <a:pt x="32983" y="201193"/>
                    <a:pt x="26887" y="195096"/>
                  </a:cubicBezTo>
                  <a:cubicBezTo>
                    <a:pt x="17133" y="184122"/>
                    <a:pt x="12192" y="171929"/>
                    <a:pt x="12192" y="158516"/>
                  </a:cubicBezTo>
                  <a:cubicBezTo>
                    <a:pt x="12192" y="145103"/>
                    <a:pt x="17133" y="132910"/>
                    <a:pt x="26887" y="123155"/>
                  </a:cubicBezTo>
                  <a:cubicBezTo>
                    <a:pt x="36640" y="114619"/>
                    <a:pt x="48896" y="109741"/>
                    <a:pt x="61088" y="109741"/>
                  </a:cubicBezTo>
                  <a:cubicBezTo>
                    <a:pt x="73345" y="109741"/>
                    <a:pt x="85536" y="114619"/>
                    <a:pt x="95354" y="123155"/>
                  </a:cubicBezTo>
                  <a:lnTo>
                    <a:pt x="185768" y="70723"/>
                  </a:lnTo>
                  <a:cubicBezTo>
                    <a:pt x="182110" y="54871"/>
                    <a:pt x="186987" y="37800"/>
                    <a:pt x="199243" y="26826"/>
                  </a:cubicBezTo>
                  <a:cubicBezTo>
                    <a:pt x="210216" y="17071"/>
                    <a:pt x="222472" y="12193"/>
                    <a:pt x="235883" y="12193"/>
                  </a:cubicBezTo>
                  <a:close/>
                  <a:moveTo>
                    <a:pt x="235883" y="0"/>
                  </a:moveTo>
                  <a:cubicBezTo>
                    <a:pt x="220034" y="0"/>
                    <a:pt x="204120" y="6097"/>
                    <a:pt x="191864" y="18291"/>
                  </a:cubicBezTo>
                  <a:cubicBezTo>
                    <a:pt x="179672" y="30484"/>
                    <a:pt x="173576" y="47555"/>
                    <a:pt x="173576" y="64626"/>
                  </a:cubicBezTo>
                  <a:lnTo>
                    <a:pt x="96574" y="108522"/>
                  </a:lnTo>
                  <a:cubicBezTo>
                    <a:pt x="86756" y="101206"/>
                    <a:pt x="74564" y="97548"/>
                    <a:pt x="61088" y="97548"/>
                  </a:cubicBezTo>
                  <a:cubicBezTo>
                    <a:pt x="45239" y="97548"/>
                    <a:pt x="29325" y="103645"/>
                    <a:pt x="18352" y="115839"/>
                  </a:cubicBezTo>
                  <a:cubicBezTo>
                    <a:pt x="6096" y="128032"/>
                    <a:pt x="0" y="142664"/>
                    <a:pt x="0" y="159735"/>
                  </a:cubicBezTo>
                  <a:cubicBezTo>
                    <a:pt x="0" y="175587"/>
                    <a:pt x="6096" y="191438"/>
                    <a:pt x="18352" y="203632"/>
                  </a:cubicBezTo>
                  <a:cubicBezTo>
                    <a:pt x="23229" y="208510"/>
                    <a:pt x="30544" y="213387"/>
                    <a:pt x="36640" y="215825"/>
                  </a:cubicBezTo>
                  <a:lnTo>
                    <a:pt x="36640" y="301180"/>
                  </a:lnTo>
                  <a:cubicBezTo>
                    <a:pt x="29325" y="304838"/>
                    <a:pt x="23229" y="308496"/>
                    <a:pt x="18352" y="313374"/>
                  </a:cubicBezTo>
                  <a:cubicBezTo>
                    <a:pt x="6096" y="325565"/>
                    <a:pt x="0" y="340202"/>
                    <a:pt x="0" y="357271"/>
                  </a:cubicBezTo>
                  <a:cubicBezTo>
                    <a:pt x="0" y="373120"/>
                    <a:pt x="6096" y="388976"/>
                    <a:pt x="18352" y="401168"/>
                  </a:cubicBezTo>
                  <a:cubicBezTo>
                    <a:pt x="30544" y="413360"/>
                    <a:pt x="45239" y="419456"/>
                    <a:pt x="62307" y="419456"/>
                  </a:cubicBezTo>
                  <a:cubicBezTo>
                    <a:pt x="75783" y="419456"/>
                    <a:pt x="89194" y="414579"/>
                    <a:pt x="100231" y="407264"/>
                  </a:cubicBezTo>
                  <a:lnTo>
                    <a:pt x="174795" y="449943"/>
                  </a:lnTo>
                  <a:cubicBezTo>
                    <a:pt x="174795" y="467011"/>
                    <a:pt x="180891" y="482861"/>
                    <a:pt x="193083" y="495059"/>
                  </a:cubicBezTo>
                  <a:cubicBezTo>
                    <a:pt x="205339" y="507251"/>
                    <a:pt x="220034" y="513347"/>
                    <a:pt x="237103" y="513347"/>
                  </a:cubicBezTo>
                  <a:cubicBezTo>
                    <a:pt x="253016" y="513347"/>
                    <a:pt x="268866" y="507251"/>
                    <a:pt x="281122" y="495059"/>
                  </a:cubicBezTo>
                  <a:cubicBezTo>
                    <a:pt x="293314" y="482861"/>
                    <a:pt x="300693" y="464573"/>
                    <a:pt x="299474" y="447504"/>
                  </a:cubicBezTo>
                  <a:lnTo>
                    <a:pt x="371535" y="406045"/>
                  </a:lnTo>
                  <a:cubicBezTo>
                    <a:pt x="382572" y="414579"/>
                    <a:pt x="395983" y="419456"/>
                    <a:pt x="410678" y="419456"/>
                  </a:cubicBezTo>
                  <a:cubicBezTo>
                    <a:pt x="426592" y="419456"/>
                    <a:pt x="442442" y="413360"/>
                    <a:pt x="454697" y="401168"/>
                  </a:cubicBezTo>
                  <a:cubicBezTo>
                    <a:pt x="466890" y="388976"/>
                    <a:pt x="472985" y="374339"/>
                    <a:pt x="472985" y="357271"/>
                  </a:cubicBezTo>
                  <a:cubicBezTo>
                    <a:pt x="472985" y="341421"/>
                    <a:pt x="466890" y="325565"/>
                    <a:pt x="454697" y="313374"/>
                  </a:cubicBezTo>
                  <a:cubicBezTo>
                    <a:pt x="448537" y="307277"/>
                    <a:pt x="442442" y="303619"/>
                    <a:pt x="433907" y="299960"/>
                  </a:cubicBezTo>
                  <a:lnTo>
                    <a:pt x="433907" y="215825"/>
                  </a:lnTo>
                  <a:cubicBezTo>
                    <a:pt x="441222" y="212167"/>
                    <a:pt x="448537" y="207290"/>
                    <a:pt x="454697" y="201193"/>
                  </a:cubicBezTo>
                  <a:cubicBezTo>
                    <a:pt x="466890" y="189000"/>
                    <a:pt x="472985" y="174367"/>
                    <a:pt x="472985" y="157297"/>
                  </a:cubicBezTo>
                  <a:cubicBezTo>
                    <a:pt x="472985" y="141445"/>
                    <a:pt x="466890" y="125593"/>
                    <a:pt x="454697" y="113400"/>
                  </a:cubicBezTo>
                  <a:cubicBezTo>
                    <a:pt x="442442" y="101206"/>
                    <a:pt x="427811" y="95110"/>
                    <a:pt x="410678" y="95110"/>
                  </a:cubicBezTo>
                  <a:cubicBezTo>
                    <a:pt x="397203" y="95110"/>
                    <a:pt x="385011" y="98767"/>
                    <a:pt x="374038" y="107303"/>
                  </a:cubicBezTo>
                  <a:lnTo>
                    <a:pt x="299474" y="64626"/>
                  </a:lnTo>
                  <a:cubicBezTo>
                    <a:pt x="300693" y="46335"/>
                    <a:pt x="294533" y="29265"/>
                    <a:pt x="281122" y="15852"/>
                  </a:cubicBezTo>
                  <a:cubicBezTo>
                    <a:pt x="267646" y="6097"/>
                    <a:pt x="251797" y="0"/>
                    <a:pt x="235883" y="0"/>
                  </a:cubicBezTo>
                  <a:close/>
                </a:path>
              </a:pathLst>
            </a:custGeom>
            <a:solidFill>
              <a:srgbClr val="FFFFFF"/>
            </a:solidFill>
            <a:ln w="6417" cap="flat">
              <a:noFill/>
              <a:prstDash val="solid"/>
              <a:miter/>
            </a:ln>
          </p:spPr>
          <p:txBody>
            <a:bodyPr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srgbClr val="7C8A98"/>
                </a:solidFill>
                <a:effectLst/>
                <a:uLnTx/>
                <a:uFillTx/>
                <a:latin typeface="Oracle Sans Tab"/>
                <a:ea typeface="+mn-ea"/>
                <a:cs typeface="+mn-cs"/>
              </a:endParaRPr>
            </a:p>
          </p:txBody>
        </p:sp>
        <p:sp>
          <p:nvSpPr>
            <p:cNvPr id="15" name="Freeform: Shape 14">
              <a:extLst>
                <a:ext uri="{FF2B5EF4-FFF2-40B4-BE49-F238E27FC236}">
                  <a16:creationId xmlns:a16="http://schemas.microsoft.com/office/drawing/2014/main" id="{39AE15D1-26E6-DEC2-4BC7-F341E5DB0AED}"/>
                </a:ext>
              </a:extLst>
            </p:cNvPr>
            <p:cNvSpPr/>
            <p:nvPr/>
          </p:nvSpPr>
          <p:spPr>
            <a:xfrm>
              <a:off x="9201815" y="2376001"/>
              <a:ext cx="446163" cy="487738"/>
            </a:xfrm>
            <a:custGeom>
              <a:avLst/>
              <a:gdLst>
                <a:gd name="connsiteX0" fmla="*/ 405801 w 446163"/>
                <a:gd name="connsiteY0" fmla="*/ 297522 h 487738"/>
                <a:gd name="connsiteX1" fmla="*/ 405801 w 446163"/>
                <a:gd name="connsiteY1" fmla="*/ 195096 h 487738"/>
                <a:gd name="connsiteX2" fmla="*/ 430250 w 446163"/>
                <a:gd name="connsiteY2" fmla="*/ 180464 h 487738"/>
                <a:gd name="connsiteX3" fmla="*/ 444944 w 446163"/>
                <a:gd name="connsiteY3" fmla="*/ 145103 h 487738"/>
                <a:gd name="connsiteX4" fmla="*/ 430250 w 446163"/>
                <a:gd name="connsiteY4" fmla="*/ 109741 h 487738"/>
                <a:gd name="connsiteX5" fmla="*/ 360626 w 446163"/>
                <a:gd name="connsiteY5" fmla="*/ 109741 h 487738"/>
                <a:gd name="connsiteX6" fmla="*/ 271369 w 446163"/>
                <a:gd name="connsiteY6" fmla="*/ 60968 h 487738"/>
                <a:gd name="connsiteX7" fmla="*/ 257957 w 446163"/>
                <a:gd name="connsiteY7" fmla="*/ 14632 h 487738"/>
                <a:gd name="connsiteX8" fmla="*/ 188270 w 446163"/>
                <a:gd name="connsiteY8" fmla="*/ 14632 h 487738"/>
                <a:gd name="connsiteX9" fmla="*/ 174795 w 446163"/>
                <a:gd name="connsiteY9" fmla="*/ 58529 h 487738"/>
                <a:gd name="connsiteX10" fmla="*/ 84382 w 446163"/>
                <a:gd name="connsiteY10" fmla="*/ 110961 h 487738"/>
                <a:gd name="connsiteX11" fmla="*/ 14695 w 446163"/>
                <a:gd name="connsiteY11" fmla="*/ 112181 h 487738"/>
                <a:gd name="connsiteX12" fmla="*/ 0 w 446163"/>
                <a:gd name="connsiteY12" fmla="*/ 146322 h 487738"/>
                <a:gd name="connsiteX13" fmla="*/ 14695 w 446163"/>
                <a:gd name="connsiteY13" fmla="*/ 181683 h 487738"/>
                <a:gd name="connsiteX14" fmla="*/ 36704 w 446163"/>
                <a:gd name="connsiteY14" fmla="*/ 193877 h 487738"/>
                <a:gd name="connsiteX15" fmla="*/ 36704 w 446163"/>
                <a:gd name="connsiteY15" fmla="*/ 296303 h 487738"/>
                <a:gd name="connsiteX16" fmla="*/ 14695 w 446163"/>
                <a:gd name="connsiteY16" fmla="*/ 308496 h 487738"/>
                <a:gd name="connsiteX17" fmla="*/ 0 w 446163"/>
                <a:gd name="connsiteY17" fmla="*/ 345079 h 487738"/>
                <a:gd name="connsiteX18" fmla="*/ 14695 w 446163"/>
                <a:gd name="connsiteY18" fmla="*/ 380436 h 487738"/>
                <a:gd name="connsiteX19" fmla="*/ 48896 w 446163"/>
                <a:gd name="connsiteY19" fmla="*/ 393854 h 487738"/>
                <a:gd name="connsiteX20" fmla="*/ 84382 w 446163"/>
                <a:gd name="connsiteY20" fmla="*/ 379217 h 487738"/>
                <a:gd name="connsiteX21" fmla="*/ 85600 w 446163"/>
                <a:gd name="connsiteY21" fmla="*/ 377998 h 487738"/>
                <a:gd name="connsiteX22" fmla="*/ 174795 w 446163"/>
                <a:gd name="connsiteY22" fmla="*/ 429210 h 487738"/>
                <a:gd name="connsiteX23" fmla="*/ 188270 w 446163"/>
                <a:gd name="connsiteY23" fmla="*/ 473108 h 487738"/>
                <a:gd name="connsiteX24" fmla="*/ 223691 w 446163"/>
                <a:gd name="connsiteY24" fmla="*/ 487738 h 487738"/>
                <a:gd name="connsiteX25" fmla="*/ 259176 w 446163"/>
                <a:gd name="connsiteY25" fmla="*/ 473108 h 487738"/>
                <a:gd name="connsiteX26" fmla="*/ 272587 w 446163"/>
                <a:gd name="connsiteY26" fmla="*/ 427991 h 487738"/>
                <a:gd name="connsiteX27" fmla="*/ 359343 w 446163"/>
                <a:gd name="connsiteY27" fmla="*/ 377998 h 487738"/>
                <a:gd name="connsiteX28" fmla="*/ 360626 w 446163"/>
                <a:gd name="connsiteY28" fmla="*/ 380436 h 487738"/>
                <a:gd name="connsiteX29" fmla="*/ 396047 w 446163"/>
                <a:gd name="connsiteY29" fmla="*/ 395073 h 487738"/>
                <a:gd name="connsiteX30" fmla="*/ 431468 w 446163"/>
                <a:gd name="connsiteY30" fmla="*/ 380436 h 487738"/>
                <a:gd name="connsiteX31" fmla="*/ 446163 w 446163"/>
                <a:gd name="connsiteY31" fmla="*/ 345079 h 487738"/>
                <a:gd name="connsiteX32" fmla="*/ 431468 w 446163"/>
                <a:gd name="connsiteY32" fmla="*/ 309716 h 487738"/>
                <a:gd name="connsiteX33" fmla="*/ 405801 w 446163"/>
                <a:gd name="connsiteY33" fmla="*/ 297522 h 487738"/>
                <a:gd name="connsiteX34" fmla="*/ 261615 w 446163"/>
                <a:gd name="connsiteY34" fmla="*/ 407265 h 487738"/>
                <a:gd name="connsiteX35" fmla="*/ 257957 w 446163"/>
                <a:gd name="connsiteY35" fmla="*/ 403607 h 487738"/>
                <a:gd name="connsiteX36" fmla="*/ 234728 w 446163"/>
                <a:gd name="connsiteY36" fmla="*/ 391415 h 487738"/>
                <a:gd name="connsiteX37" fmla="*/ 234728 w 446163"/>
                <a:gd name="connsiteY37" fmla="*/ 306057 h 487738"/>
                <a:gd name="connsiteX38" fmla="*/ 278683 w 446163"/>
                <a:gd name="connsiteY38" fmla="*/ 290206 h 487738"/>
                <a:gd name="connsiteX39" fmla="*/ 347151 w 446163"/>
                <a:gd name="connsiteY39" fmla="*/ 329223 h 487738"/>
                <a:gd name="connsiteX40" fmla="*/ 347151 w 446163"/>
                <a:gd name="connsiteY40" fmla="*/ 357271 h 487738"/>
                <a:gd name="connsiteX41" fmla="*/ 261615 w 446163"/>
                <a:gd name="connsiteY41" fmla="*/ 407265 h 487738"/>
                <a:gd name="connsiteX42" fmla="*/ 188270 w 446163"/>
                <a:gd name="connsiteY42" fmla="*/ 403607 h 487738"/>
                <a:gd name="connsiteX43" fmla="*/ 183393 w 446163"/>
                <a:gd name="connsiteY43" fmla="*/ 408484 h 487738"/>
                <a:gd name="connsiteX44" fmla="*/ 96574 w 446163"/>
                <a:gd name="connsiteY44" fmla="*/ 358490 h 487738"/>
                <a:gd name="connsiteX45" fmla="*/ 96574 w 446163"/>
                <a:gd name="connsiteY45" fmla="*/ 329223 h 487738"/>
                <a:gd name="connsiteX46" fmla="*/ 165041 w 446163"/>
                <a:gd name="connsiteY46" fmla="*/ 288986 h 487738"/>
                <a:gd name="connsiteX47" fmla="*/ 212718 w 446163"/>
                <a:gd name="connsiteY47" fmla="*/ 304838 h 487738"/>
                <a:gd name="connsiteX48" fmla="*/ 212718 w 446163"/>
                <a:gd name="connsiteY48" fmla="*/ 390190 h 487738"/>
                <a:gd name="connsiteX49" fmla="*/ 188270 w 446163"/>
                <a:gd name="connsiteY49" fmla="*/ 403607 h 487738"/>
                <a:gd name="connsiteX50" fmla="*/ 59933 w 446163"/>
                <a:gd name="connsiteY50" fmla="*/ 195096 h 487738"/>
                <a:gd name="connsiteX51" fmla="*/ 84382 w 446163"/>
                <a:gd name="connsiteY51" fmla="*/ 181683 h 487738"/>
                <a:gd name="connsiteX52" fmla="*/ 86820 w 446163"/>
                <a:gd name="connsiteY52" fmla="*/ 179245 h 487738"/>
                <a:gd name="connsiteX53" fmla="*/ 146689 w 446163"/>
                <a:gd name="connsiteY53" fmla="*/ 213386 h 487738"/>
                <a:gd name="connsiteX54" fmla="*/ 128337 w 446163"/>
                <a:gd name="connsiteY54" fmla="*/ 238993 h 487738"/>
                <a:gd name="connsiteX55" fmla="*/ 124679 w 446163"/>
                <a:gd name="connsiteY55" fmla="*/ 243870 h 487738"/>
                <a:gd name="connsiteX56" fmla="*/ 127117 w 446163"/>
                <a:gd name="connsiteY56" fmla="*/ 248748 h 487738"/>
                <a:gd name="connsiteX57" fmla="*/ 145470 w 446163"/>
                <a:gd name="connsiteY57" fmla="*/ 274354 h 487738"/>
                <a:gd name="connsiteX58" fmla="*/ 84382 w 446163"/>
                <a:gd name="connsiteY58" fmla="*/ 309716 h 487738"/>
                <a:gd name="connsiteX59" fmla="*/ 59933 w 446163"/>
                <a:gd name="connsiteY59" fmla="*/ 296303 h 487738"/>
                <a:gd name="connsiteX60" fmla="*/ 59933 w 446163"/>
                <a:gd name="connsiteY60" fmla="*/ 195096 h 487738"/>
                <a:gd name="connsiteX61" fmla="*/ 184613 w 446163"/>
                <a:gd name="connsiteY61" fmla="*/ 79258 h 487738"/>
                <a:gd name="connsiteX62" fmla="*/ 188270 w 446163"/>
                <a:gd name="connsiteY62" fmla="*/ 84135 h 487738"/>
                <a:gd name="connsiteX63" fmla="*/ 212718 w 446163"/>
                <a:gd name="connsiteY63" fmla="*/ 97548 h 487738"/>
                <a:gd name="connsiteX64" fmla="*/ 212718 w 446163"/>
                <a:gd name="connsiteY64" fmla="*/ 181683 h 487738"/>
                <a:gd name="connsiteX65" fmla="*/ 165041 w 446163"/>
                <a:gd name="connsiteY65" fmla="*/ 197535 h 487738"/>
                <a:gd name="connsiteX66" fmla="*/ 97793 w 446163"/>
                <a:gd name="connsiteY66" fmla="*/ 158516 h 487738"/>
                <a:gd name="connsiteX67" fmla="*/ 96574 w 446163"/>
                <a:gd name="connsiteY67" fmla="*/ 129251 h 487738"/>
                <a:gd name="connsiteX68" fmla="*/ 184613 w 446163"/>
                <a:gd name="connsiteY68" fmla="*/ 79258 h 487738"/>
                <a:gd name="connsiteX69" fmla="*/ 257957 w 446163"/>
                <a:gd name="connsiteY69" fmla="*/ 84135 h 487738"/>
                <a:gd name="connsiteX70" fmla="*/ 260395 w 446163"/>
                <a:gd name="connsiteY70" fmla="*/ 80477 h 487738"/>
                <a:gd name="connsiteX71" fmla="*/ 347151 w 446163"/>
                <a:gd name="connsiteY71" fmla="*/ 130470 h 487738"/>
                <a:gd name="connsiteX72" fmla="*/ 345932 w 446163"/>
                <a:gd name="connsiteY72" fmla="*/ 158516 h 487738"/>
                <a:gd name="connsiteX73" fmla="*/ 281121 w 446163"/>
                <a:gd name="connsiteY73" fmla="*/ 197535 h 487738"/>
                <a:gd name="connsiteX74" fmla="*/ 235947 w 446163"/>
                <a:gd name="connsiteY74" fmla="*/ 181683 h 487738"/>
                <a:gd name="connsiteX75" fmla="*/ 235947 w 446163"/>
                <a:gd name="connsiteY75" fmla="*/ 96329 h 487738"/>
                <a:gd name="connsiteX76" fmla="*/ 257957 w 446163"/>
                <a:gd name="connsiteY76" fmla="*/ 84135 h 487738"/>
                <a:gd name="connsiteX77" fmla="*/ 284844 w 446163"/>
                <a:gd name="connsiteY77" fmla="*/ 258502 h 487738"/>
                <a:gd name="connsiteX78" fmla="*/ 162603 w 446163"/>
                <a:gd name="connsiteY78" fmla="*/ 258502 h 487738"/>
                <a:gd name="connsiteX79" fmla="*/ 150346 w 446163"/>
                <a:gd name="connsiteY79" fmla="*/ 243870 h 487738"/>
                <a:gd name="connsiteX80" fmla="*/ 162603 w 446163"/>
                <a:gd name="connsiteY80" fmla="*/ 229238 h 487738"/>
                <a:gd name="connsiteX81" fmla="*/ 284844 w 446163"/>
                <a:gd name="connsiteY81" fmla="*/ 229238 h 487738"/>
                <a:gd name="connsiteX82" fmla="*/ 297036 w 446163"/>
                <a:gd name="connsiteY82" fmla="*/ 243870 h 487738"/>
                <a:gd name="connsiteX83" fmla="*/ 284844 w 446163"/>
                <a:gd name="connsiteY83" fmla="*/ 258502 h 487738"/>
                <a:gd name="connsiteX84" fmla="*/ 360626 w 446163"/>
                <a:gd name="connsiteY84" fmla="*/ 309716 h 487738"/>
                <a:gd name="connsiteX85" fmla="*/ 360626 w 446163"/>
                <a:gd name="connsiteY85" fmla="*/ 309716 h 487738"/>
                <a:gd name="connsiteX86" fmla="*/ 299474 w 446163"/>
                <a:gd name="connsiteY86" fmla="*/ 275574 h 487738"/>
                <a:gd name="connsiteX87" fmla="*/ 300693 w 446163"/>
                <a:gd name="connsiteY87" fmla="*/ 274354 h 487738"/>
                <a:gd name="connsiteX88" fmla="*/ 319045 w 446163"/>
                <a:gd name="connsiteY88" fmla="*/ 248748 h 487738"/>
                <a:gd name="connsiteX89" fmla="*/ 321484 w 446163"/>
                <a:gd name="connsiteY89" fmla="*/ 243870 h 487738"/>
                <a:gd name="connsiteX90" fmla="*/ 319045 w 446163"/>
                <a:gd name="connsiteY90" fmla="*/ 238993 h 487738"/>
                <a:gd name="connsiteX91" fmla="*/ 300693 w 446163"/>
                <a:gd name="connsiteY91" fmla="*/ 213386 h 487738"/>
                <a:gd name="connsiteX92" fmla="*/ 359343 w 446163"/>
                <a:gd name="connsiteY92" fmla="*/ 179245 h 487738"/>
                <a:gd name="connsiteX93" fmla="*/ 361846 w 446163"/>
                <a:gd name="connsiteY93" fmla="*/ 181683 h 487738"/>
                <a:gd name="connsiteX94" fmla="*/ 385011 w 446163"/>
                <a:gd name="connsiteY94" fmla="*/ 195096 h 487738"/>
                <a:gd name="connsiteX95" fmla="*/ 385011 w 446163"/>
                <a:gd name="connsiteY95" fmla="*/ 297522 h 487738"/>
                <a:gd name="connsiteX96" fmla="*/ 360626 w 446163"/>
                <a:gd name="connsiteY96" fmla="*/ 309716 h 487738"/>
                <a:gd name="connsiteX97" fmla="*/ 376476 w 446163"/>
                <a:gd name="connsiteY97" fmla="*/ 128032 h 487738"/>
                <a:gd name="connsiteX98" fmla="*/ 414399 w 446163"/>
                <a:gd name="connsiteY98" fmla="*/ 128032 h 487738"/>
                <a:gd name="connsiteX99" fmla="*/ 421715 w 446163"/>
                <a:gd name="connsiteY99" fmla="*/ 146322 h 487738"/>
                <a:gd name="connsiteX100" fmla="*/ 414399 w 446163"/>
                <a:gd name="connsiteY100" fmla="*/ 164613 h 487738"/>
                <a:gd name="connsiteX101" fmla="*/ 394828 w 446163"/>
                <a:gd name="connsiteY101" fmla="*/ 171928 h 487738"/>
                <a:gd name="connsiteX102" fmla="*/ 376476 w 446163"/>
                <a:gd name="connsiteY102" fmla="*/ 164613 h 487738"/>
                <a:gd name="connsiteX103" fmla="*/ 372818 w 446163"/>
                <a:gd name="connsiteY103" fmla="*/ 131690 h 487738"/>
                <a:gd name="connsiteX104" fmla="*/ 376476 w 446163"/>
                <a:gd name="connsiteY104" fmla="*/ 128032 h 487738"/>
                <a:gd name="connsiteX105" fmla="*/ 204119 w 446163"/>
                <a:gd name="connsiteY105" fmla="*/ 30484 h 487738"/>
                <a:gd name="connsiteX106" fmla="*/ 242043 w 446163"/>
                <a:gd name="connsiteY106" fmla="*/ 30484 h 487738"/>
                <a:gd name="connsiteX107" fmla="*/ 246920 w 446163"/>
                <a:gd name="connsiteY107" fmla="*/ 60968 h 487738"/>
                <a:gd name="connsiteX108" fmla="*/ 242043 w 446163"/>
                <a:gd name="connsiteY108" fmla="*/ 68284 h 487738"/>
                <a:gd name="connsiteX109" fmla="*/ 204119 w 446163"/>
                <a:gd name="connsiteY109" fmla="*/ 68284 h 487738"/>
                <a:gd name="connsiteX110" fmla="*/ 198024 w 446163"/>
                <a:gd name="connsiteY110" fmla="*/ 59748 h 487738"/>
                <a:gd name="connsiteX111" fmla="*/ 204119 w 446163"/>
                <a:gd name="connsiteY111" fmla="*/ 30484 h 487738"/>
                <a:gd name="connsiteX112" fmla="*/ 23229 w 446163"/>
                <a:gd name="connsiteY112" fmla="*/ 146322 h 487738"/>
                <a:gd name="connsiteX113" fmla="*/ 30608 w 446163"/>
                <a:gd name="connsiteY113" fmla="*/ 128032 h 487738"/>
                <a:gd name="connsiteX114" fmla="*/ 68468 w 446163"/>
                <a:gd name="connsiteY114" fmla="*/ 128032 h 487738"/>
                <a:gd name="connsiteX115" fmla="*/ 72125 w 446163"/>
                <a:gd name="connsiteY115" fmla="*/ 131690 h 487738"/>
                <a:gd name="connsiteX116" fmla="*/ 68468 w 446163"/>
                <a:gd name="connsiteY116" fmla="*/ 165832 h 487738"/>
                <a:gd name="connsiteX117" fmla="*/ 48896 w 446163"/>
                <a:gd name="connsiteY117" fmla="*/ 173148 h 487738"/>
                <a:gd name="connsiteX118" fmla="*/ 30608 w 446163"/>
                <a:gd name="connsiteY118" fmla="*/ 165832 h 487738"/>
                <a:gd name="connsiteX119" fmla="*/ 23229 w 446163"/>
                <a:gd name="connsiteY119" fmla="*/ 146322 h 487738"/>
                <a:gd name="connsiteX120" fmla="*/ 30608 w 446163"/>
                <a:gd name="connsiteY120" fmla="*/ 363367 h 487738"/>
                <a:gd name="connsiteX121" fmla="*/ 23229 w 446163"/>
                <a:gd name="connsiteY121" fmla="*/ 345079 h 487738"/>
                <a:gd name="connsiteX122" fmla="*/ 30608 w 446163"/>
                <a:gd name="connsiteY122" fmla="*/ 326785 h 487738"/>
                <a:gd name="connsiteX123" fmla="*/ 48896 w 446163"/>
                <a:gd name="connsiteY123" fmla="*/ 319470 h 487738"/>
                <a:gd name="connsiteX124" fmla="*/ 68468 w 446163"/>
                <a:gd name="connsiteY124" fmla="*/ 326785 h 487738"/>
                <a:gd name="connsiteX125" fmla="*/ 72125 w 446163"/>
                <a:gd name="connsiteY125" fmla="*/ 358490 h 487738"/>
                <a:gd name="connsiteX126" fmla="*/ 68468 w 446163"/>
                <a:gd name="connsiteY126" fmla="*/ 364586 h 487738"/>
                <a:gd name="connsiteX127" fmla="*/ 30608 w 446163"/>
                <a:gd name="connsiteY127" fmla="*/ 363367 h 487738"/>
                <a:gd name="connsiteX128" fmla="*/ 242043 w 446163"/>
                <a:gd name="connsiteY128" fmla="*/ 457258 h 487738"/>
                <a:gd name="connsiteX129" fmla="*/ 204119 w 446163"/>
                <a:gd name="connsiteY129" fmla="*/ 457258 h 487738"/>
                <a:gd name="connsiteX130" fmla="*/ 198024 w 446163"/>
                <a:gd name="connsiteY130" fmla="*/ 427991 h 487738"/>
                <a:gd name="connsiteX131" fmla="*/ 204119 w 446163"/>
                <a:gd name="connsiteY131" fmla="*/ 419457 h 487738"/>
                <a:gd name="connsiteX132" fmla="*/ 242043 w 446163"/>
                <a:gd name="connsiteY132" fmla="*/ 419457 h 487738"/>
                <a:gd name="connsiteX133" fmla="*/ 246920 w 446163"/>
                <a:gd name="connsiteY133" fmla="*/ 426772 h 487738"/>
                <a:gd name="connsiteX134" fmla="*/ 242043 w 446163"/>
                <a:gd name="connsiteY134" fmla="*/ 457258 h 487738"/>
                <a:gd name="connsiteX135" fmla="*/ 414399 w 446163"/>
                <a:gd name="connsiteY135" fmla="*/ 363367 h 487738"/>
                <a:gd name="connsiteX136" fmla="*/ 376476 w 446163"/>
                <a:gd name="connsiteY136" fmla="*/ 363367 h 487738"/>
                <a:gd name="connsiteX137" fmla="*/ 371600 w 446163"/>
                <a:gd name="connsiteY137" fmla="*/ 357271 h 487738"/>
                <a:gd name="connsiteX138" fmla="*/ 376476 w 446163"/>
                <a:gd name="connsiteY138" fmla="*/ 325566 h 487738"/>
                <a:gd name="connsiteX139" fmla="*/ 394828 w 446163"/>
                <a:gd name="connsiteY139" fmla="*/ 318250 h 487738"/>
                <a:gd name="connsiteX140" fmla="*/ 414399 w 446163"/>
                <a:gd name="connsiteY140" fmla="*/ 325566 h 487738"/>
                <a:gd name="connsiteX141" fmla="*/ 421715 w 446163"/>
                <a:gd name="connsiteY141" fmla="*/ 343860 h 487738"/>
                <a:gd name="connsiteX142" fmla="*/ 414399 w 446163"/>
                <a:gd name="connsiteY142" fmla="*/ 363367 h 487738"/>
                <a:gd name="connsiteX143" fmla="*/ 253016 w 446163"/>
                <a:gd name="connsiteY143" fmla="*/ 243870 h 487738"/>
                <a:gd name="connsiteX144" fmla="*/ 224911 w 446163"/>
                <a:gd name="connsiteY144" fmla="*/ 271916 h 487738"/>
                <a:gd name="connsiteX145" fmla="*/ 196805 w 446163"/>
                <a:gd name="connsiteY145" fmla="*/ 243870 h 487738"/>
                <a:gd name="connsiteX146" fmla="*/ 224911 w 446163"/>
                <a:gd name="connsiteY146" fmla="*/ 215825 h 487738"/>
                <a:gd name="connsiteX147" fmla="*/ 253016 w 446163"/>
                <a:gd name="connsiteY147" fmla="*/ 243870 h 487738"/>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 ang="0">
                  <a:pos x="connsiteX39" y="connsiteY39"/>
                </a:cxn>
                <a:cxn ang="0">
                  <a:pos x="connsiteX40" y="connsiteY40"/>
                </a:cxn>
                <a:cxn ang="0">
                  <a:pos x="connsiteX41" y="connsiteY41"/>
                </a:cxn>
                <a:cxn ang="0">
                  <a:pos x="connsiteX42" y="connsiteY42"/>
                </a:cxn>
                <a:cxn ang="0">
                  <a:pos x="connsiteX43" y="connsiteY43"/>
                </a:cxn>
                <a:cxn ang="0">
                  <a:pos x="connsiteX44" y="connsiteY44"/>
                </a:cxn>
                <a:cxn ang="0">
                  <a:pos x="connsiteX45" y="connsiteY45"/>
                </a:cxn>
                <a:cxn ang="0">
                  <a:pos x="connsiteX46" y="connsiteY46"/>
                </a:cxn>
                <a:cxn ang="0">
                  <a:pos x="connsiteX47" y="connsiteY47"/>
                </a:cxn>
                <a:cxn ang="0">
                  <a:pos x="connsiteX48" y="connsiteY48"/>
                </a:cxn>
                <a:cxn ang="0">
                  <a:pos x="connsiteX49" y="connsiteY49"/>
                </a:cxn>
                <a:cxn ang="0">
                  <a:pos x="connsiteX50" y="connsiteY50"/>
                </a:cxn>
                <a:cxn ang="0">
                  <a:pos x="connsiteX51" y="connsiteY51"/>
                </a:cxn>
                <a:cxn ang="0">
                  <a:pos x="connsiteX52" y="connsiteY52"/>
                </a:cxn>
                <a:cxn ang="0">
                  <a:pos x="connsiteX53" y="connsiteY53"/>
                </a:cxn>
                <a:cxn ang="0">
                  <a:pos x="connsiteX54" y="connsiteY54"/>
                </a:cxn>
                <a:cxn ang="0">
                  <a:pos x="connsiteX55" y="connsiteY55"/>
                </a:cxn>
                <a:cxn ang="0">
                  <a:pos x="connsiteX56" y="connsiteY56"/>
                </a:cxn>
                <a:cxn ang="0">
                  <a:pos x="connsiteX57" y="connsiteY57"/>
                </a:cxn>
                <a:cxn ang="0">
                  <a:pos x="connsiteX58" y="connsiteY58"/>
                </a:cxn>
                <a:cxn ang="0">
                  <a:pos x="connsiteX59" y="connsiteY59"/>
                </a:cxn>
                <a:cxn ang="0">
                  <a:pos x="connsiteX60" y="connsiteY60"/>
                </a:cxn>
                <a:cxn ang="0">
                  <a:pos x="connsiteX61" y="connsiteY61"/>
                </a:cxn>
                <a:cxn ang="0">
                  <a:pos x="connsiteX62" y="connsiteY62"/>
                </a:cxn>
                <a:cxn ang="0">
                  <a:pos x="connsiteX63" y="connsiteY63"/>
                </a:cxn>
                <a:cxn ang="0">
                  <a:pos x="connsiteX64" y="connsiteY64"/>
                </a:cxn>
                <a:cxn ang="0">
                  <a:pos x="connsiteX65" y="connsiteY65"/>
                </a:cxn>
                <a:cxn ang="0">
                  <a:pos x="connsiteX66" y="connsiteY66"/>
                </a:cxn>
                <a:cxn ang="0">
                  <a:pos x="connsiteX67" y="connsiteY67"/>
                </a:cxn>
                <a:cxn ang="0">
                  <a:pos x="connsiteX68" y="connsiteY68"/>
                </a:cxn>
                <a:cxn ang="0">
                  <a:pos x="connsiteX69" y="connsiteY69"/>
                </a:cxn>
                <a:cxn ang="0">
                  <a:pos x="connsiteX70" y="connsiteY70"/>
                </a:cxn>
                <a:cxn ang="0">
                  <a:pos x="connsiteX71" y="connsiteY71"/>
                </a:cxn>
                <a:cxn ang="0">
                  <a:pos x="connsiteX72" y="connsiteY72"/>
                </a:cxn>
                <a:cxn ang="0">
                  <a:pos x="connsiteX73" y="connsiteY73"/>
                </a:cxn>
                <a:cxn ang="0">
                  <a:pos x="connsiteX74" y="connsiteY74"/>
                </a:cxn>
                <a:cxn ang="0">
                  <a:pos x="connsiteX75" y="connsiteY75"/>
                </a:cxn>
                <a:cxn ang="0">
                  <a:pos x="connsiteX76" y="connsiteY76"/>
                </a:cxn>
                <a:cxn ang="0">
                  <a:pos x="connsiteX77" y="connsiteY77"/>
                </a:cxn>
                <a:cxn ang="0">
                  <a:pos x="connsiteX78" y="connsiteY78"/>
                </a:cxn>
                <a:cxn ang="0">
                  <a:pos x="connsiteX79" y="connsiteY79"/>
                </a:cxn>
                <a:cxn ang="0">
                  <a:pos x="connsiteX80" y="connsiteY80"/>
                </a:cxn>
                <a:cxn ang="0">
                  <a:pos x="connsiteX81" y="connsiteY81"/>
                </a:cxn>
                <a:cxn ang="0">
                  <a:pos x="connsiteX82" y="connsiteY82"/>
                </a:cxn>
                <a:cxn ang="0">
                  <a:pos x="connsiteX83" y="connsiteY83"/>
                </a:cxn>
                <a:cxn ang="0">
                  <a:pos x="connsiteX84" y="connsiteY84"/>
                </a:cxn>
                <a:cxn ang="0">
                  <a:pos x="connsiteX85" y="connsiteY85"/>
                </a:cxn>
                <a:cxn ang="0">
                  <a:pos x="connsiteX86" y="connsiteY86"/>
                </a:cxn>
                <a:cxn ang="0">
                  <a:pos x="connsiteX87" y="connsiteY87"/>
                </a:cxn>
                <a:cxn ang="0">
                  <a:pos x="connsiteX88" y="connsiteY88"/>
                </a:cxn>
                <a:cxn ang="0">
                  <a:pos x="connsiteX89" y="connsiteY89"/>
                </a:cxn>
                <a:cxn ang="0">
                  <a:pos x="connsiteX90" y="connsiteY90"/>
                </a:cxn>
                <a:cxn ang="0">
                  <a:pos x="connsiteX91" y="connsiteY91"/>
                </a:cxn>
                <a:cxn ang="0">
                  <a:pos x="connsiteX92" y="connsiteY92"/>
                </a:cxn>
                <a:cxn ang="0">
                  <a:pos x="connsiteX93" y="connsiteY93"/>
                </a:cxn>
                <a:cxn ang="0">
                  <a:pos x="connsiteX94" y="connsiteY94"/>
                </a:cxn>
                <a:cxn ang="0">
                  <a:pos x="connsiteX95" y="connsiteY95"/>
                </a:cxn>
                <a:cxn ang="0">
                  <a:pos x="connsiteX96" y="connsiteY96"/>
                </a:cxn>
                <a:cxn ang="0">
                  <a:pos x="connsiteX97" y="connsiteY97"/>
                </a:cxn>
                <a:cxn ang="0">
                  <a:pos x="connsiteX98" y="connsiteY98"/>
                </a:cxn>
                <a:cxn ang="0">
                  <a:pos x="connsiteX99" y="connsiteY99"/>
                </a:cxn>
                <a:cxn ang="0">
                  <a:pos x="connsiteX100" y="connsiteY100"/>
                </a:cxn>
                <a:cxn ang="0">
                  <a:pos x="connsiteX101" y="connsiteY101"/>
                </a:cxn>
                <a:cxn ang="0">
                  <a:pos x="connsiteX102" y="connsiteY102"/>
                </a:cxn>
                <a:cxn ang="0">
                  <a:pos x="connsiteX103" y="connsiteY103"/>
                </a:cxn>
                <a:cxn ang="0">
                  <a:pos x="connsiteX104" y="connsiteY104"/>
                </a:cxn>
                <a:cxn ang="0">
                  <a:pos x="connsiteX105" y="connsiteY105"/>
                </a:cxn>
                <a:cxn ang="0">
                  <a:pos x="connsiteX106" y="connsiteY106"/>
                </a:cxn>
                <a:cxn ang="0">
                  <a:pos x="connsiteX107" y="connsiteY107"/>
                </a:cxn>
                <a:cxn ang="0">
                  <a:pos x="connsiteX108" y="connsiteY108"/>
                </a:cxn>
                <a:cxn ang="0">
                  <a:pos x="connsiteX109" y="connsiteY109"/>
                </a:cxn>
                <a:cxn ang="0">
                  <a:pos x="connsiteX110" y="connsiteY110"/>
                </a:cxn>
                <a:cxn ang="0">
                  <a:pos x="connsiteX111" y="connsiteY111"/>
                </a:cxn>
                <a:cxn ang="0">
                  <a:pos x="connsiteX112" y="connsiteY112"/>
                </a:cxn>
                <a:cxn ang="0">
                  <a:pos x="connsiteX113" y="connsiteY113"/>
                </a:cxn>
                <a:cxn ang="0">
                  <a:pos x="connsiteX114" y="connsiteY114"/>
                </a:cxn>
                <a:cxn ang="0">
                  <a:pos x="connsiteX115" y="connsiteY115"/>
                </a:cxn>
                <a:cxn ang="0">
                  <a:pos x="connsiteX116" y="connsiteY116"/>
                </a:cxn>
                <a:cxn ang="0">
                  <a:pos x="connsiteX117" y="connsiteY117"/>
                </a:cxn>
                <a:cxn ang="0">
                  <a:pos x="connsiteX118" y="connsiteY118"/>
                </a:cxn>
                <a:cxn ang="0">
                  <a:pos x="connsiteX119" y="connsiteY119"/>
                </a:cxn>
                <a:cxn ang="0">
                  <a:pos x="connsiteX120" y="connsiteY120"/>
                </a:cxn>
                <a:cxn ang="0">
                  <a:pos x="connsiteX121" y="connsiteY121"/>
                </a:cxn>
                <a:cxn ang="0">
                  <a:pos x="connsiteX122" y="connsiteY122"/>
                </a:cxn>
                <a:cxn ang="0">
                  <a:pos x="connsiteX123" y="connsiteY123"/>
                </a:cxn>
                <a:cxn ang="0">
                  <a:pos x="connsiteX124" y="connsiteY124"/>
                </a:cxn>
                <a:cxn ang="0">
                  <a:pos x="connsiteX125" y="connsiteY125"/>
                </a:cxn>
                <a:cxn ang="0">
                  <a:pos x="connsiteX126" y="connsiteY126"/>
                </a:cxn>
                <a:cxn ang="0">
                  <a:pos x="connsiteX127" y="connsiteY127"/>
                </a:cxn>
                <a:cxn ang="0">
                  <a:pos x="connsiteX128" y="connsiteY128"/>
                </a:cxn>
                <a:cxn ang="0">
                  <a:pos x="connsiteX129" y="connsiteY129"/>
                </a:cxn>
                <a:cxn ang="0">
                  <a:pos x="connsiteX130" y="connsiteY130"/>
                </a:cxn>
                <a:cxn ang="0">
                  <a:pos x="connsiteX131" y="connsiteY131"/>
                </a:cxn>
                <a:cxn ang="0">
                  <a:pos x="connsiteX132" y="connsiteY132"/>
                </a:cxn>
                <a:cxn ang="0">
                  <a:pos x="connsiteX133" y="connsiteY133"/>
                </a:cxn>
                <a:cxn ang="0">
                  <a:pos x="connsiteX134" y="connsiteY134"/>
                </a:cxn>
                <a:cxn ang="0">
                  <a:pos x="connsiteX135" y="connsiteY135"/>
                </a:cxn>
                <a:cxn ang="0">
                  <a:pos x="connsiteX136" y="connsiteY136"/>
                </a:cxn>
                <a:cxn ang="0">
                  <a:pos x="connsiteX137" y="connsiteY137"/>
                </a:cxn>
                <a:cxn ang="0">
                  <a:pos x="connsiteX138" y="connsiteY138"/>
                </a:cxn>
                <a:cxn ang="0">
                  <a:pos x="connsiteX139" y="connsiteY139"/>
                </a:cxn>
                <a:cxn ang="0">
                  <a:pos x="connsiteX140" y="connsiteY140"/>
                </a:cxn>
                <a:cxn ang="0">
                  <a:pos x="connsiteX141" y="connsiteY141"/>
                </a:cxn>
                <a:cxn ang="0">
                  <a:pos x="connsiteX142" y="connsiteY142"/>
                </a:cxn>
                <a:cxn ang="0">
                  <a:pos x="connsiteX143" y="connsiteY143"/>
                </a:cxn>
                <a:cxn ang="0">
                  <a:pos x="connsiteX144" y="connsiteY144"/>
                </a:cxn>
                <a:cxn ang="0">
                  <a:pos x="connsiteX145" y="connsiteY145"/>
                </a:cxn>
                <a:cxn ang="0">
                  <a:pos x="connsiteX146" y="connsiteY146"/>
                </a:cxn>
                <a:cxn ang="0">
                  <a:pos x="connsiteX147" y="connsiteY147"/>
                </a:cxn>
              </a:cxnLst>
              <a:rect l="l" t="t" r="r" b="b"/>
              <a:pathLst>
                <a:path w="446163" h="487738">
                  <a:moveTo>
                    <a:pt x="405801" y="297522"/>
                  </a:moveTo>
                  <a:lnTo>
                    <a:pt x="405801" y="195096"/>
                  </a:lnTo>
                  <a:cubicBezTo>
                    <a:pt x="415619" y="192657"/>
                    <a:pt x="424153" y="187780"/>
                    <a:pt x="430250" y="180464"/>
                  </a:cubicBezTo>
                  <a:cubicBezTo>
                    <a:pt x="440067" y="170709"/>
                    <a:pt x="444944" y="158516"/>
                    <a:pt x="444944" y="145103"/>
                  </a:cubicBezTo>
                  <a:cubicBezTo>
                    <a:pt x="444944" y="131690"/>
                    <a:pt x="440067" y="119496"/>
                    <a:pt x="430250" y="109741"/>
                  </a:cubicBezTo>
                  <a:cubicBezTo>
                    <a:pt x="410678" y="90232"/>
                    <a:pt x="380134" y="90232"/>
                    <a:pt x="360626" y="109741"/>
                  </a:cubicBezTo>
                  <a:lnTo>
                    <a:pt x="271369" y="60968"/>
                  </a:lnTo>
                  <a:cubicBezTo>
                    <a:pt x="275026" y="45116"/>
                    <a:pt x="270149" y="26826"/>
                    <a:pt x="257957" y="14632"/>
                  </a:cubicBezTo>
                  <a:cubicBezTo>
                    <a:pt x="238386" y="-4877"/>
                    <a:pt x="207842" y="-4877"/>
                    <a:pt x="188270" y="14632"/>
                  </a:cubicBezTo>
                  <a:cubicBezTo>
                    <a:pt x="176014" y="26826"/>
                    <a:pt x="171137" y="42677"/>
                    <a:pt x="174795" y="58529"/>
                  </a:cubicBezTo>
                  <a:lnTo>
                    <a:pt x="84382" y="110961"/>
                  </a:lnTo>
                  <a:cubicBezTo>
                    <a:pt x="64810" y="92671"/>
                    <a:pt x="34266" y="92671"/>
                    <a:pt x="14695" y="112181"/>
                  </a:cubicBezTo>
                  <a:cubicBezTo>
                    <a:pt x="4941" y="120716"/>
                    <a:pt x="0" y="132910"/>
                    <a:pt x="0" y="146322"/>
                  </a:cubicBezTo>
                  <a:cubicBezTo>
                    <a:pt x="0" y="159735"/>
                    <a:pt x="4941" y="171928"/>
                    <a:pt x="14695" y="181683"/>
                  </a:cubicBezTo>
                  <a:cubicBezTo>
                    <a:pt x="20791" y="187780"/>
                    <a:pt x="28170" y="192657"/>
                    <a:pt x="36704" y="193877"/>
                  </a:cubicBezTo>
                  <a:lnTo>
                    <a:pt x="36704" y="296303"/>
                  </a:lnTo>
                  <a:cubicBezTo>
                    <a:pt x="28170" y="298741"/>
                    <a:pt x="20791" y="302400"/>
                    <a:pt x="14695" y="308496"/>
                  </a:cubicBezTo>
                  <a:cubicBezTo>
                    <a:pt x="4941" y="319470"/>
                    <a:pt x="0" y="331662"/>
                    <a:pt x="0" y="345079"/>
                  </a:cubicBezTo>
                  <a:cubicBezTo>
                    <a:pt x="0" y="358490"/>
                    <a:pt x="4941" y="370682"/>
                    <a:pt x="14695" y="380436"/>
                  </a:cubicBezTo>
                  <a:cubicBezTo>
                    <a:pt x="24448" y="388970"/>
                    <a:pt x="36704" y="393854"/>
                    <a:pt x="48896" y="393854"/>
                  </a:cubicBezTo>
                  <a:cubicBezTo>
                    <a:pt x="61153" y="393854"/>
                    <a:pt x="74564" y="388970"/>
                    <a:pt x="84382" y="379217"/>
                  </a:cubicBezTo>
                  <a:lnTo>
                    <a:pt x="85600" y="377998"/>
                  </a:lnTo>
                  <a:lnTo>
                    <a:pt x="174795" y="429210"/>
                  </a:lnTo>
                  <a:cubicBezTo>
                    <a:pt x="172356" y="445066"/>
                    <a:pt x="177233" y="460916"/>
                    <a:pt x="188270" y="473108"/>
                  </a:cubicBezTo>
                  <a:cubicBezTo>
                    <a:pt x="198024" y="482862"/>
                    <a:pt x="210280" y="487738"/>
                    <a:pt x="223691" y="487738"/>
                  </a:cubicBezTo>
                  <a:cubicBezTo>
                    <a:pt x="235947" y="487738"/>
                    <a:pt x="249358" y="482862"/>
                    <a:pt x="259176" y="473108"/>
                  </a:cubicBezTo>
                  <a:cubicBezTo>
                    <a:pt x="271369" y="460916"/>
                    <a:pt x="276245" y="443847"/>
                    <a:pt x="272587" y="427991"/>
                  </a:cubicBezTo>
                  <a:lnTo>
                    <a:pt x="359343" y="377998"/>
                  </a:lnTo>
                  <a:cubicBezTo>
                    <a:pt x="359343" y="379217"/>
                    <a:pt x="360626" y="379217"/>
                    <a:pt x="360626" y="380436"/>
                  </a:cubicBezTo>
                  <a:cubicBezTo>
                    <a:pt x="370380" y="390190"/>
                    <a:pt x="382572" y="395073"/>
                    <a:pt x="396047" y="395073"/>
                  </a:cubicBezTo>
                  <a:cubicBezTo>
                    <a:pt x="408239" y="395073"/>
                    <a:pt x="421715" y="390190"/>
                    <a:pt x="431468" y="380436"/>
                  </a:cubicBezTo>
                  <a:cubicBezTo>
                    <a:pt x="441286" y="370682"/>
                    <a:pt x="446163" y="358490"/>
                    <a:pt x="446163" y="345079"/>
                  </a:cubicBezTo>
                  <a:cubicBezTo>
                    <a:pt x="446163" y="331662"/>
                    <a:pt x="441286" y="319470"/>
                    <a:pt x="431468" y="309716"/>
                  </a:cubicBezTo>
                  <a:cubicBezTo>
                    <a:pt x="422934" y="302400"/>
                    <a:pt x="414399" y="299960"/>
                    <a:pt x="405801" y="297522"/>
                  </a:cubicBezTo>
                  <a:close/>
                  <a:moveTo>
                    <a:pt x="261615" y="407265"/>
                  </a:moveTo>
                  <a:cubicBezTo>
                    <a:pt x="260395" y="406046"/>
                    <a:pt x="259176" y="404826"/>
                    <a:pt x="257957" y="403607"/>
                  </a:cubicBezTo>
                  <a:cubicBezTo>
                    <a:pt x="251797" y="397511"/>
                    <a:pt x="243263" y="392634"/>
                    <a:pt x="234728" y="391415"/>
                  </a:cubicBezTo>
                  <a:lnTo>
                    <a:pt x="234728" y="306057"/>
                  </a:lnTo>
                  <a:cubicBezTo>
                    <a:pt x="250578" y="304838"/>
                    <a:pt x="265272" y="298741"/>
                    <a:pt x="278683" y="290206"/>
                  </a:cubicBezTo>
                  <a:lnTo>
                    <a:pt x="347151" y="329223"/>
                  </a:lnTo>
                  <a:cubicBezTo>
                    <a:pt x="344713" y="337758"/>
                    <a:pt x="343494" y="347518"/>
                    <a:pt x="347151" y="357271"/>
                  </a:cubicBezTo>
                  <a:lnTo>
                    <a:pt x="261615" y="407265"/>
                  </a:lnTo>
                  <a:close/>
                  <a:moveTo>
                    <a:pt x="188270" y="403607"/>
                  </a:moveTo>
                  <a:cubicBezTo>
                    <a:pt x="187051" y="404826"/>
                    <a:pt x="184613" y="407265"/>
                    <a:pt x="183393" y="408484"/>
                  </a:cubicBezTo>
                  <a:lnTo>
                    <a:pt x="96574" y="358490"/>
                  </a:lnTo>
                  <a:cubicBezTo>
                    <a:pt x="99011" y="348737"/>
                    <a:pt x="99011" y="338977"/>
                    <a:pt x="96574" y="329223"/>
                  </a:cubicBezTo>
                  <a:lnTo>
                    <a:pt x="165041" y="288986"/>
                  </a:lnTo>
                  <a:cubicBezTo>
                    <a:pt x="179672" y="297522"/>
                    <a:pt x="195585" y="303619"/>
                    <a:pt x="212718" y="304838"/>
                  </a:cubicBezTo>
                  <a:lnTo>
                    <a:pt x="212718" y="390190"/>
                  </a:lnTo>
                  <a:cubicBezTo>
                    <a:pt x="204119" y="392634"/>
                    <a:pt x="195585" y="396292"/>
                    <a:pt x="188270" y="403607"/>
                  </a:cubicBezTo>
                  <a:close/>
                  <a:moveTo>
                    <a:pt x="59933" y="195096"/>
                  </a:moveTo>
                  <a:cubicBezTo>
                    <a:pt x="69687" y="192657"/>
                    <a:pt x="78285" y="189000"/>
                    <a:pt x="84382" y="181683"/>
                  </a:cubicBezTo>
                  <a:cubicBezTo>
                    <a:pt x="85600" y="180464"/>
                    <a:pt x="85600" y="180464"/>
                    <a:pt x="86820" y="179245"/>
                  </a:cubicBezTo>
                  <a:lnTo>
                    <a:pt x="146689" y="213386"/>
                  </a:lnTo>
                  <a:cubicBezTo>
                    <a:pt x="139374" y="220703"/>
                    <a:pt x="133278" y="229238"/>
                    <a:pt x="128337" y="238993"/>
                  </a:cubicBezTo>
                  <a:lnTo>
                    <a:pt x="124679" y="243870"/>
                  </a:lnTo>
                  <a:lnTo>
                    <a:pt x="127117" y="248748"/>
                  </a:lnTo>
                  <a:cubicBezTo>
                    <a:pt x="132058" y="258502"/>
                    <a:pt x="138155" y="267038"/>
                    <a:pt x="145470" y="274354"/>
                  </a:cubicBezTo>
                  <a:lnTo>
                    <a:pt x="84382" y="309716"/>
                  </a:lnTo>
                  <a:cubicBezTo>
                    <a:pt x="77002" y="302400"/>
                    <a:pt x="68468" y="298741"/>
                    <a:pt x="59933" y="296303"/>
                  </a:cubicBezTo>
                  <a:lnTo>
                    <a:pt x="59933" y="195096"/>
                  </a:lnTo>
                  <a:close/>
                  <a:moveTo>
                    <a:pt x="184613" y="79258"/>
                  </a:moveTo>
                  <a:cubicBezTo>
                    <a:pt x="185832" y="80477"/>
                    <a:pt x="187051" y="82916"/>
                    <a:pt x="188270" y="84135"/>
                  </a:cubicBezTo>
                  <a:cubicBezTo>
                    <a:pt x="195585" y="91452"/>
                    <a:pt x="204119" y="95109"/>
                    <a:pt x="212718" y="97548"/>
                  </a:cubicBezTo>
                  <a:lnTo>
                    <a:pt x="212718" y="181683"/>
                  </a:lnTo>
                  <a:cubicBezTo>
                    <a:pt x="195585" y="182903"/>
                    <a:pt x="179672" y="189000"/>
                    <a:pt x="165041" y="197535"/>
                  </a:cubicBezTo>
                  <a:lnTo>
                    <a:pt x="97793" y="158516"/>
                  </a:lnTo>
                  <a:cubicBezTo>
                    <a:pt x="100231" y="148761"/>
                    <a:pt x="100231" y="139006"/>
                    <a:pt x="96574" y="129251"/>
                  </a:cubicBezTo>
                  <a:lnTo>
                    <a:pt x="184613" y="79258"/>
                  </a:lnTo>
                  <a:close/>
                  <a:moveTo>
                    <a:pt x="257957" y="84135"/>
                  </a:moveTo>
                  <a:cubicBezTo>
                    <a:pt x="259176" y="82916"/>
                    <a:pt x="260395" y="81697"/>
                    <a:pt x="260395" y="80477"/>
                  </a:cubicBezTo>
                  <a:lnTo>
                    <a:pt x="347151" y="130470"/>
                  </a:lnTo>
                  <a:cubicBezTo>
                    <a:pt x="343494" y="140225"/>
                    <a:pt x="343494" y="149980"/>
                    <a:pt x="345932" y="158516"/>
                  </a:cubicBezTo>
                  <a:lnTo>
                    <a:pt x="281121" y="197535"/>
                  </a:lnTo>
                  <a:cubicBezTo>
                    <a:pt x="267710" y="189000"/>
                    <a:pt x="251797" y="182903"/>
                    <a:pt x="235947" y="181683"/>
                  </a:cubicBezTo>
                  <a:lnTo>
                    <a:pt x="235947" y="96329"/>
                  </a:lnTo>
                  <a:cubicBezTo>
                    <a:pt x="243263" y="95109"/>
                    <a:pt x="251797" y="90232"/>
                    <a:pt x="257957" y="84135"/>
                  </a:cubicBezTo>
                  <a:close/>
                  <a:moveTo>
                    <a:pt x="284844" y="258502"/>
                  </a:moveTo>
                  <a:cubicBezTo>
                    <a:pt x="250578" y="292645"/>
                    <a:pt x="196805" y="292645"/>
                    <a:pt x="162603" y="258502"/>
                  </a:cubicBezTo>
                  <a:cubicBezTo>
                    <a:pt x="157726" y="253625"/>
                    <a:pt x="154004" y="248748"/>
                    <a:pt x="150346" y="243870"/>
                  </a:cubicBezTo>
                  <a:cubicBezTo>
                    <a:pt x="154004" y="238993"/>
                    <a:pt x="157726" y="234115"/>
                    <a:pt x="162603" y="229238"/>
                  </a:cubicBezTo>
                  <a:cubicBezTo>
                    <a:pt x="196805" y="195096"/>
                    <a:pt x="250578" y="195096"/>
                    <a:pt x="284844" y="229238"/>
                  </a:cubicBezTo>
                  <a:cubicBezTo>
                    <a:pt x="289721" y="234115"/>
                    <a:pt x="293378" y="238993"/>
                    <a:pt x="297036" y="243870"/>
                  </a:cubicBezTo>
                  <a:cubicBezTo>
                    <a:pt x="292159" y="248748"/>
                    <a:pt x="288501" y="253625"/>
                    <a:pt x="284844" y="258502"/>
                  </a:cubicBezTo>
                  <a:close/>
                  <a:moveTo>
                    <a:pt x="360626" y="309716"/>
                  </a:moveTo>
                  <a:cubicBezTo>
                    <a:pt x="360626" y="309716"/>
                    <a:pt x="359343" y="309716"/>
                    <a:pt x="360626" y="309716"/>
                  </a:cubicBezTo>
                  <a:lnTo>
                    <a:pt x="299474" y="275574"/>
                  </a:lnTo>
                  <a:cubicBezTo>
                    <a:pt x="299474" y="275574"/>
                    <a:pt x="300693" y="275573"/>
                    <a:pt x="300693" y="274354"/>
                  </a:cubicBezTo>
                  <a:cubicBezTo>
                    <a:pt x="308008" y="267038"/>
                    <a:pt x="314168" y="258502"/>
                    <a:pt x="319045" y="248748"/>
                  </a:cubicBezTo>
                  <a:lnTo>
                    <a:pt x="321484" y="243870"/>
                  </a:lnTo>
                  <a:lnTo>
                    <a:pt x="319045" y="238993"/>
                  </a:lnTo>
                  <a:cubicBezTo>
                    <a:pt x="314168" y="229238"/>
                    <a:pt x="308008" y="220703"/>
                    <a:pt x="300693" y="213386"/>
                  </a:cubicBezTo>
                  <a:lnTo>
                    <a:pt x="359343" y="179245"/>
                  </a:lnTo>
                  <a:cubicBezTo>
                    <a:pt x="360626" y="180464"/>
                    <a:pt x="360626" y="180464"/>
                    <a:pt x="361846" y="181683"/>
                  </a:cubicBezTo>
                  <a:cubicBezTo>
                    <a:pt x="367942" y="187780"/>
                    <a:pt x="376476" y="192657"/>
                    <a:pt x="385011" y="195096"/>
                  </a:cubicBezTo>
                  <a:lnTo>
                    <a:pt x="385011" y="297522"/>
                  </a:lnTo>
                  <a:cubicBezTo>
                    <a:pt x="374038" y="298741"/>
                    <a:pt x="366723" y="303619"/>
                    <a:pt x="360626" y="309716"/>
                  </a:cubicBezTo>
                  <a:close/>
                  <a:moveTo>
                    <a:pt x="376476" y="128032"/>
                  </a:moveTo>
                  <a:cubicBezTo>
                    <a:pt x="387513" y="117058"/>
                    <a:pt x="403363" y="117058"/>
                    <a:pt x="414399" y="128032"/>
                  </a:cubicBezTo>
                  <a:cubicBezTo>
                    <a:pt x="419276" y="132910"/>
                    <a:pt x="421715" y="140225"/>
                    <a:pt x="421715" y="146322"/>
                  </a:cubicBezTo>
                  <a:cubicBezTo>
                    <a:pt x="421715" y="153638"/>
                    <a:pt x="419276" y="159735"/>
                    <a:pt x="414399" y="164613"/>
                  </a:cubicBezTo>
                  <a:cubicBezTo>
                    <a:pt x="409458" y="169490"/>
                    <a:pt x="402144" y="173148"/>
                    <a:pt x="394828" y="171928"/>
                  </a:cubicBezTo>
                  <a:cubicBezTo>
                    <a:pt x="387513" y="171928"/>
                    <a:pt x="381353" y="169490"/>
                    <a:pt x="376476" y="164613"/>
                  </a:cubicBezTo>
                  <a:cubicBezTo>
                    <a:pt x="367942" y="156077"/>
                    <a:pt x="365503" y="142664"/>
                    <a:pt x="372818" y="131690"/>
                  </a:cubicBezTo>
                  <a:cubicBezTo>
                    <a:pt x="374038" y="130470"/>
                    <a:pt x="375257" y="129251"/>
                    <a:pt x="376476" y="128032"/>
                  </a:cubicBezTo>
                  <a:close/>
                  <a:moveTo>
                    <a:pt x="204119" y="30484"/>
                  </a:moveTo>
                  <a:cubicBezTo>
                    <a:pt x="215157" y="19510"/>
                    <a:pt x="231006" y="19510"/>
                    <a:pt x="242043" y="30484"/>
                  </a:cubicBezTo>
                  <a:cubicBezTo>
                    <a:pt x="250578" y="39019"/>
                    <a:pt x="251797" y="51213"/>
                    <a:pt x="246920" y="60968"/>
                  </a:cubicBezTo>
                  <a:cubicBezTo>
                    <a:pt x="245701" y="63406"/>
                    <a:pt x="243263" y="65845"/>
                    <a:pt x="242043" y="68284"/>
                  </a:cubicBezTo>
                  <a:cubicBezTo>
                    <a:pt x="231006" y="79258"/>
                    <a:pt x="215157" y="79258"/>
                    <a:pt x="204119" y="68284"/>
                  </a:cubicBezTo>
                  <a:cubicBezTo>
                    <a:pt x="201681" y="65845"/>
                    <a:pt x="199243" y="63406"/>
                    <a:pt x="198024" y="59748"/>
                  </a:cubicBezTo>
                  <a:cubicBezTo>
                    <a:pt x="194366" y="49994"/>
                    <a:pt x="196805" y="37800"/>
                    <a:pt x="204119" y="30484"/>
                  </a:cubicBezTo>
                  <a:close/>
                  <a:moveTo>
                    <a:pt x="23229" y="146322"/>
                  </a:moveTo>
                  <a:cubicBezTo>
                    <a:pt x="23229" y="139006"/>
                    <a:pt x="25667" y="132910"/>
                    <a:pt x="30608" y="128032"/>
                  </a:cubicBezTo>
                  <a:cubicBezTo>
                    <a:pt x="41581" y="117058"/>
                    <a:pt x="57495" y="117058"/>
                    <a:pt x="68468" y="128032"/>
                  </a:cubicBezTo>
                  <a:cubicBezTo>
                    <a:pt x="69687" y="129251"/>
                    <a:pt x="70906" y="130470"/>
                    <a:pt x="72125" y="131690"/>
                  </a:cubicBezTo>
                  <a:cubicBezTo>
                    <a:pt x="79505" y="142664"/>
                    <a:pt x="78285" y="156077"/>
                    <a:pt x="68468" y="165832"/>
                  </a:cubicBezTo>
                  <a:cubicBezTo>
                    <a:pt x="63591" y="170709"/>
                    <a:pt x="56276" y="174367"/>
                    <a:pt x="48896" y="173148"/>
                  </a:cubicBezTo>
                  <a:cubicBezTo>
                    <a:pt x="41581" y="173148"/>
                    <a:pt x="35485" y="170709"/>
                    <a:pt x="30608" y="165832"/>
                  </a:cubicBezTo>
                  <a:cubicBezTo>
                    <a:pt x="25667" y="160954"/>
                    <a:pt x="23229" y="153638"/>
                    <a:pt x="23229" y="146322"/>
                  </a:cubicBezTo>
                  <a:close/>
                  <a:moveTo>
                    <a:pt x="30608" y="363367"/>
                  </a:moveTo>
                  <a:cubicBezTo>
                    <a:pt x="25667" y="358490"/>
                    <a:pt x="23229" y="351175"/>
                    <a:pt x="23229" y="345079"/>
                  </a:cubicBezTo>
                  <a:cubicBezTo>
                    <a:pt x="23229" y="337758"/>
                    <a:pt x="25667" y="331662"/>
                    <a:pt x="30608" y="326785"/>
                  </a:cubicBezTo>
                  <a:cubicBezTo>
                    <a:pt x="35485" y="321908"/>
                    <a:pt x="41581" y="319470"/>
                    <a:pt x="48896" y="319470"/>
                  </a:cubicBezTo>
                  <a:cubicBezTo>
                    <a:pt x="56276" y="319470"/>
                    <a:pt x="63591" y="321908"/>
                    <a:pt x="68468" y="326785"/>
                  </a:cubicBezTo>
                  <a:cubicBezTo>
                    <a:pt x="77002" y="335319"/>
                    <a:pt x="78285" y="348737"/>
                    <a:pt x="72125" y="358490"/>
                  </a:cubicBezTo>
                  <a:cubicBezTo>
                    <a:pt x="70906" y="360929"/>
                    <a:pt x="69687" y="362148"/>
                    <a:pt x="68468" y="364586"/>
                  </a:cubicBezTo>
                  <a:cubicBezTo>
                    <a:pt x="57495" y="374340"/>
                    <a:pt x="41581" y="374340"/>
                    <a:pt x="30608" y="363367"/>
                  </a:cubicBezTo>
                  <a:close/>
                  <a:moveTo>
                    <a:pt x="242043" y="457258"/>
                  </a:moveTo>
                  <a:cubicBezTo>
                    <a:pt x="231006" y="468231"/>
                    <a:pt x="215157" y="468231"/>
                    <a:pt x="204119" y="457258"/>
                  </a:cubicBezTo>
                  <a:cubicBezTo>
                    <a:pt x="196805" y="449943"/>
                    <a:pt x="194366" y="438964"/>
                    <a:pt x="198024" y="427991"/>
                  </a:cubicBezTo>
                  <a:cubicBezTo>
                    <a:pt x="199243" y="424334"/>
                    <a:pt x="201681" y="421895"/>
                    <a:pt x="204119" y="419457"/>
                  </a:cubicBezTo>
                  <a:cubicBezTo>
                    <a:pt x="215157" y="408484"/>
                    <a:pt x="231006" y="408484"/>
                    <a:pt x="242043" y="419457"/>
                  </a:cubicBezTo>
                  <a:cubicBezTo>
                    <a:pt x="244482" y="421895"/>
                    <a:pt x="245701" y="424334"/>
                    <a:pt x="246920" y="426772"/>
                  </a:cubicBezTo>
                  <a:cubicBezTo>
                    <a:pt x="251797" y="437745"/>
                    <a:pt x="250578" y="449943"/>
                    <a:pt x="242043" y="457258"/>
                  </a:cubicBezTo>
                  <a:close/>
                  <a:moveTo>
                    <a:pt x="414399" y="363367"/>
                  </a:moveTo>
                  <a:cubicBezTo>
                    <a:pt x="403363" y="374340"/>
                    <a:pt x="387513" y="374340"/>
                    <a:pt x="376476" y="363367"/>
                  </a:cubicBezTo>
                  <a:cubicBezTo>
                    <a:pt x="375257" y="360929"/>
                    <a:pt x="372818" y="359710"/>
                    <a:pt x="371600" y="357271"/>
                  </a:cubicBezTo>
                  <a:cubicBezTo>
                    <a:pt x="365503" y="347518"/>
                    <a:pt x="367942" y="334100"/>
                    <a:pt x="376476" y="325566"/>
                  </a:cubicBezTo>
                  <a:cubicBezTo>
                    <a:pt x="381353" y="320689"/>
                    <a:pt x="387513" y="318250"/>
                    <a:pt x="394828" y="318250"/>
                  </a:cubicBezTo>
                  <a:cubicBezTo>
                    <a:pt x="402144" y="318250"/>
                    <a:pt x="409458" y="320689"/>
                    <a:pt x="414399" y="325566"/>
                  </a:cubicBezTo>
                  <a:cubicBezTo>
                    <a:pt x="419276" y="330442"/>
                    <a:pt x="421715" y="337758"/>
                    <a:pt x="421715" y="343860"/>
                  </a:cubicBezTo>
                  <a:cubicBezTo>
                    <a:pt x="421715" y="352394"/>
                    <a:pt x="419276" y="358490"/>
                    <a:pt x="414399" y="363367"/>
                  </a:cubicBezTo>
                  <a:close/>
                  <a:moveTo>
                    <a:pt x="253016" y="243870"/>
                  </a:moveTo>
                  <a:cubicBezTo>
                    <a:pt x="253016" y="259722"/>
                    <a:pt x="240824" y="271916"/>
                    <a:pt x="224911" y="271916"/>
                  </a:cubicBezTo>
                  <a:cubicBezTo>
                    <a:pt x="209060" y="271916"/>
                    <a:pt x="196805" y="259722"/>
                    <a:pt x="196805" y="243870"/>
                  </a:cubicBezTo>
                  <a:cubicBezTo>
                    <a:pt x="196805" y="228019"/>
                    <a:pt x="209060" y="215825"/>
                    <a:pt x="224911" y="215825"/>
                  </a:cubicBezTo>
                  <a:cubicBezTo>
                    <a:pt x="239605" y="215825"/>
                    <a:pt x="253016" y="228019"/>
                    <a:pt x="253016" y="243870"/>
                  </a:cubicBezTo>
                  <a:close/>
                </a:path>
              </a:pathLst>
            </a:custGeom>
            <a:solidFill>
              <a:srgbClr val="2D5967"/>
            </a:solidFill>
            <a:ln w="6417" cap="flat">
              <a:noFill/>
              <a:prstDash val="solid"/>
              <a:miter/>
            </a:ln>
          </p:spPr>
          <p:txBody>
            <a:bodyPr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srgbClr val="7C8A98"/>
                </a:solidFill>
                <a:effectLst/>
                <a:uLnTx/>
                <a:uFillTx/>
                <a:latin typeface="Oracle Sans Tab"/>
                <a:ea typeface="+mn-ea"/>
                <a:cs typeface="+mn-cs"/>
              </a:endParaRPr>
            </a:p>
          </p:txBody>
        </p:sp>
      </p:grpSp>
      <p:sp>
        <p:nvSpPr>
          <p:cNvPr id="16" name="Rectangle 15">
            <a:extLst>
              <a:ext uri="{FF2B5EF4-FFF2-40B4-BE49-F238E27FC236}">
                <a16:creationId xmlns:a16="http://schemas.microsoft.com/office/drawing/2014/main" id="{1B4DAC57-882C-6537-0072-7097F5A05261}"/>
              </a:ext>
            </a:extLst>
          </p:cNvPr>
          <p:cNvSpPr/>
          <p:nvPr/>
        </p:nvSpPr>
        <p:spPr>
          <a:xfrm>
            <a:off x="2559570" y="2599703"/>
            <a:ext cx="1256291" cy="547624"/>
          </a:xfrm>
          <a:prstGeom prst="rect">
            <a:avLst/>
          </a:prstGeom>
          <a:solidFill>
            <a:srgbClr val="759C6C"/>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sz="1400" dirty="0"/>
              <a:t>Query Routing AI</a:t>
            </a:r>
          </a:p>
        </p:txBody>
      </p:sp>
      <p:sp>
        <p:nvSpPr>
          <p:cNvPr id="17" name="Freeform 71">
            <a:extLst>
              <a:ext uri="{FF2B5EF4-FFF2-40B4-BE49-F238E27FC236}">
                <a16:creationId xmlns:a16="http://schemas.microsoft.com/office/drawing/2014/main" id="{65B1ACC7-0E69-6435-33CE-3FA06C159CE6}"/>
              </a:ext>
            </a:extLst>
          </p:cNvPr>
          <p:cNvSpPr/>
          <p:nvPr/>
        </p:nvSpPr>
        <p:spPr>
          <a:xfrm rot="5400000" flipV="1">
            <a:off x="3011872" y="3417532"/>
            <a:ext cx="328871" cy="22816"/>
          </a:xfrm>
          <a:custGeom>
            <a:avLst/>
            <a:gdLst>
              <a:gd name="connsiteX0" fmla="*/ 0 w 3285066"/>
              <a:gd name="connsiteY0" fmla="*/ 0 h 0"/>
              <a:gd name="connsiteX1" fmla="*/ 3285066 w 3285066"/>
              <a:gd name="connsiteY1" fmla="*/ 0 h 0"/>
            </a:gdLst>
            <a:ahLst/>
            <a:cxnLst>
              <a:cxn ang="0">
                <a:pos x="connsiteX0" y="connsiteY0"/>
              </a:cxn>
              <a:cxn ang="0">
                <a:pos x="connsiteX1" y="connsiteY1"/>
              </a:cxn>
            </a:cxnLst>
            <a:rect l="l" t="t" r="r" b="b"/>
            <a:pathLst>
              <a:path w="3285066">
                <a:moveTo>
                  <a:pt x="0" y="0"/>
                </a:moveTo>
                <a:lnTo>
                  <a:pt x="3285066" y="0"/>
                </a:lnTo>
              </a:path>
            </a:pathLst>
          </a:custGeom>
          <a:noFill/>
          <a:ln w="25400" cap="flat" cmpd="sng" algn="ctr">
            <a:solidFill>
              <a:srgbClr val="312D2A"/>
            </a:solidFill>
            <a:prstDash val="solid"/>
            <a:miter lim="800000"/>
            <a:tailEnd type="triangle" w="lg" len="lg"/>
          </a:ln>
          <a:effectLst/>
        </p:spPr>
        <p:txBody>
          <a:bodyPr rtlCol="0" anchor="ctr"/>
          <a:lstStyle/>
          <a:p>
            <a:pPr marL="0" marR="0" lvl="0" indent="0" algn="ctr" defTabSz="914400" eaLnBrk="1" fontAlgn="auto" latinLnBrk="0" hangingPunct="1">
              <a:lnSpc>
                <a:spcPct val="100000"/>
              </a:lnSpc>
              <a:spcBef>
                <a:spcPts val="0"/>
              </a:spcBef>
              <a:spcAft>
                <a:spcPts val="0"/>
              </a:spcAft>
              <a:buClrTx/>
              <a:buSzTx/>
              <a:buFontTx/>
              <a:buNone/>
              <a:tabLst/>
              <a:defRPr/>
            </a:pPr>
            <a:endParaRPr kumimoji="0" lang="en-US" sz="600" b="0" i="0" u="none" strike="noStrike" kern="0" cap="none" spc="0" normalizeH="0" baseline="0" noProof="0">
              <a:ln>
                <a:noFill/>
              </a:ln>
              <a:solidFill>
                <a:srgbClr val="FCFBFA"/>
              </a:solidFill>
              <a:effectLst/>
              <a:uLnTx/>
              <a:uFillTx/>
              <a:latin typeface="Oracle Sans"/>
              <a:ea typeface="+mn-ea"/>
              <a:cs typeface="+mn-cs"/>
            </a:endParaRPr>
          </a:p>
        </p:txBody>
      </p:sp>
      <p:grpSp>
        <p:nvGrpSpPr>
          <p:cNvPr id="18" name="Graphic 3">
            <a:extLst>
              <a:ext uri="{FF2B5EF4-FFF2-40B4-BE49-F238E27FC236}">
                <a16:creationId xmlns:a16="http://schemas.microsoft.com/office/drawing/2014/main" id="{81F68B3D-2B03-75EA-5766-CC9941DFE7C4}"/>
              </a:ext>
            </a:extLst>
          </p:cNvPr>
          <p:cNvGrpSpPr/>
          <p:nvPr/>
        </p:nvGrpSpPr>
        <p:grpSpPr>
          <a:xfrm>
            <a:off x="2883876" y="3807265"/>
            <a:ext cx="549349" cy="549009"/>
            <a:chOff x="9189623" y="2363804"/>
            <a:chExt cx="472985" cy="513347"/>
          </a:xfrm>
        </p:grpSpPr>
        <p:sp>
          <p:nvSpPr>
            <p:cNvPr id="19" name="Freeform: Shape 18">
              <a:extLst>
                <a:ext uri="{FF2B5EF4-FFF2-40B4-BE49-F238E27FC236}">
                  <a16:creationId xmlns:a16="http://schemas.microsoft.com/office/drawing/2014/main" id="{91A28E1F-176E-4599-B806-923B97809DA1}"/>
                </a:ext>
              </a:extLst>
            </p:cNvPr>
            <p:cNvSpPr/>
            <p:nvPr/>
          </p:nvSpPr>
          <p:spPr>
            <a:xfrm>
              <a:off x="9189623" y="2363804"/>
              <a:ext cx="472985" cy="513347"/>
            </a:xfrm>
            <a:custGeom>
              <a:avLst/>
              <a:gdLst>
                <a:gd name="connsiteX0" fmla="*/ 235883 w 472985"/>
                <a:gd name="connsiteY0" fmla="*/ 12193 h 513347"/>
                <a:gd name="connsiteX1" fmla="*/ 271369 w 472985"/>
                <a:gd name="connsiteY1" fmla="*/ 26826 h 513347"/>
                <a:gd name="connsiteX2" fmla="*/ 284779 w 472985"/>
                <a:gd name="connsiteY2" fmla="*/ 73161 h 513347"/>
                <a:gd name="connsiteX3" fmla="*/ 374038 w 472985"/>
                <a:gd name="connsiteY3" fmla="*/ 124374 h 513347"/>
                <a:gd name="connsiteX4" fmla="*/ 407021 w 472985"/>
                <a:gd name="connsiteY4" fmla="*/ 109741 h 513347"/>
                <a:gd name="connsiteX5" fmla="*/ 442442 w 472985"/>
                <a:gd name="connsiteY5" fmla="*/ 124374 h 513347"/>
                <a:gd name="connsiteX6" fmla="*/ 457136 w 472985"/>
                <a:gd name="connsiteY6" fmla="*/ 159735 h 513347"/>
                <a:gd name="connsiteX7" fmla="*/ 442442 w 472985"/>
                <a:gd name="connsiteY7" fmla="*/ 195096 h 513347"/>
                <a:gd name="connsiteX8" fmla="*/ 417993 w 472985"/>
                <a:gd name="connsiteY8" fmla="*/ 209729 h 513347"/>
                <a:gd name="connsiteX9" fmla="*/ 417993 w 472985"/>
                <a:gd name="connsiteY9" fmla="*/ 312154 h 513347"/>
                <a:gd name="connsiteX10" fmla="*/ 442442 w 472985"/>
                <a:gd name="connsiteY10" fmla="*/ 324346 h 513347"/>
                <a:gd name="connsiteX11" fmla="*/ 457136 w 472985"/>
                <a:gd name="connsiteY11" fmla="*/ 359709 h 513347"/>
                <a:gd name="connsiteX12" fmla="*/ 442442 w 472985"/>
                <a:gd name="connsiteY12" fmla="*/ 395072 h 513347"/>
                <a:gd name="connsiteX13" fmla="*/ 407021 w 472985"/>
                <a:gd name="connsiteY13" fmla="*/ 409703 h 513347"/>
                <a:gd name="connsiteX14" fmla="*/ 371535 w 472985"/>
                <a:gd name="connsiteY14" fmla="*/ 395072 h 513347"/>
                <a:gd name="connsiteX15" fmla="*/ 370316 w 472985"/>
                <a:gd name="connsiteY15" fmla="*/ 392634 h 513347"/>
                <a:gd name="connsiteX16" fmla="*/ 283561 w 472985"/>
                <a:gd name="connsiteY16" fmla="*/ 442627 h 513347"/>
                <a:gd name="connsiteX17" fmla="*/ 270085 w 472985"/>
                <a:gd name="connsiteY17" fmla="*/ 487744 h 513347"/>
                <a:gd name="connsiteX18" fmla="*/ 234664 w 472985"/>
                <a:gd name="connsiteY18" fmla="*/ 502375 h 513347"/>
                <a:gd name="connsiteX19" fmla="*/ 199243 w 472985"/>
                <a:gd name="connsiteY19" fmla="*/ 487744 h 513347"/>
                <a:gd name="connsiteX20" fmla="*/ 185768 w 472985"/>
                <a:gd name="connsiteY20" fmla="*/ 443847 h 513347"/>
                <a:gd name="connsiteX21" fmla="*/ 97793 w 472985"/>
                <a:gd name="connsiteY21" fmla="*/ 390195 h 513347"/>
                <a:gd name="connsiteX22" fmla="*/ 96574 w 472985"/>
                <a:gd name="connsiteY22" fmla="*/ 391415 h 513347"/>
                <a:gd name="connsiteX23" fmla="*/ 61088 w 472985"/>
                <a:gd name="connsiteY23" fmla="*/ 406045 h 513347"/>
                <a:gd name="connsiteX24" fmla="*/ 25667 w 472985"/>
                <a:gd name="connsiteY24" fmla="*/ 391415 h 513347"/>
                <a:gd name="connsiteX25" fmla="*/ 12192 w 472985"/>
                <a:gd name="connsiteY25" fmla="*/ 357271 h 513347"/>
                <a:gd name="connsiteX26" fmla="*/ 26887 w 472985"/>
                <a:gd name="connsiteY26" fmla="*/ 321907 h 513347"/>
                <a:gd name="connsiteX27" fmla="*/ 48896 w 472985"/>
                <a:gd name="connsiteY27" fmla="*/ 309715 h 513347"/>
                <a:gd name="connsiteX28" fmla="*/ 48896 w 472985"/>
                <a:gd name="connsiteY28" fmla="*/ 207290 h 513347"/>
                <a:gd name="connsiteX29" fmla="*/ 26887 w 472985"/>
                <a:gd name="connsiteY29" fmla="*/ 195096 h 513347"/>
                <a:gd name="connsiteX30" fmla="*/ 12192 w 472985"/>
                <a:gd name="connsiteY30" fmla="*/ 158516 h 513347"/>
                <a:gd name="connsiteX31" fmla="*/ 26887 w 472985"/>
                <a:gd name="connsiteY31" fmla="*/ 123155 h 513347"/>
                <a:gd name="connsiteX32" fmla="*/ 61088 w 472985"/>
                <a:gd name="connsiteY32" fmla="*/ 109741 h 513347"/>
                <a:gd name="connsiteX33" fmla="*/ 95354 w 472985"/>
                <a:gd name="connsiteY33" fmla="*/ 123155 h 513347"/>
                <a:gd name="connsiteX34" fmla="*/ 185768 w 472985"/>
                <a:gd name="connsiteY34" fmla="*/ 70723 h 513347"/>
                <a:gd name="connsiteX35" fmla="*/ 199243 w 472985"/>
                <a:gd name="connsiteY35" fmla="*/ 26826 h 513347"/>
                <a:gd name="connsiteX36" fmla="*/ 235883 w 472985"/>
                <a:gd name="connsiteY36" fmla="*/ 12193 h 513347"/>
                <a:gd name="connsiteX37" fmla="*/ 235883 w 472985"/>
                <a:gd name="connsiteY37" fmla="*/ 0 h 513347"/>
                <a:gd name="connsiteX38" fmla="*/ 191864 w 472985"/>
                <a:gd name="connsiteY38" fmla="*/ 18291 h 513347"/>
                <a:gd name="connsiteX39" fmla="*/ 173576 w 472985"/>
                <a:gd name="connsiteY39" fmla="*/ 64626 h 513347"/>
                <a:gd name="connsiteX40" fmla="*/ 96574 w 472985"/>
                <a:gd name="connsiteY40" fmla="*/ 108522 h 513347"/>
                <a:gd name="connsiteX41" fmla="*/ 61088 w 472985"/>
                <a:gd name="connsiteY41" fmla="*/ 97548 h 513347"/>
                <a:gd name="connsiteX42" fmla="*/ 18352 w 472985"/>
                <a:gd name="connsiteY42" fmla="*/ 115839 h 513347"/>
                <a:gd name="connsiteX43" fmla="*/ 0 w 472985"/>
                <a:gd name="connsiteY43" fmla="*/ 159735 h 513347"/>
                <a:gd name="connsiteX44" fmla="*/ 18352 w 472985"/>
                <a:gd name="connsiteY44" fmla="*/ 203632 h 513347"/>
                <a:gd name="connsiteX45" fmla="*/ 36640 w 472985"/>
                <a:gd name="connsiteY45" fmla="*/ 215825 h 513347"/>
                <a:gd name="connsiteX46" fmla="*/ 36640 w 472985"/>
                <a:gd name="connsiteY46" fmla="*/ 301180 h 513347"/>
                <a:gd name="connsiteX47" fmla="*/ 18352 w 472985"/>
                <a:gd name="connsiteY47" fmla="*/ 313374 h 513347"/>
                <a:gd name="connsiteX48" fmla="*/ 0 w 472985"/>
                <a:gd name="connsiteY48" fmla="*/ 357271 h 513347"/>
                <a:gd name="connsiteX49" fmla="*/ 18352 w 472985"/>
                <a:gd name="connsiteY49" fmla="*/ 401168 h 513347"/>
                <a:gd name="connsiteX50" fmla="*/ 62307 w 472985"/>
                <a:gd name="connsiteY50" fmla="*/ 419456 h 513347"/>
                <a:gd name="connsiteX51" fmla="*/ 100231 w 472985"/>
                <a:gd name="connsiteY51" fmla="*/ 407264 h 513347"/>
                <a:gd name="connsiteX52" fmla="*/ 174795 w 472985"/>
                <a:gd name="connsiteY52" fmla="*/ 449943 h 513347"/>
                <a:gd name="connsiteX53" fmla="*/ 193083 w 472985"/>
                <a:gd name="connsiteY53" fmla="*/ 495059 h 513347"/>
                <a:gd name="connsiteX54" fmla="*/ 237103 w 472985"/>
                <a:gd name="connsiteY54" fmla="*/ 513347 h 513347"/>
                <a:gd name="connsiteX55" fmla="*/ 281122 w 472985"/>
                <a:gd name="connsiteY55" fmla="*/ 495059 h 513347"/>
                <a:gd name="connsiteX56" fmla="*/ 299474 w 472985"/>
                <a:gd name="connsiteY56" fmla="*/ 447504 h 513347"/>
                <a:gd name="connsiteX57" fmla="*/ 371535 w 472985"/>
                <a:gd name="connsiteY57" fmla="*/ 406045 h 513347"/>
                <a:gd name="connsiteX58" fmla="*/ 410678 w 472985"/>
                <a:gd name="connsiteY58" fmla="*/ 419456 h 513347"/>
                <a:gd name="connsiteX59" fmla="*/ 454697 w 472985"/>
                <a:gd name="connsiteY59" fmla="*/ 401168 h 513347"/>
                <a:gd name="connsiteX60" fmla="*/ 472985 w 472985"/>
                <a:gd name="connsiteY60" fmla="*/ 357271 h 513347"/>
                <a:gd name="connsiteX61" fmla="*/ 454697 w 472985"/>
                <a:gd name="connsiteY61" fmla="*/ 313374 h 513347"/>
                <a:gd name="connsiteX62" fmla="*/ 433907 w 472985"/>
                <a:gd name="connsiteY62" fmla="*/ 299960 h 513347"/>
                <a:gd name="connsiteX63" fmla="*/ 433907 w 472985"/>
                <a:gd name="connsiteY63" fmla="*/ 215825 h 513347"/>
                <a:gd name="connsiteX64" fmla="*/ 454697 w 472985"/>
                <a:gd name="connsiteY64" fmla="*/ 201193 h 513347"/>
                <a:gd name="connsiteX65" fmla="*/ 472985 w 472985"/>
                <a:gd name="connsiteY65" fmla="*/ 157297 h 513347"/>
                <a:gd name="connsiteX66" fmla="*/ 454697 w 472985"/>
                <a:gd name="connsiteY66" fmla="*/ 113400 h 513347"/>
                <a:gd name="connsiteX67" fmla="*/ 410678 w 472985"/>
                <a:gd name="connsiteY67" fmla="*/ 95110 h 513347"/>
                <a:gd name="connsiteX68" fmla="*/ 374038 w 472985"/>
                <a:gd name="connsiteY68" fmla="*/ 107303 h 513347"/>
                <a:gd name="connsiteX69" fmla="*/ 299474 w 472985"/>
                <a:gd name="connsiteY69" fmla="*/ 64626 h 513347"/>
                <a:gd name="connsiteX70" fmla="*/ 281122 w 472985"/>
                <a:gd name="connsiteY70" fmla="*/ 15852 h 513347"/>
                <a:gd name="connsiteX71" fmla="*/ 235883 w 472985"/>
                <a:gd name="connsiteY71" fmla="*/ 0 h 513347"/>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 ang="0">
                  <a:pos x="connsiteX39" y="connsiteY39"/>
                </a:cxn>
                <a:cxn ang="0">
                  <a:pos x="connsiteX40" y="connsiteY40"/>
                </a:cxn>
                <a:cxn ang="0">
                  <a:pos x="connsiteX41" y="connsiteY41"/>
                </a:cxn>
                <a:cxn ang="0">
                  <a:pos x="connsiteX42" y="connsiteY42"/>
                </a:cxn>
                <a:cxn ang="0">
                  <a:pos x="connsiteX43" y="connsiteY43"/>
                </a:cxn>
                <a:cxn ang="0">
                  <a:pos x="connsiteX44" y="connsiteY44"/>
                </a:cxn>
                <a:cxn ang="0">
                  <a:pos x="connsiteX45" y="connsiteY45"/>
                </a:cxn>
                <a:cxn ang="0">
                  <a:pos x="connsiteX46" y="connsiteY46"/>
                </a:cxn>
                <a:cxn ang="0">
                  <a:pos x="connsiteX47" y="connsiteY47"/>
                </a:cxn>
                <a:cxn ang="0">
                  <a:pos x="connsiteX48" y="connsiteY48"/>
                </a:cxn>
                <a:cxn ang="0">
                  <a:pos x="connsiteX49" y="connsiteY49"/>
                </a:cxn>
                <a:cxn ang="0">
                  <a:pos x="connsiteX50" y="connsiteY50"/>
                </a:cxn>
                <a:cxn ang="0">
                  <a:pos x="connsiteX51" y="connsiteY51"/>
                </a:cxn>
                <a:cxn ang="0">
                  <a:pos x="connsiteX52" y="connsiteY52"/>
                </a:cxn>
                <a:cxn ang="0">
                  <a:pos x="connsiteX53" y="connsiteY53"/>
                </a:cxn>
                <a:cxn ang="0">
                  <a:pos x="connsiteX54" y="connsiteY54"/>
                </a:cxn>
                <a:cxn ang="0">
                  <a:pos x="connsiteX55" y="connsiteY55"/>
                </a:cxn>
                <a:cxn ang="0">
                  <a:pos x="connsiteX56" y="connsiteY56"/>
                </a:cxn>
                <a:cxn ang="0">
                  <a:pos x="connsiteX57" y="connsiteY57"/>
                </a:cxn>
                <a:cxn ang="0">
                  <a:pos x="connsiteX58" y="connsiteY58"/>
                </a:cxn>
                <a:cxn ang="0">
                  <a:pos x="connsiteX59" y="connsiteY59"/>
                </a:cxn>
                <a:cxn ang="0">
                  <a:pos x="connsiteX60" y="connsiteY60"/>
                </a:cxn>
                <a:cxn ang="0">
                  <a:pos x="connsiteX61" y="connsiteY61"/>
                </a:cxn>
                <a:cxn ang="0">
                  <a:pos x="connsiteX62" y="connsiteY62"/>
                </a:cxn>
                <a:cxn ang="0">
                  <a:pos x="connsiteX63" y="connsiteY63"/>
                </a:cxn>
                <a:cxn ang="0">
                  <a:pos x="connsiteX64" y="connsiteY64"/>
                </a:cxn>
                <a:cxn ang="0">
                  <a:pos x="connsiteX65" y="connsiteY65"/>
                </a:cxn>
                <a:cxn ang="0">
                  <a:pos x="connsiteX66" y="connsiteY66"/>
                </a:cxn>
                <a:cxn ang="0">
                  <a:pos x="connsiteX67" y="connsiteY67"/>
                </a:cxn>
                <a:cxn ang="0">
                  <a:pos x="connsiteX68" y="connsiteY68"/>
                </a:cxn>
                <a:cxn ang="0">
                  <a:pos x="connsiteX69" y="connsiteY69"/>
                </a:cxn>
                <a:cxn ang="0">
                  <a:pos x="connsiteX70" y="connsiteY70"/>
                </a:cxn>
                <a:cxn ang="0">
                  <a:pos x="connsiteX71" y="connsiteY71"/>
                </a:cxn>
              </a:cxnLst>
              <a:rect l="l" t="t" r="r" b="b"/>
              <a:pathLst>
                <a:path w="472985" h="513347">
                  <a:moveTo>
                    <a:pt x="235883" y="12193"/>
                  </a:moveTo>
                  <a:cubicBezTo>
                    <a:pt x="248140" y="12193"/>
                    <a:pt x="261551" y="17071"/>
                    <a:pt x="271369" y="26826"/>
                  </a:cubicBezTo>
                  <a:cubicBezTo>
                    <a:pt x="283561" y="39020"/>
                    <a:pt x="288438" y="56090"/>
                    <a:pt x="284779" y="73161"/>
                  </a:cubicBezTo>
                  <a:lnTo>
                    <a:pt x="374038" y="124374"/>
                  </a:lnTo>
                  <a:cubicBezTo>
                    <a:pt x="382572" y="114619"/>
                    <a:pt x="394764" y="109741"/>
                    <a:pt x="407021" y="109741"/>
                  </a:cubicBezTo>
                  <a:cubicBezTo>
                    <a:pt x="419212" y="109741"/>
                    <a:pt x="432688" y="114619"/>
                    <a:pt x="442442" y="124374"/>
                  </a:cubicBezTo>
                  <a:cubicBezTo>
                    <a:pt x="452259" y="134129"/>
                    <a:pt x="457136" y="146323"/>
                    <a:pt x="457136" y="159735"/>
                  </a:cubicBezTo>
                  <a:cubicBezTo>
                    <a:pt x="457136" y="173148"/>
                    <a:pt x="452259" y="185342"/>
                    <a:pt x="442442" y="195096"/>
                  </a:cubicBezTo>
                  <a:cubicBezTo>
                    <a:pt x="435126" y="202412"/>
                    <a:pt x="426592" y="207290"/>
                    <a:pt x="417993" y="209729"/>
                  </a:cubicBezTo>
                  <a:lnTo>
                    <a:pt x="417993" y="312154"/>
                  </a:lnTo>
                  <a:cubicBezTo>
                    <a:pt x="427811" y="314593"/>
                    <a:pt x="435126" y="317032"/>
                    <a:pt x="442442" y="324346"/>
                  </a:cubicBezTo>
                  <a:cubicBezTo>
                    <a:pt x="452259" y="334106"/>
                    <a:pt x="457136" y="346298"/>
                    <a:pt x="457136" y="359709"/>
                  </a:cubicBezTo>
                  <a:cubicBezTo>
                    <a:pt x="457136" y="373120"/>
                    <a:pt x="452259" y="385319"/>
                    <a:pt x="442442" y="395072"/>
                  </a:cubicBezTo>
                  <a:cubicBezTo>
                    <a:pt x="432688" y="404826"/>
                    <a:pt x="420432" y="409703"/>
                    <a:pt x="407021" y="409703"/>
                  </a:cubicBezTo>
                  <a:cubicBezTo>
                    <a:pt x="394764" y="409703"/>
                    <a:pt x="381353" y="404826"/>
                    <a:pt x="371535" y="395072"/>
                  </a:cubicBezTo>
                  <a:cubicBezTo>
                    <a:pt x="370316" y="393853"/>
                    <a:pt x="370316" y="393853"/>
                    <a:pt x="370316" y="392634"/>
                  </a:cubicBezTo>
                  <a:lnTo>
                    <a:pt x="283561" y="442627"/>
                  </a:lnTo>
                  <a:cubicBezTo>
                    <a:pt x="287218" y="458477"/>
                    <a:pt x="282341" y="476765"/>
                    <a:pt x="270085" y="487744"/>
                  </a:cubicBezTo>
                  <a:cubicBezTo>
                    <a:pt x="260332" y="497498"/>
                    <a:pt x="248140" y="502375"/>
                    <a:pt x="234664" y="502375"/>
                  </a:cubicBezTo>
                  <a:cubicBezTo>
                    <a:pt x="221253" y="502375"/>
                    <a:pt x="208997" y="497498"/>
                    <a:pt x="199243" y="487744"/>
                  </a:cubicBezTo>
                  <a:cubicBezTo>
                    <a:pt x="188206" y="476765"/>
                    <a:pt x="182110" y="459696"/>
                    <a:pt x="185768" y="443847"/>
                  </a:cubicBezTo>
                  <a:lnTo>
                    <a:pt x="97793" y="390195"/>
                  </a:lnTo>
                  <a:lnTo>
                    <a:pt x="96574" y="391415"/>
                  </a:lnTo>
                  <a:cubicBezTo>
                    <a:pt x="86756" y="401168"/>
                    <a:pt x="74564" y="406045"/>
                    <a:pt x="61088" y="406045"/>
                  </a:cubicBezTo>
                  <a:cubicBezTo>
                    <a:pt x="48896" y="406045"/>
                    <a:pt x="35421" y="401168"/>
                    <a:pt x="25667" y="391415"/>
                  </a:cubicBezTo>
                  <a:cubicBezTo>
                    <a:pt x="17133" y="382874"/>
                    <a:pt x="12192" y="369463"/>
                    <a:pt x="12192" y="357271"/>
                  </a:cubicBezTo>
                  <a:cubicBezTo>
                    <a:pt x="12192" y="343859"/>
                    <a:pt x="17133" y="331661"/>
                    <a:pt x="26887" y="321907"/>
                  </a:cubicBezTo>
                  <a:cubicBezTo>
                    <a:pt x="32983" y="315813"/>
                    <a:pt x="40362" y="310935"/>
                    <a:pt x="48896" y="309715"/>
                  </a:cubicBezTo>
                  <a:lnTo>
                    <a:pt x="48896" y="207290"/>
                  </a:lnTo>
                  <a:cubicBezTo>
                    <a:pt x="40362" y="204851"/>
                    <a:pt x="32983" y="201193"/>
                    <a:pt x="26887" y="195096"/>
                  </a:cubicBezTo>
                  <a:cubicBezTo>
                    <a:pt x="17133" y="184122"/>
                    <a:pt x="12192" y="171929"/>
                    <a:pt x="12192" y="158516"/>
                  </a:cubicBezTo>
                  <a:cubicBezTo>
                    <a:pt x="12192" y="145103"/>
                    <a:pt x="17133" y="132910"/>
                    <a:pt x="26887" y="123155"/>
                  </a:cubicBezTo>
                  <a:cubicBezTo>
                    <a:pt x="36640" y="114619"/>
                    <a:pt x="48896" y="109741"/>
                    <a:pt x="61088" y="109741"/>
                  </a:cubicBezTo>
                  <a:cubicBezTo>
                    <a:pt x="73345" y="109741"/>
                    <a:pt x="85536" y="114619"/>
                    <a:pt x="95354" y="123155"/>
                  </a:cubicBezTo>
                  <a:lnTo>
                    <a:pt x="185768" y="70723"/>
                  </a:lnTo>
                  <a:cubicBezTo>
                    <a:pt x="182110" y="54871"/>
                    <a:pt x="186987" y="37800"/>
                    <a:pt x="199243" y="26826"/>
                  </a:cubicBezTo>
                  <a:cubicBezTo>
                    <a:pt x="210216" y="17071"/>
                    <a:pt x="222472" y="12193"/>
                    <a:pt x="235883" y="12193"/>
                  </a:cubicBezTo>
                  <a:close/>
                  <a:moveTo>
                    <a:pt x="235883" y="0"/>
                  </a:moveTo>
                  <a:cubicBezTo>
                    <a:pt x="220034" y="0"/>
                    <a:pt x="204120" y="6097"/>
                    <a:pt x="191864" y="18291"/>
                  </a:cubicBezTo>
                  <a:cubicBezTo>
                    <a:pt x="179672" y="30484"/>
                    <a:pt x="173576" y="47555"/>
                    <a:pt x="173576" y="64626"/>
                  </a:cubicBezTo>
                  <a:lnTo>
                    <a:pt x="96574" y="108522"/>
                  </a:lnTo>
                  <a:cubicBezTo>
                    <a:pt x="86756" y="101206"/>
                    <a:pt x="74564" y="97548"/>
                    <a:pt x="61088" y="97548"/>
                  </a:cubicBezTo>
                  <a:cubicBezTo>
                    <a:pt x="45239" y="97548"/>
                    <a:pt x="29325" y="103645"/>
                    <a:pt x="18352" y="115839"/>
                  </a:cubicBezTo>
                  <a:cubicBezTo>
                    <a:pt x="6096" y="128032"/>
                    <a:pt x="0" y="142664"/>
                    <a:pt x="0" y="159735"/>
                  </a:cubicBezTo>
                  <a:cubicBezTo>
                    <a:pt x="0" y="175587"/>
                    <a:pt x="6096" y="191438"/>
                    <a:pt x="18352" y="203632"/>
                  </a:cubicBezTo>
                  <a:cubicBezTo>
                    <a:pt x="23229" y="208510"/>
                    <a:pt x="30544" y="213387"/>
                    <a:pt x="36640" y="215825"/>
                  </a:cubicBezTo>
                  <a:lnTo>
                    <a:pt x="36640" y="301180"/>
                  </a:lnTo>
                  <a:cubicBezTo>
                    <a:pt x="29325" y="304838"/>
                    <a:pt x="23229" y="308496"/>
                    <a:pt x="18352" y="313374"/>
                  </a:cubicBezTo>
                  <a:cubicBezTo>
                    <a:pt x="6096" y="325565"/>
                    <a:pt x="0" y="340202"/>
                    <a:pt x="0" y="357271"/>
                  </a:cubicBezTo>
                  <a:cubicBezTo>
                    <a:pt x="0" y="373120"/>
                    <a:pt x="6096" y="388976"/>
                    <a:pt x="18352" y="401168"/>
                  </a:cubicBezTo>
                  <a:cubicBezTo>
                    <a:pt x="30544" y="413360"/>
                    <a:pt x="45239" y="419456"/>
                    <a:pt x="62307" y="419456"/>
                  </a:cubicBezTo>
                  <a:cubicBezTo>
                    <a:pt x="75783" y="419456"/>
                    <a:pt x="89194" y="414579"/>
                    <a:pt x="100231" y="407264"/>
                  </a:cubicBezTo>
                  <a:lnTo>
                    <a:pt x="174795" y="449943"/>
                  </a:lnTo>
                  <a:cubicBezTo>
                    <a:pt x="174795" y="467011"/>
                    <a:pt x="180891" y="482861"/>
                    <a:pt x="193083" y="495059"/>
                  </a:cubicBezTo>
                  <a:cubicBezTo>
                    <a:pt x="205339" y="507251"/>
                    <a:pt x="220034" y="513347"/>
                    <a:pt x="237103" y="513347"/>
                  </a:cubicBezTo>
                  <a:cubicBezTo>
                    <a:pt x="253016" y="513347"/>
                    <a:pt x="268866" y="507251"/>
                    <a:pt x="281122" y="495059"/>
                  </a:cubicBezTo>
                  <a:cubicBezTo>
                    <a:pt x="293314" y="482861"/>
                    <a:pt x="300693" y="464573"/>
                    <a:pt x="299474" y="447504"/>
                  </a:cubicBezTo>
                  <a:lnTo>
                    <a:pt x="371535" y="406045"/>
                  </a:lnTo>
                  <a:cubicBezTo>
                    <a:pt x="382572" y="414579"/>
                    <a:pt x="395983" y="419456"/>
                    <a:pt x="410678" y="419456"/>
                  </a:cubicBezTo>
                  <a:cubicBezTo>
                    <a:pt x="426592" y="419456"/>
                    <a:pt x="442442" y="413360"/>
                    <a:pt x="454697" y="401168"/>
                  </a:cubicBezTo>
                  <a:cubicBezTo>
                    <a:pt x="466890" y="388976"/>
                    <a:pt x="472985" y="374339"/>
                    <a:pt x="472985" y="357271"/>
                  </a:cubicBezTo>
                  <a:cubicBezTo>
                    <a:pt x="472985" y="341421"/>
                    <a:pt x="466890" y="325565"/>
                    <a:pt x="454697" y="313374"/>
                  </a:cubicBezTo>
                  <a:cubicBezTo>
                    <a:pt x="448537" y="307277"/>
                    <a:pt x="442442" y="303619"/>
                    <a:pt x="433907" y="299960"/>
                  </a:cubicBezTo>
                  <a:lnTo>
                    <a:pt x="433907" y="215825"/>
                  </a:lnTo>
                  <a:cubicBezTo>
                    <a:pt x="441222" y="212167"/>
                    <a:pt x="448537" y="207290"/>
                    <a:pt x="454697" y="201193"/>
                  </a:cubicBezTo>
                  <a:cubicBezTo>
                    <a:pt x="466890" y="189000"/>
                    <a:pt x="472985" y="174367"/>
                    <a:pt x="472985" y="157297"/>
                  </a:cubicBezTo>
                  <a:cubicBezTo>
                    <a:pt x="472985" y="141445"/>
                    <a:pt x="466890" y="125593"/>
                    <a:pt x="454697" y="113400"/>
                  </a:cubicBezTo>
                  <a:cubicBezTo>
                    <a:pt x="442442" y="101206"/>
                    <a:pt x="427811" y="95110"/>
                    <a:pt x="410678" y="95110"/>
                  </a:cubicBezTo>
                  <a:cubicBezTo>
                    <a:pt x="397203" y="95110"/>
                    <a:pt x="385011" y="98767"/>
                    <a:pt x="374038" y="107303"/>
                  </a:cubicBezTo>
                  <a:lnTo>
                    <a:pt x="299474" y="64626"/>
                  </a:lnTo>
                  <a:cubicBezTo>
                    <a:pt x="300693" y="46335"/>
                    <a:pt x="294533" y="29265"/>
                    <a:pt x="281122" y="15852"/>
                  </a:cubicBezTo>
                  <a:cubicBezTo>
                    <a:pt x="267646" y="6097"/>
                    <a:pt x="251797" y="0"/>
                    <a:pt x="235883" y="0"/>
                  </a:cubicBezTo>
                  <a:close/>
                </a:path>
              </a:pathLst>
            </a:custGeom>
            <a:solidFill>
              <a:srgbClr val="FFFFFF"/>
            </a:solidFill>
            <a:ln w="6417" cap="flat">
              <a:noFill/>
              <a:prstDash val="solid"/>
              <a:miter/>
            </a:ln>
          </p:spPr>
          <p:txBody>
            <a:bodyPr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srgbClr val="7C8A98"/>
                </a:solidFill>
                <a:effectLst/>
                <a:uLnTx/>
                <a:uFillTx/>
                <a:latin typeface="Oracle Sans Tab"/>
                <a:ea typeface="+mn-ea"/>
                <a:cs typeface="+mn-cs"/>
              </a:endParaRPr>
            </a:p>
          </p:txBody>
        </p:sp>
        <p:sp>
          <p:nvSpPr>
            <p:cNvPr id="20" name="Freeform: Shape 19">
              <a:extLst>
                <a:ext uri="{FF2B5EF4-FFF2-40B4-BE49-F238E27FC236}">
                  <a16:creationId xmlns:a16="http://schemas.microsoft.com/office/drawing/2014/main" id="{872AC4F8-AB3D-4AF0-B8F8-E54FFF8053F0}"/>
                </a:ext>
              </a:extLst>
            </p:cNvPr>
            <p:cNvSpPr/>
            <p:nvPr/>
          </p:nvSpPr>
          <p:spPr>
            <a:xfrm>
              <a:off x="9201815" y="2376001"/>
              <a:ext cx="446163" cy="487738"/>
            </a:xfrm>
            <a:custGeom>
              <a:avLst/>
              <a:gdLst>
                <a:gd name="connsiteX0" fmla="*/ 405801 w 446163"/>
                <a:gd name="connsiteY0" fmla="*/ 297522 h 487738"/>
                <a:gd name="connsiteX1" fmla="*/ 405801 w 446163"/>
                <a:gd name="connsiteY1" fmla="*/ 195096 h 487738"/>
                <a:gd name="connsiteX2" fmla="*/ 430250 w 446163"/>
                <a:gd name="connsiteY2" fmla="*/ 180464 h 487738"/>
                <a:gd name="connsiteX3" fmla="*/ 444944 w 446163"/>
                <a:gd name="connsiteY3" fmla="*/ 145103 h 487738"/>
                <a:gd name="connsiteX4" fmla="*/ 430250 w 446163"/>
                <a:gd name="connsiteY4" fmla="*/ 109741 h 487738"/>
                <a:gd name="connsiteX5" fmla="*/ 360626 w 446163"/>
                <a:gd name="connsiteY5" fmla="*/ 109741 h 487738"/>
                <a:gd name="connsiteX6" fmla="*/ 271369 w 446163"/>
                <a:gd name="connsiteY6" fmla="*/ 60968 h 487738"/>
                <a:gd name="connsiteX7" fmla="*/ 257957 w 446163"/>
                <a:gd name="connsiteY7" fmla="*/ 14632 h 487738"/>
                <a:gd name="connsiteX8" fmla="*/ 188270 w 446163"/>
                <a:gd name="connsiteY8" fmla="*/ 14632 h 487738"/>
                <a:gd name="connsiteX9" fmla="*/ 174795 w 446163"/>
                <a:gd name="connsiteY9" fmla="*/ 58529 h 487738"/>
                <a:gd name="connsiteX10" fmla="*/ 84382 w 446163"/>
                <a:gd name="connsiteY10" fmla="*/ 110961 h 487738"/>
                <a:gd name="connsiteX11" fmla="*/ 14695 w 446163"/>
                <a:gd name="connsiteY11" fmla="*/ 112181 h 487738"/>
                <a:gd name="connsiteX12" fmla="*/ 0 w 446163"/>
                <a:gd name="connsiteY12" fmla="*/ 146322 h 487738"/>
                <a:gd name="connsiteX13" fmla="*/ 14695 w 446163"/>
                <a:gd name="connsiteY13" fmla="*/ 181683 h 487738"/>
                <a:gd name="connsiteX14" fmla="*/ 36704 w 446163"/>
                <a:gd name="connsiteY14" fmla="*/ 193877 h 487738"/>
                <a:gd name="connsiteX15" fmla="*/ 36704 w 446163"/>
                <a:gd name="connsiteY15" fmla="*/ 296303 h 487738"/>
                <a:gd name="connsiteX16" fmla="*/ 14695 w 446163"/>
                <a:gd name="connsiteY16" fmla="*/ 308496 h 487738"/>
                <a:gd name="connsiteX17" fmla="*/ 0 w 446163"/>
                <a:gd name="connsiteY17" fmla="*/ 345079 h 487738"/>
                <a:gd name="connsiteX18" fmla="*/ 14695 w 446163"/>
                <a:gd name="connsiteY18" fmla="*/ 380436 h 487738"/>
                <a:gd name="connsiteX19" fmla="*/ 48896 w 446163"/>
                <a:gd name="connsiteY19" fmla="*/ 393854 h 487738"/>
                <a:gd name="connsiteX20" fmla="*/ 84382 w 446163"/>
                <a:gd name="connsiteY20" fmla="*/ 379217 h 487738"/>
                <a:gd name="connsiteX21" fmla="*/ 85600 w 446163"/>
                <a:gd name="connsiteY21" fmla="*/ 377998 h 487738"/>
                <a:gd name="connsiteX22" fmla="*/ 174795 w 446163"/>
                <a:gd name="connsiteY22" fmla="*/ 429210 h 487738"/>
                <a:gd name="connsiteX23" fmla="*/ 188270 w 446163"/>
                <a:gd name="connsiteY23" fmla="*/ 473108 h 487738"/>
                <a:gd name="connsiteX24" fmla="*/ 223691 w 446163"/>
                <a:gd name="connsiteY24" fmla="*/ 487738 h 487738"/>
                <a:gd name="connsiteX25" fmla="*/ 259176 w 446163"/>
                <a:gd name="connsiteY25" fmla="*/ 473108 h 487738"/>
                <a:gd name="connsiteX26" fmla="*/ 272587 w 446163"/>
                <a:gd name="connsiteY26" fmla="*/ 427991 h 487738"/>
                <a:gd name="connsiteX27" fmla="*/ 359343 w 446163"/>
                <a:gd name="connsiteY27" fmla="*/ 377998 h 487738"/>
                <a:gd name="connsiteX28" fmla="*/ 360626 w 446163"/>
                <a:gd name="connsiteY28" fmla="*/ 380436 h 487738"/>
                <a:gd name="connsiteX29" fmla="*/ 396047 w 446163"/>
                <a:gd name="connsiteY29" fmla="*/ 395073 h 487738"/>
                <a:gd name="connsiteX30" fmla="*/ 431468 w 446163"/>
                <a:gd name="connsiteY30" fmla="*/ 380436 h 487738"/>
                <a:gd name="connsiteX31" fmla="*/ 446163 w 446163"/>
                <a:gd name="connsiteY31" fmla="*/ 345079 h 487738"/>
                <a:gd name="connsiteX32" fmla="*/ 431468 w 446163"/>
                <a:gd name="connsiteY32" fmla="*/ 309716 h 487738"/>
                <a:gd name="connsiteX33" fmla="*/ 405801 w 446163"/>
                <a:gd name="connsiteY33" fmla="*/ 297522 h 487738"/>
                <a:gd name="connsiteX34" fmla="*/ 261615 w 446163"/>
                <a:gd name="connsiteY34" fmla="*/ 407265 h 487738"/>
                <a:gd name="connsiteX35" fmla="*/ 257957 w 446163"/>
                <a:gd name="connsiteY35" fmla="*/ 403607 h 487738"/>
                <a:gd name="connsiteX36" fmla="*/ 234728 w 446163"/>
                <a:gd name="connsiteY36" fmla="*/ 391415 h 487738"/>
                <a:gd name="connsiteX37" fmla="*/ 234728 w 446163"/>
                <a:gd name="connsiteY37" fmla="*/ 306057 h 487738"/>
                <a:gd name="connsiteX38" fmla="*/ 278683 w 446163"/>
                <a:gd name="connsiteY38" fmla="*/ 290206 h 487738"/>
                <a:gd name="connsiteX39" fmla="*/ 347151 w 446163"/>
                <a:gd name="connsiteY39" fmla="*/ 329223 h 487738"/>
                <a:gd name="connsiteX40" fmla="*/ 347151 w 446163"/>
                <a:gd name="connsiteY40" fmla="*/ 357271 h 487738"/>
                <a:gd name="connsiteX41" fmla="*/ 261615 w 446163"/>
                <a:gd name="connsiteY41" fmla="*/ 407265 h 487738"/>
                <a:gd name="connsiteX42" fmla="*/ 188270 w 446163"/>
                <a:gd name="connsiteY42" fmla="*/ 403607 h 487738"/>
                <a:gd name="connsiteX43" fmla="*/ 183393 w 446163"/>
                <a:gd name="connsiteY43" fmla="*/ 408484 h 487738"/>
                <a:gd name="connsiteX44" fmla="*/ 96574 w 446163"/>
                <a:gd name="connsiteY44" fmla="*/ 358490 h 487738"/>
                <a:gd name="connsiteX45" fmla="*/ 96574 w 446163"/>
                <a:gd name="connsiteY45" fmla="*/ 329223 h 487738"/>
                <a:gd name="connsiteX46" fmla="*/ 165041 w 446163"/>
                <a:gd name="connsiteY46" fmla="*/ 288986 h 487738"/>
                <a:gd name="connsiteX47" fmla="*/ 212718 w 446163"/>
                <a:gd name="connsiteY47" fmla="*/ 304838 h 487738"/>
                <a:gd name="connsiteX48" fmla="*/ 212718 w 446163"/>
                <a:gd name="connsiteY48" fmla="*/ 390190 h 487738"/>
                <a:gd name="connsiteX49" fmla="*/ 188270 w 446163"/>
                <a:gd name="connsiteY49" fmla="*/ 403607 h 487738"/>
                <a:gd name="connsiteX50" fmla="*/ 59933 w 446163"/>
                <a:gd name="connsiteY50" fmla="*/ 195096 h 487738"/>
                <a:gd name="connsiteX51" fmla="*/ 84382 w 446163"/>
                <a:gd name="connsiteY51" fmla="*/ 181683 h 487738"/>
                <a:gd name="connsiteX52" fmla="*/ 86820 w 446163"/>
                <a:gd name="connsiteY52" fmla="*/ 179245 h 487738"/>
                <a:gd name="connsiteX53" fmla="*/ 146689 w 446163"/>
                <a:gd name="connsiteY53" fmla="*/ 213386 h 487738"/>
                <a:gd name="connsiteX54" fmla="*/ 128337 w 446163"/>
                <a:gd name="connsiteY54" fmla="*/ 238993 h 487738"/>
                <a:gd name="connsiteX55" fmla="*/ 124679 w 446163"/>
                <a:gd name="connsiteY55" fmla="*/ 243870 h 487738"/>
                <a:gd name="connsiteX56" fmla="*/ 127117 w 446163"/>
                <a:gd name="connsiteY56" fmla="*/ 248748 h 487738"/>
                <a:gd name="connsiteX57" fmla="*/ 145470 w 446163"/>
                <a:gd name="connsiteY57" fmla="*/ 274354 h 487738"/>
                <a:gd name="connsiteX58" fmla="*/ 84382 w 446163"/>
                <a:gd name="connsiteY58" fmla="*/ 309716 h 487738"/>
                <a:gd name="connsiteX59" fmla="*/ 59933 w 446163"/>
                <a:gd name="connsiteY59" fmla="*/ 296303 h 487738"/>
                <a:gd name="connsiteX60" fmla="*/ 59933 w 446163"/>
                <a:gd name="connsiteY60" fmla="*/ 195096 h 487738"/>
                <a:gd name="connsiteX61" fmla="*/ 184613 w 446163"/>
                <a:gd name="connsiteY61" fmla="*/ 79258 h 487738"/>
                <a:gd name="connsiteX62" fmla="*/ 188270 w 446163"/>
                <a:gd name="connsiteY62" fmla="*/ 84135 h 487738"/>
                <a:gd name="connsiteX63" fmla="*/ 212718 w 446163"/>
                <a:gd name="connsiteY63" fmla="*/ 97548 h 487738"/>
                <a:gd name="connsiteX64" fmla="*/ 212718 w 446163"/>
                <a:gd name="connsiteY64" fmla="*/ 181683 h 487738"/>
                <a:gd name="connsiteX65" fmla="*/ 165041 w 446163"/>
                <a:gd name="connsiteY65" fmla="*/ 197535 h 487738"/>
                <a:gd name="connsiteX66" fmla="*/ 97793 w 446163"/>
                <a:gd name="connsiteY66" fmla="*/ 158516 h 487738"/>
                <a:gd name="connsiteX67" fmla="*/ 96574 w 446163"/>
                <a:gd name="connsiteY67" fmla="*/ 129251 h 487738"/>
                <a:gd name="connsiteX68" fmla="*/ 184613 w 446163"/>
                <a:gd name="connsiteY68" fmla="*/ 79258 h 487738"/>
                <a:gd name="connsiteX69" fmla="*/ 257957 w 446163"/>
                <a:gd name="connsiteY69" fmla="*/ 84135 h 487738"/>
                <a:gd name="connsiteX70" fmla="*/ 260395 w 446163"/>
                <a:gd name="connsiteY70" fmla="*/ 80477 h 487738"/>
                <a:gd name="connsiteX71" fmla="*/ 347151 w 446163"/>
                <a:gd name="connsiteY71" fmla="*/ 130470 h 487738"/>
                <a:gd name="connsiteX72" fmla="*/ 345932 w 446163"/>
                <a:gd name="connsiteY72" fmla="*/ 158516 h 487738"/>
                <a:gd name="connsiteX73" fmla="*/ 281121 w 446163"/>
                <a:gd name="connsiteY73" fmla="*/ 197535 h 487738"/>
                <a:gd name="connsiteX74" fmla="*/ 235947 w 446163"/>
                <a:gd name="connsiteY74" fmla="*/ 181683 h 487738"/>
                <a:gd name="connsiteX75" fmla="*/ 235947 w 446163"/>
                <a:gd name="connsiteY75" fmla="*/ 96329 h 487738"/>
                <a:gd name="connsiteX76" fmla="*/ 257957 w 446163"/>
                <a:gd name="connsiteY76" fmla="*/ 84135 h 487738"/>
                <a:gd name="connsiteX77" fmla="*/ 284844 w 446163"/>
                <a:gd name="connsiteY77" fmla="*/ 258502 h 487738"/>
                <a:gd name="connsiteX78" fmla="*/ 162603 w 446163"/>
                <a:gd name="connsiteY78" fmla="*/ 258502 h 487738"/>
                <a:gd name="connsiteX79" fmla="*/ 150346 w 446163"/>
                <a:gd name="connsiteY79" fmla="*/ 243870 h 487738"/>
                <a:gd name="connsiteX80" fmla="*/ 162603 w 446163"/>
                <a:gd name="connsiteY80" fmla="*/ 229238 h 487738"/>
                <a:gd name="connsiteX81" fmla="*/ 284844 w 446163"/>
                <a:gd name="connsiteY81" fmla="*/ 229238 h 487738"/>
                <a:gd name="connsiteX82" fmla="*/ 297036 w 446163"/>
                <a:gd name="connsiteY82" fmla="*/ 243870 h 487738"/>
                <a:gd name="connsiteX83" fmla="*/ 284844 w 446163"/>
                <a:gd name="connsiteY83" fmla="*/ 258502 h 487738"/>
                <a:gd name="connsiteX84" fmla="*/ 360626 w 446163"/>
                <a:gd name="connsiteY84" fmla="*/ 309716 h 487738"/>
                <a:gd name="connsiteX85" fmla="*/ 360626 w 446163"/>
                <a:gd name="connsiteY85" fmla="*/ 309716 h 487738"/>
                <a:gd name="connsiteX86" fmla="*/ 299474 w 446163"/>
                <a:gd name="connsiteY86" fmla="*/ 275574 h 487738"/>
                <a:gd name="connsiteX87" fmla="*/ 300693 w 446163"/>
                <a:gd name="connsiteY87" fmla="*/ 274354 h 487738"/>
                <a:gd name="connsiteX88" fmla="*/ 319045 w 446163"/>
                <a:gd name="connsiteY88" fmla="*/ 248748 h 487738"/>
                <a:gd name="connsiteX89" fmla="*/ 321484 w 446163"/>
                <a:gd name="connsiteY89" fmla="*/ 243870 h 487738"/>
                <a:gd name="connsiteX90" fmla="*/ 319045 w 446163"/>
                <a:gd name="connsiteY90" fmla="*/ 238993 h 487738"/>
                <a:gd name="connsiteX91" fmla="*/ 300693 w 446163"/>
                <a:gd name="connsiteY91" fmla="*/ 213386 h 487738"/>
                <a:gd name="connsiteX92" fmla="*/ 359343 w 446163"/>
                <a:gd name="connsiteY92" fmla="*/ 179245 h 487738"/>
                <a:gd name="connsiteX93" fmla="*/ 361846 w 446163"/>
                <a:gd name="connsiteY93" fmla="*/ 181683 h 487738"/>
                <a:gd name="connsiteX94" fmla="*/ 385011 w 446163"/>
                <a:gd name="connsiteY94" fmla="*/ 195096 h 487738"/>
                <a:gd name="connsiteX95" fmla="*/ 385011 w 446163"/>
                <a:gd name="connsiteY95" fmla="*/ 297522 h 487738"/>
                <a:gd name="connsiteX96" fmla="*/ 360626 w 446163"/>
                <a:gd name="connsiteY96" fmla="*/ 309716 h 487738"/>
                <a:gd name="connsiteX97" fmla="*/ 376476 w 446163"/>
                <a:gd name="connsiteY97" fmla="*/ 128032 h 487738"/>
                <a:gd name="connsiteX98" fmla="*/ 414399 w 446163"/>
                <a:gd name="connsiteY98" fmla="*/ 128032 h 487738"/>
                <a:gd name="connsiteX99" fmla="*/ 421715 w 446163"/>
                <a:gd name="connsiteY99" fmla="*/ 146322 h 487738"/>
                <a:gd name="connsiteX100" fmla="*/ 414399 w 446163"/>
                <a:gd name="connsiteY100" fmla="*/ 164613 h 487738"/>
                <a:gd name="connsiteX101" fmla="*/ 394828 w 446163"/>
                <a:gd name="connsiteY101" fmla="*/ 171928 h 487738"/>
                <a:gd name="connsiteX102" fmla="*/ 376476 w 446163"/>
                <a:gd name="connsiteY102" fmla="*/ 164613 h 487738"/>
                <a:gd name="connsiteX103" fmla="*/ 372818 w 446163"/>
                <a:gd name="connsiteY103" fmla="*/ 131690 h 487738"/>
                <a:gd name="connsiteX104" fmla="*/ 376476 w 446163"/>
                <a:gd name="connsiteY104" fmla="*/ 128032 h 487738"/>
                <a:gd name="connsiteX105" fmla="*/ 204119 w 446163"/>
                <a:gd name="connsiteY105" fmla="*/ 30484 h 487738"/>
                <a:gd name="connsiteX106" fmla="*/ 242043 w 446163"/>
                <a:gd name="connsiteY106" fmla="*/ 30484 h 487738"/>
                <a:gd name="connsiteX107" fmla="*/ 246920 w 446163"/>
                <a:gd name="connsiteY107" fmla="*/ 60968 h 487738"/>
                <a:gd name="connsiteX108" fmla="*/ 242043 w 446163"/>
                <a:gd name="connsiteY108" fmla="*/ 68284 h 487738"/>
                <a:gd name="connsiteX109" fmla="*/ 204119 w 446163"/>
                <a:gd name="connsiteY109" fmla="*/ 68284 h 487738"/>
                <a:gd name="connsiteX110" fmla="*/ 198024 w 446163"/>
                <a:gd name="connsiteY110" fmla="*/ 59748 h 487738"/>
                <a:gd name="connsiteX111" fmla="*/ 204119 w 446163"/>
                <a:gd name="connsiteY111" fmla="*/ 30484 h 487738"/>
                <a:gd name="connsiteX112" fmla="*/ 23229 w 446163"/>
                <a:gd name="connsiteY112" fmla="*/ 146322 h 487738"/>
                <a:gd name="connsiteX113" fmla="*/ 30608 w 446163"/>
                <a:gd name="connsiteY113" fmla="*/ 128032 h 487738"/>
                <a:gd name="connsiteX114" fmla="*/ 68468 w 446163"/>
                <a:gd name="connsiteY114" fmla="*/ 128032 h 487738"/>
                <a:gd name="connsiteX115" fmla="*/ 72125 w 446163"/>
                <a:gd name="connsiteY115" fmla="*/ 131690 h 487738"/>
                <a:gd name="connsiteX116" fmla="*/ 68468 w 446163"/>
                <a:gd name="connsiteY116" fmla="*/ 165832 h 487738"/>
                <a:gd name="connsiteX117" fmla="*/ 48896 w 446163"/>
                <a:gd name="connsiteY117" fmla="*/ 173148 h 487738"/>
                <a:gd name="connsiteX118" fmla="*/ 30608 w 446163"/>
                <a:gd name="connsiteY118" fmla="*/ 165832 h 487738"/>
                <a:gd name="connsiteX119" fmla="*/ 23229 w 446163"/>
                <a:gd name="connsiteY119" fmla="*/ 146322 h 487738"/>
                <a:gd name="connsiteX120" fmla="*/ 30608 w 446163"/>
                <a:gd name="connsiteY120" fmla="*/ 363367 h 487738"/>
                <a:gd name="connsiteX121" fmla="*/ 23229 w 446163"/>
                <a:gd name="connsiteY121" fmla="*/ 345079 h 487738"/>
                <a:gd name="connsiteX122" fmla="*/ 30608 w 446163"/>
                <a:gd name="connsiteY122" fmla="*/ 326785 h 487738"/>
                <a:gd name="connsiteX123" fmla="*/ 48896 w 446163"/>
                <a:gd name="connsiteY123" fmla="*/ 319470 h 487738"/>
                <a:gd name="connsiteX124" fmla="*/ 68468 w 446163"/>
                <a:gd name="connsiteY124" fmla="*/ 326785 h 487738"/>
                <a:gd name="connsiteX125" fmla="*/ 72125 w 446163"/>
                <a:gd name="connsiteY125" fmla="*/ 358490 h 487738"/>
                <a:gd name="connsiteX126" fmla="*/ 68468 w 446163"/>
                <a:gd name="connsiteY126" fmla="*/ 364586 h 487738"/>
                <a:gd name="connsiteX127" fmla="*/ 30608 w 446163"/>
                <a:gd name="connsiteY127" fmla="*/ 363367 h 487738"/>
                <a:gd name="connsiteX128" fmla="*/ 242043 w 446163"/>
                <a:gd name="connsiteY128" fmla="*/ 457258 h 487738"/>
                <a:gd name="connsiteX129" fmla="*/ 204119 w 446163"/>
                <a:gd name="connsiteY129" fmla="*/ 457258 h 487738"/>
                <a:gd name="connsiteX130" fmla="*/ 198024 w 446163"/>
                <a:gd name="connsiteY130" fmla="*/ 427991 h 487738"/>
                <a:gd name="connsiteX131" fmla="*/ 204119 w 446163"/>
                <a:gd name="connsiteY131" fmla="*/ 419457 h 487738"/>
                <a:gd name="connsiteX132" fmla="*/ 242043 w 446163"/>
                <a:gd name="connsiteY132" fmla="*/ 419457 h 487738"/>
                <a:gd name="connsiteX133" fmla="*/ 246920 w 446163"/>
                <a:gd name="connsiteY133" fmla="*/ 426772 h 487738"/>
                <a:gd name="connsiteX134" fmla="*/ 242043 w 446163"/>
                <a:gd name="connsiteY134" fmla="*/ 457258 h 487738"/>
                <a:gd name="connsiteX135" fmla="*/ 414399 w 446163"/>
                <a:gd name="connsiteY135" fmla="*/ 363367 h 487738"/>
                <a:gd name="connsiteX136" fmla="*/ 376476 w 446163"/>
                <a:gd name="connsiteY136" fmla="*/ 363367 h 487738"/>
                <a:gd name="connsiteX137" fmla="*/ 371600 w 446163"/>
                <a:gd name="connsiteY137" fmla="*/ 357271 h 487738"/>
                <a:gd name="connsiteX138" fmla="*/ 376476 w 446163"/>
                <a:gd name="connsiteY138" fmla="*/ 325566 h 487738"/>
                <a:gd name="connsiteX139" fmla="*/ 394828 w 446163"/>
                <a:gd name="connsiteY139" fmla="*/ 318250 h 487738"/>
                <a:gd name="connsiteX140" fmla="*/ 414399 w 446163"/>
                <a:gd name="connsiteY140" fmla="*/ 325566 h 487738"/>
                <a:gd name="connsiteX141" fmla="*/ 421715 w 446163"/>
                <a:gd name="connsiteY141" fmla="*/ 343860 h 487738"/>
                <a:gd name="connsiteX142" fmla="*/ 414399 w 446163"/>
                <a:gd name="connsiteY142" fmla="*/ 363367 h 487738"/>
                <a:gd name="connsiteX143" fmla="*/ 253016 w 446163"/>
                <a:gd name="connsiteY143" fmla="*/ 243870 h 487738"/>
                <a:gd name="connsiteX144" fmla="*/ 224911 w 446163"/>
                <a:gd name="connsiteY144" fmla="*/ 271916 h 487738"/>
                <a:gd name="connsiteX145" fmla="*/ 196805 w 446163"/>
                <a:gd name="connsiteY145" fmla="*/ 243870 h 487738"/>
                <a:gd name="connsiteX146" fmla="*/ 224911 w 446163"/>
                <a:gd name="connsiteY146" fmla="*/ 215825 h 487738"/>
                <a:gd name="connsiteX147" fmla="*/ 253016 w 446163"/>
                <a:gd name="connsiteY147" fmla="*/ 243870 h 487738"/>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 ang="0">
                  <a:pos x="connsiteX39" y="connsiteY39"/>
                </a:cxn>
                <a:cxn ang="0">
                  <a:pos x="connsiteX40" y="connsiteY40"/>
                </a:cxn>
                <a:cxn ang="0">
                  <a:pos x="connsiteX41" y="connsiteY41"/>
                </a:cxn>
                <a:cxn ang="0">
                  <a:pos x="connsiteX42" y="connsiteY42"/>
                </a:cxn>
                <a:cxn ang="0">
                  <a:pos x="connsiteX43" y="connsiteY43"/>
                </a:cxn>
                <a:cxn ang="0">
                  <a:pos x="connsiteX44" y="connsiteY44"/>
                </a:cxn>
                <a:cxn ang="0">
                  <a:pos x="connsiteX45" y="connsiteY45"/>
                </a:cxn>
                <a:cxn ang="0">
                  <a:pos x="connsiteX46" y="connsiteY46"/>
                </a:cxn>
                <a:cxn ang="0">
                  <a:pos x="connsiteX47" y="connsiteY47"/>
                </a:cxn>
                <a:cxn ang="0">
                  <a:pos x="connsiteX48" y="connsiteY48"/>
                </a:cxn>
                <a:cxn ang="0">
                  <a:pos x="connsiteX49" y="connsiteY49"/>
                </a:cxn>
                <a:cxn ang="0">
                  <a:pos x="connsiteX50" y="connsiteY50"/>
                </a:cxn>
                <a:cxn ang="0">
                  <a:pos x="connsiteX51" y="connsiteY51"/>
                </a:cxn>
                <a:cxn ang="0">
                  <a:pos x="connsiteX52" y="connsiteY52"/>
                </a:cxn>
                <a:cxn ang="0">
                  <a:pos x="connsiteX53" y="connsiteY53"/>
                </a:cxn>
                <a:cxn ang="0">
                  <a:pos x="connsiteX54" y="connsiteY54"/>
                </a:cxn>
                <a:cxn ang="0">
                  <a:pos x="connsiteX55" y="connsiteY55"/>
                </a:cxn>
                <a:cxn ang="0">
                  <a:pos x="connsiteX56" y="connsiteY56"/>
                </a:cxn>
                <a:cxn ang="0">
                  <a:pos x="connsiteX57" y="connsiteY57"/>
                </a:cxn>
                <a:cxn ang="0">
                  <a:pos x="connsiteX58" y="connsiteY58"/>
                </a:cxn>
                <a:cxn ang="0">
                  <a:pos x="connsiteX59" y="connsiteY59"/>
                </a:cxn>
                <a:cxn ang="0">
                  <a:pos x="connsiteX60" y="connsiteY60"/>
                </a:cxn>
                <a:cxn ang="0">
                  <a:pos x="connsiteX61" y="connsiteY61"/>
                </a:cxn>
                <a:cxn ang="0">
                  <a:pos x="connsiteX62" y="connsiteY62"/>
                </a:cxn>
                <a:cxn ang="0">
                  <a:pos x="connsiteX63" y="connsiteY63"/>
                </a:cxn>
                <a:cxn ang="0">
                  <a:pos x="connsiteX64" y="connsiteY64"/>
                </a:cxn>
                <a:cxn ang="0">
                  <a:pos x="connsiteX65" y="connsiteY65"/>
                </a:cxn>
                <a:cxn ang="0">
                  <a:pos x="connsiteX66" y="connsiteY66"/>
                </a:cxn>
                <a:cxn ang="0">
                  <a:pos x="connsiteX67" y="connsiteY67"/>
                </a:cxn>
                <a:cxn ang="0">
                  <a:pos x="connsiteX68" y="connsiteY68"/>
                </a:cxn>
                <a:cxn ang="0">
                  <a:pos x="connsiteX69" y="connsiteY69"/>
                </a:cxn>
                <a:cxn ang="0">
                  <a:pos x="connsiteX70" y="connsiteY70"/>
                </a:cxn>
                <a:cxn ang="0">
                  <a:pos x="connsiteX71" y="connsiteY71"/>
                </a:cxn>
                <a:cxn ang="0">
                  <a:pos x="connsiteX72" y="connsiteY72"/>
                </a:cxn>
                <a:cxn ang="0">
                  <a:pos x="connsiteX73" y="connsiteY73"/>
                </a:cxn>
                <a:cxn ang="0">
                  <a:pos x="connsiteX74" y="connsiteY74"/>
                </a:cxn>
                <a:cxn ang="0">
                  <a:pos x="connsiteX75" y="connsiteY75"/>
                </a:cxn>
                <a:cxn ang="0">
                  <a:pos x="connsiteX76" y="connsiteY76"/>
                </a:cxn>
                <a:cxn ang="0">
                  <a:pos x="connsiteX77" y="connsiteY77"/>
                </a:cxn>
                <a:cxn ang="0">
                  <a:pos x="connsiteX78" y="connsiteY78"/>
                </a:cxn>
                <a:cxn ang="0">
                  <a:pos x="connsiteX79" y="connsiteY79"/>
                </a:cxn>
                <a:cxn ang="0">
                  <a:pos x="connsiteX80" y="connsiteY80"/>
                </a:cxn>
                <a:cxn ang="0">
                  <a:pos x="connsiteX81" y="connsiteY81"/>
                </a:cxn>
                <a:cxn ang="0">
                  <a:pos x="connsiteX82" y="connsiteY82"/>
                </a:cxn>
                <a:cxn ang="0">
                  <a:pos x="connsiteX83" y="connsiteY83"/>
                </a:cxn>
                <a:cxn ang="0">
                  <a:pos x="connsiteX84" y="connsiteY84"/>
                </a:cxn>
                <a:cxn ang="0">
                  <a:pos x="connsiteX85" y="connsiteY85"/>
                </a:cxn>
                <a:cxn ang="0">
                  <a:pos x="connsiteX86" y="connsiteY86"/>
                </a:cxn>
                <a:cxn ang="0">
                  <a:pos x="connsiteX87" y="connsiteY87"/>
                </a:cxn>
                <a:cxn ang="0">
                  <a:pos x="connsiteX88" y="connsiteY88"/>
                </a:cxn>
                <a:cxn ang="0">
                  <a:pos x="connsiteX89" y="connsiteY89"/>
                </a:cxn>
                <a:cxn ang="0">
                  <a:pos x="connsiteX90" y="connsiteY90"/>
                </a:cxn>
                <a:cxn ang="0">
                  <a:pos x="connsiteX91" y="connsiteY91"/>
                </a:cxn>
                <a:cxn ang="0">
                  <a:pos x="connsiteX92" y="connsiteY92"/>
                </a:cxn>
                <a:cxn ang="0">
                  <a:pos x="connsiteX93" y="connsiteY93"/>
                </a:cxn>
                <a:cxn ang="0">
                  <a:pos x="connsiteX94" y="connsiteY94"/>
                </a:cxn>
                <a:cxn ang="0">
                  <a:pos x="connsiteX95" y="connsiteY95"/>
                </a:cxn>
                <a:cxn ang="0">
                  <a:pos x="connsiteX96" y="connsiteY96"/>
                </a:cxn>
                <a:cxn ang="0">
                  <a:pos x="connsiteX97" y="connsiteY97"/>
                </a:cxn>
                <a:cxn ang="0">
                  <a:pos x="connsiteX98" y="connsiteY98"/>
                </a:cxn>
                <a:cxn ang="0">
                  <a:pos x="connsiteX99" y="connsiteY99"/>
                </a:cxn>
                <a:cxn ang="0">
                  <a:pos x="connsiteX100" y="connsiteY100"/>
                </a:cxn>
                <a:cxn ang="0">
                  <a:pos x="connsiteX101" y="connsiteY101"/>
                </a:cxn>
                <a:cxn ang="0">
                  <a:pos x="connsiteX102" y="connsiteY102"/>
                </a:cxn>
                <a:cxn ang="0">
                  <a:pos x="connsiteX103" y="connsiteY103"/>
                </a:cxn>
                <a:cxn ang="0">
                  <a:pos x="connsiteX104" y="connsiteY104"/>
                </a:cxn>
                <a:cxn ang="0">
                  <a:pos x="connsiteX105" y="connsiteY105"/>
                </a:cxn>
                <a:cxn ang="0">
                  <a:pos x="connsiteX106" y="connsiteY106"/>
                </a:cxn>
                <a:cxn ang="0">
                  <a:pos x="connsiteX107" y="connsiteY107"/>
                </a:cxn>
                <a:cxn ang="0">
                  <a:pos x="connsiteX108" y="connsiteY108"/>
                </a:cxn>
                <a:cxn ang="0">
                  <a:pos x="connsiteX109" y="connsiteY109"/>
                </a:cxn>
                <a:cxn ang="0">
                  <a:pos x="connsiteX110" y="connsiteY110"/>
                </a:cxn>
                <a:cxn ang="0">
                  <a:pos x="connsiteX111" y="connsiteY111"/>
                </a:cxn>
                <a:cxn ang="0">
                  <a:pos x="connsiteX112" y="connsiteY112"/>
                </a:cxn>
                <a:cxn ang="0">
                  <a:pos x="connsiteX113" y="connsiteY113"/>
                </a:cxn>
                <a:cxn ang="0">
                  <a:pos x="connsiteX114" y="connsiteY114"/>
                </a:cxn>
                <a:cxn ang="0">
                  <a:pos x="connsiteX115" y="connsiteY115"/>
                </a:cxn>
                <a:cxn ang="0">
                  <a:pos x="connsiteX116" y="connsiteY116"/>
                </a:cxn>
                <a:cxn ang="0">
                  <a:pos x="connsiteX117" y="connsiteY117"/>
                </a:cxn>
                <a:cxn ang="0">
                  <a:pos x="connsiteX118" y="connsiteY118"/>
                </a:cxn>
                <a:cxn ang="0">
                  <a:pos x="connsiteX119" y="connsiteY119"/>
                </a:cxn>
                <a:cxn ang="0">
                  <a:pos x="connsiteX120" y="connsiteY120"/>
                </a:cxn>
                <a:cxn ang="0">
                  <a:pos x="connsiteX121" y="connsiteY121"/>
                </a:cxn>
                <a:cxn ang="0">
                  <a:pos x="connsiteX122" y="connsiteY122"/>
                </a:cxn>
                <a:cxn ang="0">
                  <a:pos x="connsiteX123" y="connsiteY123"/>
                </a:cxn>
                <a:cxn ang="0">
                  <a:pos x="connsiteX124" y="connsiteY124"/>
                </a:cxn>
                <a:cxn ang="0">
                  <a:pos x="connsiteX125" y="connsiteY125"/>
                </a:cxn>
                <a:cxn ang="0">
                  <a:pos x="connsiteX126" y="connsiteY126"/>
                </a:cxn>
                <a:cxn ang="0">
                  <a:pos x="connsiteX127" y="connsiteY127"/>
                </a:cxn>
                <a:cxn ang="0">
                  <a:pos x="connsiteX128" y="connsiteY128"/>
                </a:cxn>
                <a:cxn ang="0">
                  <a:pos x="connsiteX129" y="connsiteY129"/>
                </a:cxn>
                <a:cxn ang="0">
                  <a:pos x="connsiteX130" y="connsiteY130"/>
                </a:cxn>
                <a:cxn ang="0">
                  <a:pos x="connsiteX131" y="connsiteY131"/>
                </a:cxn>
                <a:cxn ang="0">
                  <a:pos x="connsiteX132" y="connsiteY132"/>
                </a:cxn>
                <a:cxn ang="0">
                  <a:pos x="connsiteX133" y="connsiteY133"/>
                </a:cxn>
                <a:cxn ang="0">
                  <a:pos x="connsiteX134" y="connsiteY134"/>
                </a:cxn>
                <a:cxn ang="0">
                  <a:pos x="connsiteX135" y="connsiteY135"/>
                </a:cxn>
                <a:cxn ang="0">
                  <a:pos x="connsiteX136" y="connsiteY136"/>
                </a:cxn>
                <a:cxn ang="0">
                  <a:pos x="connsiteX137" y="connsiteY137"/>
                </a:cxn>
                <a:cxn ang="0">
                  <a:pos x="connsiteX138" y="connsiteY138"/>
                </a:cxn>
                <a:cxn ang="0">
                  <a:pos x="connsiteX139" y="connsiteY139"/>
                </a:cxn>
                <a:cxn ang="0">
                  <a:pos x="connsiteX140" y="connsiteY140"/>
                </a:cxn>
                <a:cxn ang="0">
                  <a:pos x="connsiteX141" y="connsiteY141"/>
                </a:cxn>
                <a:cxn ang="0">
                  <a:pos x="connsiteX142" y="connsiteY142"/>
                </a:cxn>
                <a:cxn ang="0">
                  <a:pos x="connsiteX143" y="connsiteY143"/>
                </a:cxn>
                <a:cxn ang="0">
                  <a:pos x="connsiteX144" y="connsiteY144"/>
                </a:cxn>
                <a:cxn ang="0">
                  <a:pos x="connsiteX145" y="connsiteY145"/>
                </a:cxn>
                <a:cxn ang="0">
                  <a:pos x="connsiteX146" y="connsiteY146"/>
                </a:cxn>
                <a:cxn ang="0">
                  <a:pos x="connsiteX147" y="connsiteY147"/>
                </a:cxn>
              </a:cxnLst>
              <a:rect l="l" t="t" r="r" b="b"/>
              <a:pathLst>
                <a:path w="446163" h="487738">
                  <a:moveTo>
                    <a:pt x="405801" y="297522"/>
                  </a:moveTo>
                  <a:lnTo>
                    <a:pt x="405801" y="195096"/>
                  </a:lnTo>
                  <a:cubicBezTo>
                    <a:pt x="415619" y="192657"/>
                    <a:pt x="424153" y="187780"/>
                    <a:pt x="430250" y="180464"/>
                  </a:cubicBezTo>
                  <a:cubicBezTo>
                    <a:pt x="440067" y="170709"/>
                    <a:pt x="444944" y="158516"/>
                    <a:pt x="444944" y="145103"/>
                  </a:cubicBezTo>
                  <a:cubicBezTo>
                    <a:pt x="444944" y="131690"/>
                    <a:pt x="440067" y="119496"/>
                    <a:pt x="430250" y="109741"/>
                  </a:cubicBezTo>
                  <a:cubicBezTo>
                    <a:pt x="410678" y="90232"/>
                    <a:pt x="380134" y="90232"/>
                    <a:pt x="360626" y="109741"/>
                  </a:cubicBezTo>
                  <a:lnTo>
                    <a:pt x="271369" y="60968"/>
                  </a:lnTo>
                  <a:cubicBezTo>
                    <a:pt x="275026" y="45116"/>
                    <a:pt x="270149" y="26826"/>
                    <a:pt x="257957" y="14632"/>
                  </a:cubicBezTo>
                  <a:cubicBezTo>
                    <a:pt x="238386" y="-4877"/>
                    <a:pt x="207842" y="-4877"/>
                    <a:pt x="188270" y="14632"/>
                  </a:cubicBezTo>
                  <a:cubicBezTo>
                    <a:pt x="176014" y="26826"/>
                    <a:pt x="171137" y="42677"/>
                    <a:pt x="174795" y="58529"/>
                  </a:cubicBezTo>
                  <a:lnTo>
                    <a:pt x="84382" y="110961"/>
                  </a:lnTo>
                  <a:cubicBezTo>
                    <a:pt x="64810" y="92671"/>
                    <a:pt x="34266" y="92671"/>
                    <a:pt x="14695" y="112181"/>
                  </a:cubicBezTo>
                  <a:cubicBezTo>
                    <a:pt x="4941" y="120716"/>
                    <a:pt x="0" y="132910"/>
                    <a:pt x="0" y="146322"/>
                  </a:cubicBezTo>
                  <a:cubicBezTo>
                    <a:pt x="0" y="159735"/>
                    <a:pt x="4941" y="171928"/>
                    <a:pt x="14695" y="181683"/>
                  </a:cubicBezTo>
                  <a:cubicBezTo>
                    <a:pt x="20791" y="187780"/>
                    <a:pt x="28170" y="192657"/>
                    <a:pt x="36704" y="193877"/>
                  </a:cubicBezTo>
                  <a:lnTo>
                    <a:pt x="36704" y="296303"/>
                  </a:lnTo>
                  <a:cubicBezTo>
                    <a:pt x="28170" y="298741"/>
                    <a:pt x="20791" y="302400"/>
                    <a:pt x="14695" y="308496"/>
                  </a:cubicBezTo>
                  <a:cubicBezTo>
                    <a:pt x="4941" y="319470"/>
                    <a:pt x="0" y="331662"/>
                    <a:pt x="0" y="345079"/>
                  </a:cubicBezTo>
                  <a:cubicBezTo>
                    <a:pt x="0" y="358490"/>
                    <a:pt x="4941" y="370682"/>
                    <a:pt x="14695" y="380436"/>
                  </a:cubicBezTo>
                  <a:cubicBezTo>
                    <a:pt x="24448" y="388970"/>
                    <a:pt x="36704" y="393854"/>
                    <a:pt x="48896" y="393854"/>
                  </a:cubicBezTo>
                  <a:cubicBezTo>
                    <a:pt x="61153" y="393854"/>
                    <a:pt x="74564" y="388970"/>
                    <a:pt x="84382" y="379217"/>
                  </a:cubicBezTo>
                  <a:lnTo>
                    <a:pt x="85600" y="377998"/>
                  </a:lnTo>
                  <a:lnTo>
                    <a:pt x="174795" y="429210"/>
                  </a:lnTo>
                  <a:cubicBezTo>
                    <a:pt x="172356" y="445066"/>
                    <a:pt x="177233" y="460916"/>
                    <a:pt x="188270" y="473108"/>
                  </a:cubicBezTo>
                  <a:cubicBezTo>
                    <a:pt x="198024" y="482862"/>
                    <a:pt x="210280" y="487738"/>
                    <a:pt x="223691" y="487738"/>
                  </a:cubicBezTo>
                  <a:cubicBezTo>
                    <a:pt x="235947" y="487738"/>
                    <a:pt x="249358" y="482862"/>
                    <a:pt x="259176" y="473108"/>
                  </a:cubicBezTo>
                  <a:cubicBezTo>
                    <a:pt x="271369" y="460916"/>
                    <a:pt x="276245" y="443847"/>
                    <a:pt x="272587" y="427991"/>
                  </a:cubicBezTo>
                  <a:lnTo>
                    <a:pt x="359343" y="377998"/>
                  </a:lnTo>
                  <a:cubicBezTo>
                    <a:pt x="359343" y="379217"/>
                    <a:pt x="360626" y="379217"/>
                    <a:pt x="360626" y="380436"/>
                  </a:cubicBezTo>
                  <a:cubicBezTo>
                    <a:pt x="370380" y="390190"/>
                    <a:pt x="382572" y="395073"/>
                    <a:pt x="396047" y="395073"/>
                  </a:cubicBezTo>
                  <a:cubicBezTo>
                    <a:pt x="408239" y="395073"/>
                    <a:pt x="421715" y="390190"/>
                    <a:pt x="431468" y="380436"/>
                  </a:cubicBezTo>
                  <a:cubicBezTo>
                    <a:pt x="441286" y="370682"/>
                    <a:pt x="446163" y="358490"/>
                    <a:pt x="446163" y="345079"/>
                  </a:cubicBezTo>
                  <a:cubicBezTo>
                    <a:pt x="446163" y="331662"/>
                    <a:pt x="441286" y="319470"/>
                    <a:pt x="431468" y="309716"/>
                  </a:cubicBezTo>
                  <a:cubicBezTo>
                    <a:pt x="422934" y="302400"/>
                    <a:pt x="414399" y="299960"/>
                    <a:pt x="405801" y="297522"/>
                  </a:cubicBezTo>
                  <a:close/>
                  <a:moveTo>
                    <a:pt x="261615" y="407265"/>
                  </a:moveTo>
                  <a:cubicBezTo>
                    <a:pt x="260395" y="406046"/>
                    <a:pt x="259176" y="404826"/>
                    <a:pt x="257957" y="403607"/>
                  </a:cubicBezTo>
                  <a:cubicBezTo>
                    <a:pt x="251797" y="397511"/>
                    <a:pt x="243263" y="392634"/>
                    <a:pt x="234728" y="391415"/>
                  </a:cubicBezTo>
                  <a:lnTo>
                    <a:pt x="234728" y="306057"/>
                  </a:lnTo>
                  <a:cubicBezTo>
                    <a:pt x="250578" y="304838"/>
                    <a:pt x="265272" y="298741"/>
                    <a:pt x="278683" y="290206"/>
                  </a:cubicBezTo>
                  <a:lnTo>
                    <a:pt x="347151" y="329223"/>
                  </a:lnTo>
                  <a:cubicBezTo>
                    <a:pt x="344713" y="337758"/>
                    <a:pt x="343494" y="347518"/>
                    <a:pt x="347151" y="357271"/>
                  </a:cubicBezTo>
                  <a:lnTo>
                    <a:pt x="261615" y="407265"/>
                  </a:lnTo>
                  <a:close/>
                  <a:moveTo>
                    <a:pt x="188270" y="403607"/>
                  </a:moveTo>
                  <a:cubicBezTo>
                    <a:pt x="187051" y="404826"/>
                    <a:pt x="184613" y="407265"/>
                    <a:pt x="183393" y="408484"/>
                  </a:cubicBezTo>
                  <a:lnTo>
                    <a:pt x="96574" y="358490"/>
                  </a:lnTo>
                  <a:cubicBezTo>
                    <a:pt x="99011" y="348737"/>
                    <a:pt x="99011" y="338977"/>
                    <a:pt x="96574" y="329223"/>
                  </a:cubicBezTo>
                  <a:lnTo>
                    <a:pt x="165041" y="288986"/>
                  </a:lnTo>
                  <a:cubicBezTo>
                    <a:pt x="179672" y="297522"/>
                    <a:pt x="195585" y="303619"/>
                    <a:pt x="212718" y="304838"/>
                  </a:cubicBezTo>
                  <a:lnTo>
                    <a:pt x="212718" y="390190"/>
                  </a:lnTo>
                  <a:cubicBezTo>
                    <a:pt x="204119" y="392634"/>
                    <a:pt x="195585" y="396292"/>
                    <a:pt x="188270" y="403607"/>
                  </a:cubicBezTo>
                  <a:close/>
                  <a:moveTo>
                    <a:pt x="59933" y="195096"/>
                  </a:moveTo>
                  <a:cubicBezTo>
                    <a:pt x="69687" y="192657"/>
                    <a:pt x="78285" y="189000"/>
                    <a:pt x="84382" y="181683"/>
                  </a:cubicBezTo>
                  <a:cubicBezTo>
                    <a:pt x="85600" y="180464"/>
                    <a:pt x="85600" y="180464"/>
                    <a:pt x="86820" y="179245"/>
                  </a:cubicBezTo>
                  <a:lnTo>
                    <a:pt x="146689" y="213386"/>
                  </a:lnTo>
                  <a:cubicBezTo>
                    <a:pt x="139374" y="220703"/>
                    <a:pt x="133278" y="229238"/>
                    <a:pt x="128337" y="238993"/>
                  </a:cubicBezTo>
                  <a:lnTo>
                    <a:pt x="124679" y="243870"/>
                  </a:lnTo>
                  <a:lnTo>
                    <a:pt x="127117" y="248748"/>
                  </a:lnTo>
                  <a:cubicBezTo>
                    <a:pt x="132058" y="258502"/>
                    <a:pt x="138155" y="267038"/>
                    <a:pt x="145470" y="274354"/>
                  </a:cubicBezTo>
                  <a:lnTo>
                    <a:pt x="84382" y="309716"/>
                  </a:lnTo>
                  <a:cubicBezTo>
                    <a:pt x="77002" y="302400"/>
                    <a:pt x="68468" y="298741"/>
                    <a:pt x="59933" y="296303"/>
                  </a:cubicBezTo>
                  <a:lnTo>
                    <a:pt x="59933" y="195096"/>
                  </a:lnTo>
                  <a:close/>
                  <a:moveTo>
                    <a:pt x="184613" y="79258"/>
                  </a:moveTo>
                  <a:cubicBezTo>
                    <a:pt x="185832" y="80477"/>
                    <a:pt x="187051" y="82916"/>
                    <a:pt x="188270" y="84135"/>
                  </a:cubicBezTo>
                  <a:cubicBezTo>
                    <a:pt x="195585" y="91452"/>
                    <a:pt x="204119" y="95109"/>
                    <a:pt x="212718" y="97548"/>
                  </a:cubicBezTo>
                  <a:lnTo>
                    <a:pt x="212718" y="181683"/>
                  </a:lnTo>
                  <a:cubicBezTo>
                    <a:pt x="195585" y="182903"/>
                    <a:pt x="179672" y="189000"/>
                    <a:pt x="165041" y="197535"/>
                  </a:cubicBezTo>
                  <a:lnTo>
                    <a:pt x="97793" y="158516"/>
                  </a:lnTo>
                  <a:cubicBezTo>
                    <a:pt x="100231" y="148761"/>
                    <a:pt x="100231" y="139006"/>
                    <a:pt x="96574" y="129251"/>
                  </a:cubicBezTo>
                  <a:lnTo>
                    <a:pt x="184613" y="79258"/>
                  </a:lnTo>
                  <a:close/>
                  <a:moveTo>
                    <a:pt x="257957" y="84135"/>
                  </a:moveTo>
                  <a:cubicBezTo>
                    <a:pt x="259176" y="82916"/>
                    <a:pt x="260395" y="81697"/>
                    <a:pt x="260395" y="80477"/>
                  </a:cubicBezTo>
                  <a:lnTo>
                    <a:pt x="347151" y="130470"/>
                  </a:lnTo>
                  <a:cubicBezTo>
                    <a:pt x="343494" y="140225"/>
                    <a:pt x="343494" y="149980"/>
                    <a:pt x="345932" y="158516"/>
                  </a:cubicBezTo>
                  <a:lnTo>
                    <a:pt x="281121" y="197535"/>
                  </a:lnTo>
                  <a:cubicBezTo>
                    <a:pt x="267710" y="189000"/>
                    <a:pt x="251797" y="182903"/>
                    <a:pt x="235947" y="181683"/>
                  </a:cubicBezTo>
                  <a:lnTo>
                    <a:pt x="235947" y="96329"/>
                  </a:lnTo>
                  <a:cubicBezTo>
                    <a:pt x="243263" y="95109"/>
                    <a:pt x="251797" y="90232"/>
                    <a:pt x="257957" y="84135"/>
                  </a:cubicBezTo>
                  <a:close/>
                  <a:moveTo>
                    <a:pt x="284844" y="258502"/>
                  </a:moveTo>
                  <a:cubicBezTo>
                    <a:pt x="250578" y="292645"/>
                    <a:pt x="196805" y="292645"/>
                    <a:pt x="162603" y="258502"/>
                  </a:cubicBezTo>
                  <a:cubicBezTo>
                    <a:pt x="157726" y="253625"/>
                    <a:pt x="154004" y="248748"/>
                    <a:pt x="150346" y="243870"/>
                  </a:cubicBezTo>
                  <a:cubicBezTo>
                    <a:pt x="154004" y="238993"/>
                    <a:pt x="157726" y="234115"/>
                    <a:pt x="162603" y="229238"/>
                  </a:cubicBezTo>
                  <a:cubicBezTo>
                    <a:pt x="196805" y="195096"/>
                    <a:pt x="250578" y="195096"/>
                    <a:pt x="284844" y="229238"/>
                  </a:cubicBezTo>
                  <a:cubicBezTo>
                    <a:pt x="289721" y="234115"/>
                    <a:pt x="293378" y="238993"/>
                    <a:pt x="297036" y="243870"/>
                  </a:cubicBezTo>
                  <a:cubicBezTo>
                    <a:pt x="292159" y="248748"/>
                    <a:pt x="288501" y="253625"/>
                    <a:pt x="284844" y="258502"/>
                  </a:cubicBezTo>
                  <a:close/>
                  <a:moveTo>
                    <a:pt x="360626" y="309716"/>
                  </a:moveTo>
                  <a:cubicBezTo>
                    <a:pt x="360626" y="309716"/>
                    <a:pt x="359343" y="309716"/>
                    <a:pt x="360626" y="309716"/>
                  </a:cubicBezTo>
                  <a:lnTo>
                    <a:pt x="299474" y="275574"/>
                  </a:lnTo>
                  <a:cubicBezTo>
                    <a:pt x="299474" y="275574"/>
                    <a:pt x="300693" y="275573"/>
                    <a:pt x="300693" y="274354"/>
                  </a:cubicBezTo>
                  <a:cubicBezTo>
                    <a:pt x="308008" y="267038"/>
                    <a:pt x="314168" y="258502"/>
                    <a:pt x="319045" y="248748"/>
                  </a:cubicBezTo>
                  <a:lnTo>
                    <a:pt x="321484" y="243870"/>
                  </a:lnTo>
                  <a:lnTo>
                    <a:pt x="319045" y="238993"/>
                  </a:lnTo>
                  <a:cubicBezTo>
                    <a:pt x="314168" y="229238"/>
                    <a:pt x="308008" y="220703"/>
                    <a:pt x="300693" y="213386"/>
                  </a:cubicBezTo>
                  <a:lnTo>
                    <a:pt x="359343" y="179245"/>
                  </a:lnTo>
                  <a:cubicBezTo>
                    <a:pt x="360626" y="180464"/>
                    <a:pt x="360626" y="180464"/>
                    <a:pt x="361846" y="181683"/>
                  </a:cubicBezTo>
                  <a:cubicBezTo>
                    <a:pt x="367942" y="187780"/>
                    <a:pt x="376476" y="192657"/>
                    <a:pt x="385011" y="195096"/>
                  </a:cubicBezTo>
                  <a:lnTo>
                    <a:pt x="385011" y="297522"/>
                  </a:lnTo>
                  <a:cubicBezTo>
                    <a:pt x="374038" y="298741"/>
                    <a:pt x="366723" y="303619"/>
                    <a:pt x="360626" y="309716"/>
                  </a:cubicBezTo>
                  <a:close/>
                  <a:moveTo>
                    <a:pt x="376476" y="128032"/>
                  </a:moveTo>
                  <a:cubicBezTo>
                    <a:pt x="387513" y="117058"/>
                    <a:pt x="403363" y="117058"/>
                    <a:pt x="414399" y="128032"/>
                  </a:cubicBezTo>
                  <a:cubicBezTo>
                    <a:pt x="419276" y="132910"/>
                    <a:pt x="421715" y="140225"/>
                    <a:pt x="421715" y="146322"/>
                  </a:cubicBezTo>
                  <a:cubicBezTo>
                    <a:pt x="421715" y="153638"/>
                    <a:pt x="419276" y="159735"/>
                    <a:pt x="414399" y="164613"/>
                  </a:cubicBezTo>
                  <a:cubicBezTo>
                    <a:pt x="409458" y="169490"/>
                    <a:pt x="402144" y="173148"/>
                    <a:pt x="394828" y="171928"/>
                  </a:cubicBezTo>
                  <a:cubicBezTo>
                    <a:pt x="387513" y="171928"/>
                    <a:pt x="381353" y="169490"/>
                    <a:pt x="376476" y="164613"/>
                  </a:cubicBezTo>
                  <a:cubicBezTo>
                    <a:pt x="367942" y="156077"/>
                    <a:pt x="365503" y="142664"/>
                    <a:pt x="372818" y="131690"/>
                  </a:cubicBezTo>
                  <a:cubicBezTo>
                    <a:pt x="374038" y="130470"/>
                    <a:pt x="375257" y="129251"/>
                    <a:pt x="376476" y="128032"/>
                  </a:cubicBezTo>
                  <a:close/>
                  <a:moveTo>
                    <a:pt x="204119" y="30484"/>
                  </a:moveTo>
                  <a:cubicBezTo>
                    <a:pt x="215157" y="19510"/>
                    <a:pt x="231006" y="19510"/>
                    <a:pt x="242043" y="30484"/>
                  </a:cubicBezTo>
                  <a:cubicBezTo>
                    <a:pt x="250578" y="39019"/>
                    <a:pt x="251797" y="51213"/>
                    <a:pt x="246920" y="60968"/>
                  </a:cubicBezTo>
                  <a:cubicBezTo>
                    <a:pt x="245701" y="63406"/>
                    <a:pt x="243263" y="65845"/>
                    <a:pt x="242043" y="68284"/>
                  </a:cubicBezTo>
                  <a:cubicBezTo>
                    <a:pt x="231006" y="79258"/>
                    <a:pt x="215157" y="79258"/>
                    <a:pt x="204119" y="68284"/>
                  </a:cubicBezTo>
                  <a:cubicBezTo>
                    <a:pt x="201681" y="65845"/>
                    <a:pt x="199243" y="63406"/>
                    <a:pt x="198024" y="59748"/>
                  </a:cubicBezTo>
                  <a:cubicBezTo>
                    <a:pt x="194366" y="49994"/>
                    <a:pt x="196805" y="37800"/>
                    <a:pt x="204119" y="30484"/>
                  </a:cubicBezTo>
                  <a:close/>
                  <a:moveTo>
                    <a:pt x="23229" y="146322"/>
                  </a:moveTo>
                  <a:cubicBezTo>
                    <a:pt x="23229" y="139006"/>
                    <a:pt x="25667" y="132910"/>
                    <a:pt x="30608" y="128032"/>
                  </a:cubicBezTo>
                  <a:cubicBezTo>
                    <a:pt x="41581" y="117058"/>
                    <a:pt x="57495" y="117058"/>
                    <a:pt x="68468" y="128032"/>
                  </a:cubicBezTo>
                  <a:cubicBezTo>
                    <a:pt x="69687" y="129251"/>
                    <a:pt x="70906" y="130470"/>
                    <a:pt x="72125" y="131690"/>
                  </a:cubicBezTo>
                  <a:cubicBezTo>
                    <a:pt x="79505" y="142664"/>
                    <a:pt x="78285" y="156077"/>
                    <a:pt x="68468" y="165832"/>
                  </a:cubicBezTo>
                  <a:cubicBezTo>
                    <a:pt x="63591" y="170709"/>
                    <a:pt x="56276" y="174367"/>
                    <a:pt x="48896" y="173148"/>
                  </a:cubicBezTo>
                  <a:cubicBezTo>
                    <a:pt x="41581" y="173148"/>
                    <a:pt x="35485" y="170709"/>
                    <a:pt x="30608" y="165832"/>
                  </a:cubicBezTo>
                  <a:cubicBezTo>
                    <a:pt x="25667" y="160954"/>
                    <a:pt x="23229" y="153638"/>
                    <a:pt x="23229" y="146322"/>
                  </a:cubicBezTo>
                  <a:close/>
                  <a:moveTo>
                    <a:pt x="30608" y="363367"/>
                  </a:moveTo>
                  <a:cubicBezTo>
                    <a:pt x="25667" y="358490"/>
                    <a:pt x="23229" y="351175"/>
                    <a:pt x="23229" y="345079"/>
                  </a:cubicBezTo>
                  <a:cubicBezTo>
                    <a:pt x="23229" y="337758"/>
                    <a:pt x="25667" y="331662"/>
                    <a:pt x="30608" y="326785"/>
                  </a:cubicBezTo>
                  <a:cubicBezTo>
                    <a:pt x="35485" y="321908"/>
                    <a:pt x="41581" y="319470"/>
                    <a:pt x="48896" y="319470"/>
                  </a:cubicBezTo>
                  <a:cubicBezTo>
                    <a:pt x="56276" y="319470"/>
                    <a:pt x="63591" y="321908"/>
                    <a:pt x="68468" y="326785"/>
                  </a:cubicBezTo>
                  <a:cubicBezTo>
                    <a:pt x="77002" y="335319"/>
                    <a:pt x="78285" y="348737"/>
                    <a:pt x="72125" y="358490"/>
                  </a:cubicBezTo>
                  <a:cubicBezTo>
                    <a:pt x="70906" y="360929"/>
                    <a:pt x="69687" y="362148"/>
                    <a:pt x="68468" y="364586"/>
                  </a:cubicBezTo>
                  <a:cubicBezTo>
                    <a:pt x="57495" y="374340"/>
                    <a:pt x="41581" y="374340"/>
                    <a:pt x="30608" y="363367"/>
                  </a:cubicBezTo>
                  <a:close/>
                  <a:moveTo>
                    <a:pt x="242043" y="457258"/>
                  </a:moveTo>
                  <a:cubicBezTo>
                    <a:pt x="231006" y="468231"/>
                    <a:pt x="215157" y="468231"/>
                    <a:pt x="204119" y="457258"/>
                  </a:cubicBezTo>
                  <a:cubicBezTo>
                    <a:pt x="196805" y="449943"/>
                    <a:pt x="194366" y="438964"/>
                    <a:pt x="198024" y="427991"/>
                  </a:cubicBezTo>
                  <a:cubicBezTo>
                    <a:pt x="199243" y="424334"/>
                    <a:pt x="201681" y="421895"/>
                    <a:pt x="204119" y="419457"/>
                  </a:cubicBezTo>
                  <a:cubicBezTo>
                    <a:pt x="215157" y="408484"/>
                    <a:pt x="231006" y="408484"/>
                    <a:pt x="242043" y="419457"/>
                  </a:cubicBezTo>
                  <a:cubicBezTo>
                    <a:pt x="244482" y="421895"/>
                    <a:pt x="245701" y="424334"/>
                    <a:pt x="246920" y="426772"/>
                  </a:cubicBezTo>
                  <a:cubicBezTo>
                    <a:pt x="251797" y="437745"/>
                    <a:pt x="250578" y="449943"/>
                    <a:pt x="242043" y="457258"/>
                  </a:cubicBezTo>
                  <a:close/>
                  <a:moveTo>
                    <a:pt x="414399" y="363367"/>
                  </a:moveTo>
                  <a:cubicBezTo>
                    <a:pt x="403363" y="374340"/>
                    <a:pt x="387513" y="374340"/>
                    <a:pt x="376476" y="363367"/>
                  </a:cubicBezTo>
                  <a:cubicBezTo>
                    <a:pt x="375257" y="360929"/>
                    <a:pt x="372818" y="359710"/>
                    <a:pt x="371600" y="357271"/>
                  </a:cubicBezTo>
                  <a:cubicBezTo>
                    <a:pt x="365503" y="347518"/>
                    <a:pt x="367942" y="334100"/>
                    <a:pt x="376476" y="325566"/>
                  </a:cubicBezTo>
                  <a:cubicBezTo>
                    <a:pt x="381353" y="320689"/>
                    <a:pt x="387513" y="318250"/>
                    <a:pt x="394828" y="318250"/>
                  </a:cubicBezTo>
                  <a:cubicBezTo>
                    <a:pt x="402144" y="318250"/>
                    <a:pt x="409458" y="320689"/>
                    <a:pt x="414399" y="325566"/>
                  </a:cubicBezTo>
                  <a:cubicBezTo>
                    <a:pt x="419276" y="330442"/>
                    <a:pt x="421715" y="337758"/>
                    <a:pt x="421715" y="343860"/>
                  </a:cubicBezTo>
                  <a:cubicBezTo>
                    <a:pt x="421715" y="352394"/>
                    <a:pt x="419276" y="358490"/>
                    <a:pt x="414399" y="363367"/>
                  </a:cubicBezTo>
                  <a:close/>
                  <a:moveTo>
                    <a:pt x="253016" y="243870"/>
                  </a:moveTo>
                  <a:cubicBezTo>
                    <a:pt x="253016" y="259722"/>
                    <a:pt x="240824" y="271916"/>
                    <a:pt x="224911" y="271916"/>
                  </a:cubicBezTo>
                  <a:cubicBezTo>
                    <a:pt x="209060" y="271916"/>
                    <a:pt x="196805" y="259722"/>
                    <a:pt x="196805" y="243870"/>
                  </a:cubicBezTo>
                  <a:cubicBezTo>
                    <a:pt x="196805" y="228019"/>
                    <a:pt x="209060" y="215825"/>
                    <a:pt x="224911" y="215825"/>
                  </a:cubicBezTo>
                  <a:cubicBezTo>
                    <a:pt x="239605" y="215825"/>
                    <a:pt x="253016" y="228019"/>
                    <a:pt x="253016" y="243870"/>
                  </a:cubicBezTo>
                  <a:close/>
                </a:path>
              </a:pathLst>
            </a:custGeom>
            <a:solidFill>
              <a:srgbClr val="2D5967"/>
            </a:solidFill>
            <a:ln w="6417" cap="flat">
              <a:noFill/>
              <a:prstDash val="solid"/>
              <a:miter/>
            </a:ln>
          </p:spPr>
          <p:txBody>
            <a:bodyPr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srgbClr val="7C8A98"/>
                </a:solidFill>
                <a:effectLst/>
                <a:uLnTx/>
                <a:uFillTx/>
                <a:latin typeface="Oracle Sans Tab"/>
                <a:ea typeface="+mn-ea"/>
                <a:cs typeface="+mn-cs"/>
              </a:endParaRPr>
            </a:p>
          </p:txBody>
        </p:sp>
      </p:grpSp>
      <p:sp>
        <p:nvSpPr>
          <p:cNvPr id="21" name="Rectangle 20">
            <a:extLst>
              <a:ext uri="{FF2B5EF4-FFF2-40B4-BE49-F238E27FC236}">
                <a16:creationId xmlns:a16="http://schemas.microsoft.com/office/drawing/2014/main" id="{BFE33F73-3F7B-B470-3096-CCD5ADC27A4A}"/>
              </a:ext>
            </a:extLst>
          </p:cNvPr>
          <p:cNvSpPr/>
          <p:nvPr/>
        </p:nvSpPr>
        <p:spPr>
          <a:xfrm>
            <a:off x="2559570" y="4473451"/>
            <a:ext cx="1256291" cy="547624"/>
          </a:xfrm>
          <a:prstGeom prst="rect">
            <a:avLst/>
          </a:prstGeom>
          <a:solidFill>
            <a:srgbClr val="759C6C"/>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sz="1400" dirty="0"/>
              <a:t>Planning &amp; Critique</a:t>
            </a:r>
          </a:p>
        </p:txBody>
      </p:sp>
      <p:grpSp>
        <p:nvGrpSpPr>
          <p:cNvPr id="26" name="Group 25">
            <a:extLst>
              <a:ext uri="{FF2B5EF4-FFF2-40B4-BE49-F238E27FC236}">
                <a16:creationId xmlns:a16="http://schemas.microsoft.com/office/drawing/2014/main" id="{44F01FC5-BA01-4E20-C168-23CADDE62096}"/>
              </a:ext>
            </a:extLst>
          </p:cNvPr>
          <p:cNvGrpSpPr/>
          <p:nvPr/>
        </p:nvGrpSpPr>
        <p:grpSpPr>
          <a:xfrm>
            <a:off x="2250433" y="3593376"/>
            <a:ext cx="1874563" cy="1862961"/>
            <a:chOff x="1678625" y="3415737"/>
            <a:chExt cx="1874563" cy="1862961"/>
          </a:xfrm>
        </p:grpSpPr>
        <p:sp>
          <p:nvSpPr>
            <p:cNvPr id="22" name="Arc 21">
              <a:extLst>
                <a:ext uri="{FF2B5EF4-FFF2-40B4-BE49-F238E27FC236}">
                  <a16:creationId xmlns:a16="http://schemas.microsoft.com/office/drawing/2014/main" id="{06699A60-351C-4A5D-858C-F3DD614BCA09}"/>
                </a:ext>
              </a:extLst>
            </p:cNvPr>
            <p:cNvSpPr/>
            <p:nvPr/>
          </p:nvSpPr>
          <p:spPr>
            <a:xfrm rot="14176765">
              <a:off x="1678625" y="3415737"/>
              <a:ext cx="1837944" cy="1837944"/>
            </a:xfrm>
            <a:prstGeom prst="arc">
              <a:avLst>
                <a:gd name="adj1" fmla="val 18766602"/>
                <a:gd name="adj2" fmla="val 1056773"/>
              </a:avLst>
            </a:prstGeom>
            <a:noFill/>
            <a:ln w="15875" cap="flat" cmpd="sng" algn="ctr">
              <a:solidFill>
                <a:srgbClr val="AE562C"/>
              </a:solidFill>
              <a:prstDash val="solid"/>
              <a:miter lim="800000"/>
              <a:tailEnd type="triangle" w="lg" len="lg"/>
            </a:ln>
            <a:effectLst/>
          </p:spPr>
          <p:txBody>
            <a:bodyPr rtlCol="0" anchor="ctr"/>
            <a:lstStyle/>
            <a:p>
              <a:pPr marL="0" marR="0" lvl="0" indent="0" algn="ctr" defTabSz="914400" eaLnBrk="1" fontAlgn="auto" latinLnBrk="0" hangingPunct="1">
                <a:lnSpc>
                  <a:spcPct val="100000"/>
                </a:lnSpc>
                <a:spcBef>
                  <a:spcPts val="0"/>
                </a:spcBef>
                <a:spcAft>
                  <a:spcPts val="0"/>
                </a:spcAft>
                <a:buClrTx/>
                <a:buSzTx/>
                <a:buFontTx/>
                <a:buNone/>
                <a:tabLst/>
                <a:defRPr/>
              </a:pPr>
              <a:endParaRPr kumimoji="0" lang="en-US" sz="600" b="0" i="0" u="none" strike="noStrike" kern="0" cap="none" spc="0" normalizeH="0" baseline="0" noProof="0">
                <a:ln>
                  <a:noFill/>
                </a:ln>
                <a:solidFill>
                  <a:srgbClr val="312D2A"/>
                </a:solidFill>
                <a:effectLst/>
                <a:uLnTx/>
                <a:uFillTx/>
                <a:latin typeface="Oracle Sans"/>
                <a:ea typeface="+mn-ea"/>
                <a:cs typeface="+mn-cs"/>
              </a:endParaRPr>
            </a:p>
          </p:txBody>
        </p:sp>
        <p:sp>
          <p:nvSpPr>
            <p:cNvPr id="23" name="Arc 22">
              <a:extLst>
                <a:ext uri="{FF2B5EF4-FFF2-40B4-BE49-F238E27FC236}">
                  <a16:creationId xmlns:a16="http://schemas.microsoft.com/office/drawing/2014/main" id="{F2AF0234-7818-A67D-85E1-4F108813A5C2}"/>
                </a:ext>
              </a:extLst>
            </p:cNvPr>
            <p:cNvSpPr/>
            <p:nvPr/>
          </p:nvSpPr>
          <p:spPr>
            <a:xfrm rot="20812038">
              <a:off x="1690757" y="3430173"/>
              <a:ext cx="1837944" cy="1837944"/>
            </a:xfrm>
            <a:prstGeom prst="arc">
              <a:avLst>
                <a:gd name="adj1" fmla="val 18105092"/>
                <a:gd name="adj2" fmla="val 21513609"/>
              </a:avLst>
            </a:prstGeom>
            <a:noFill/>
            <a:ln w="15875" cap="flat" cmpd="sng" algn="ctr">
              <a:solidFill>
                <a:srgbClr val="AE562C"/>
              </a:solidFill>
              <a:prstDash val="solid"/>
              <a:miter lim="800000"/>
              <a:tailEnd type="triangle" w="lg" len="lg"/>
            </a:ln>
            <a:effectLst/>
          </p:spPr>
          <p:txBody>
            <a:bodyPr rtlCol="0" anchor="ctr"/>
            <a:lstStyle/>
            <a:p>
              <a:pPr marL="0" marR="0" lvl="0" indent="0" algn="ctr" defTabSz="914400" eaLnBrk="1" fontAlgn="auto" latinLnBrk="0" hangingPunct="1">
                <a:lnSpc>
                  <a:spcPct val="100000"/>
                </a:lnSpc>
                <a:spcBef>
                  <a:spcPts val="0"/>
                </a:spcBef>
                <a:spcAft>
                  <a:spcPts val="0"/>
                </a:spcAft>
                <a:buClrTx/>
                <a:buSzTx/>
                <a:buFontTx/>
                <a:buNone/>
                <a:tabLst/>
                <a:defRPr/>
              </a:pPr>
              <a:endParaRPr kumimoji="0" lang="en-US" sz="600" b="0" i="0" u="none" strike="noStrike" kern="0" cap="none" spc="0" normalizeH="0" baseline="0" noProof="0">
                <a:ln>
                  <a:noFill/>
                </a:ln>
                <a:solidFill>
                  <a:srgbClr val="312D2A"/>
                </a:solidFill>
                <a:effectLst/>
                <a:uLnTx/>
                <a:uFillTx/>
                <a:latin typeface="Oracle Sans"/>
                <a:ea typeface="+mn-ea"/>
                <a:cs typeface="+mn-cs"/>
              </a:endParaRPr>
            </a:p>
          </p:txBody>
        </p:sp>
        <p:sp>
          <p:nvSpPr>
            <p:cNvPr id="24" name="Arc 23">
              <a:extLst>
                <a:ext uri="{FF2B5EF4-FFF2-40B4-BE49-F238E27FC236}">
                  <a16:creationId xmlns:a16="http://schemas.microsoft.com/office/drawing/2014/main" id="{B7B38E73-850C-FC26-9AA7-A9C43FDA5131}"/>
                </a:ext>
              </a:extLst>
            </p:cNvPr>
            <p:cNvSpPr/>
            <p:nvPr/>
          </p:nvSpPr>
          <p:spPr>
            <a:xfrm rot="4918305">
              <a:off x="1690757" y="3421997"/>
              <a:ext cx="1837944" cy="1837944"/>
            </a:xfrm>
            <a:prstGeom prst="arc">
              <a:avLst>
                <a:gd name="adj1" fmla="val 18766602"/>
                <a:gd name="adj2" fmla="val 20920500"/>
              </a:avLst>
            </a:prstGeom>
            <a:noFill/>
            <a:ln w="15875" cap="flat" cmpd="sng" algn="ctr">
              <a:solidFill>
                <a:srgbClr val="AE562C"/>
              </a:solidFill>
              <a:prstDash val="solid"/>
              <a:miter lim="800000"/>
              <a:tailEnd type="triangle" w="lg" len="lg"/>
            </a:ln>
            <a:effectLst/>
          </p:spPr>
          <p:txBody>
            <a:bodyPr rtlCol="0" anchor="ctr"/>
            <a:lstStyle/>
            <a:p>
              <a:pPr marL="0" marR="0" lvl="0" indent="0" algn="ctr" defTabSz="914400" eaLnBrk="1" fontAlgn="auto" latinLnBrk="0" hangingPunct="1">
                <a:lnSpc>
                  <a:spcPct val="100000"/>
                </a:lnSpc>
                <a:spcBef>
                  <a:spcPts val="0"/>
                </a:spcBef>
                <a:spcAft>
                  <a:spcPts val="0"/>
                </a:spcAft>
                <a:buClrTx/>
                <a:buSzTx/>
                <a:buFontTx/>
                <a:buNone/>
                <a:tabLst/>
                <a:defRPr/>
              </a:pPr>
              <a:endParaRPr kumimoji="0" lang="en-US" sz="600" b="0" i="0" u="none" strike="noStrike" kern="0" cap="none" spc="0" normalizeH="0" baseline="0" noProof="0">
                <a:ln>
                  <a:noFill/>
                </a:ln>
                <a:solidFill>
                  <a:srgbClr val="FCFBFA">
                    <a:lumMod val="10000"/>
                  </a:srgbClr>
                </a:solidFill>
                <a:effectLst/>
                <a:uLnTx/>
                <a:uFillTx/>
                <a:latin typeface="Oracle Sans"/>
                <a:ea typeface="+mn-ea"/>
                <a:cs typeface="+mn-cs"/>
              </a:endParaRPr>
            </a:p>
          </p:txBody>
        </p:sp>
        <p:sp>
          <p:nvSpPr>
            <p:cNvPr id="25" name="Arc 24">
              <a:extLst>
                <a:ext uri="{FF2B5EF4-FFF2-40B4-BE49-F238E27FC236}">
                  <a16:creationId xmlns:a16="http://schemas.microsoft.com/office/drawing/2014/main" id="{FD4A0550-76D0-F896-9699-16E3E17AD957}"/>
                </a:ext>
              </a:extLst>
            </p:cNvPr>
            <p:cNvSpPr/>
            <p:nvPr/>
          </p:nvSpPr>
          <p:spPr>
            <a:xfrm rot="9023326">
              <a:off x="1715244" y="3440754"/>
              <a:ext cx="1837944" cy="1837944"/>
            </a:xfrm>
            <a:prstGeom prst="arc">
              <a:avLst>
                <a:gd name="adj1" fmla="val 19123546"/>
                <a:gd name="adj2" fmla="val 21414636"/>
              </a:avLst>
            </a:prstGeom>
            <a:noFill/>
            <a:ln w="15875" cap="flat" cmpd="sng" algn="ctr">
              <a:solidFill>
                <a:srgbClr val="AE562C"/>
              </a:solidFill>
              <a:prstDash val="solid"/>
              <a:miter lim="800000"/>
              <a:tailEnd type="triangle" w="lg" len="lg"/>
            </a:ln>
            <a:effectLst/>
          </p:spPr>
          <p:txBody>
            <a:bodyPr rtlCol="0" anchor="ctr"/>
            <a:lstStyle/>
            <a:p>
              <a:pPr marL="0" marR="0" lvl="0" indent="0" algn="ctr" defTabSz="914400" eaLnBrk="1" fontAlgn="auto" latinLnBrk="0" hangingPunct="1">
                <a:lnSpc>
                  <a:spcPct val="100000"/>
                </a:lnSpc>
                <a:spcBef>
                  <a:spcPts val="0"/>
                </a:spcBef>
                <a:spcAft>
                  <a:spcPts val="0"/>
                </a:spcAft>
                <a:buClrTx/>
                <a:buSzTx/>
                <a:buFontTx/>
                <a:buNone/>
                <a:tabLst/>
                <a:defRPr/>
              </a:pPr>
              <a:endParaRPr kumimoji="0" lang="en-US" sz="600" b="0" i="0" u="none" strike="noStrike" kern="0" cap="none" spc="0" normalizeH="0" baseline="0" noProof="0">
                <a:ln>
                  <a:noFill/>
                </a:ln>
                <a:solidFill>
                  <a:srgbClr val="312D2A"/>
                </a:solidFill>
                <a:effectLst/>
                <a:uLnTx/>
                <a:uFillTx/>
                <a:latin typeface="Oracle Sans"/>
                <a:ea typeface="+mn-ea"/>
                <a:cs typeface="+mn-cs"/>
              </a:endParaRPr>
            </a:p>
          </p:txBody>
        </p:sp>
      </p:grpSp>
      <p:grpSp>
        <p:nvGrpSpPr>
          <p:cNvPr id="30" name="Group 29">
            <a:extLst>
              <a:ext uri="{FF2B5EF4-FFF2-40B4-BE49-F238E27FC236}">
                <a16:creationId xmlns:a16="http://schemas.microsoft.com/office/drawing/2014/main" id="{B2B7F763-F0D9-69F8-1B65-2760A1B21AD5}"/>
              </a:ext>
            </a:extLst>
          </p:cNvPr>
          <p:cNvGrpSpPr/>
          <p:nvPr/>
        </p:nvGrpSpPr>
        <p:grpSpPr>
          <a:xfrm>
            <a:off x="929233" y="2734398"/>
            <a:ext cx="1422192" cy="640663"/>
            <a:chOff x="929233" y="2734398"/>
            <a:chExt cx="1422192" cy="640663"/>
          </a:xfrm>
        </p:grpSpPr>
        <p:sp>
          <p:nvSpPr>
            <p:cNvPr id="27" name="Freeform 111">
              <a:extLst>
                <a:ext uri="{FF2B5EF4-FFF2-40B4-BE49-F238E27FC236}">
                  <a16:creationId xmlns:a16="http://schemas.microsoft.com/office/drawing/2014/main" id="{91991DF8-1CC1-401E-F3FB-7AE301EF0054}"/>
                </a:ext>
              </a:extLst>
            </p:cNvPr>
            <p:cNvSpPr/>
            <p:nvPr/>
          </p:nvSpPr>
          <p:spPr>
            <a:xfrm flipV="1">
              <a:off x="1026573" y="3359821"/>
              <a:ext cx="1324852" cy="15240"/>
            </a:xfrm>
            <a:custGeom>
              <a:avLst/>
              <a:gdLst>
                <a:gd name="connsiteX0" fmla="*/ 0 w 3285066"/>
                <a:gd name="connsiteY0" fmla="*/ 0 h 0"/>
                <a:gd name="connsiteX1" fmla="*/ 3285066 w 3285066"/>
                <a:gd name="connsiteY1" fmla="*/ 0 h 0"/>
              </a:gdLst>
              <a:ahLst/>
              <a:cxnLst>
                <a:cxn ang="0">
                  <a:pos x="connsiteX0" y="connsiteY0"/>
                </a:cxn>
                <a:cxn ang="0">
                  <a:pos x="connsiteX1" y="connsiteY1"/>
                </a:cxn>
              </a:cxnLst>
              <a:rect l="l" t="t" r="r" b="b"/>
              <a:pathLst>
                <a:path w="3285066">
                  <a:moveTo>
                    <a:pt x="0" y="0"/>
                  </a:moveTo>
                  <a:lnTo>
                    <a:pt x="3285066" y="0"/>
                  </a:lnTo>
                </a:path>
              </a:pathLst>
            </a:custGeom>
            <a:noFill/>
            <a:ln w="9525" cap="flat" cmpd="sng" algn="ctr">
              <a:solidFill>
                <a:srgbClr val="312D2A"/>
              </a:solidFill>
              <a:prstDash val="solid"/>
              <a:miter lim="800000"/>
              <a:tailEnd type="none" w="lg" len="lg"/>
            </a:ln>
            <a:effectLst/>
          </p:spPr>
          <p:txBody>
            <a:bodyPr rtlCol="0" anchor="ctr"/>
            <a:lstStyle/>
            <a:p>
              <a:pPr marL="0" marR="0" lvl="0" indent="0" algn="ctr" defTabSz="914400" eaLnBrk="1" fontAlgn="auto" latinLnBrk="0" hangingPunct="1">
                <a:lnSpc>
                  <a:spcPct val="100000"/>
                </a:lnSpc>
                <a:spcBef>
                  <a:spcPts val="0"/>
                </a:spcBef>
                <a:spcAft>
                  <a:spcPts val="0"/>
                </a:spcAft>
                <a:buClrTx/>
                <a:buSzTx/>
                <a:buFontTx/>
                <a:buNone/>
                <a:tabLst/>
                <a:defRPr/>
              </a:pPr>
              <a:endParaRPr kumimoji="0" lang="en-US" sz="600" b="0" i="0" u="none" strike="noStrike" kern="0" cap="none" spc="0" normalizeH="0" baseline="0" noProof="0">
                <a:ln>
                  <a:noFill/>
                </a:ln>
                <a:solidFill>
                  <a:srgbClr val="FCFBFA">
                    <a:lumMod val="10000"/>
                  </a:srgbClr>
                </a:solidFill>
                <a:effectLst/>
                <a:uLnTx/>
                <a:uFillTx/>
                <a:latin typeface="Oracle Sans"/>
                <a:ea typeface="+mn-ea"/>
                <a:cs typeface="+mn-cs"/>
              </a:endParaRPr>
            </a:p>
          </p:txBody>
        </p:sp>
        <p:sp>
          <p:nvSpPr>
            <p:cNvPr id="28" name="Freeform 113">
              <a:extLst>
                <a:ext uri="{FF2B5EF4-FFF2-40B4-BE49-F238E27FC236}">
                  <a16:creationId xmlns:a16="http://schemas.microsoft.com/office/drawing/2014/main" id="{FEBA6834-B89E-966A-5AED-B29352170263}"/>
                </a:ext>
              </a:extLst>
            </p:cNvPr>
            <p:cNvSpPr/>
            <p:nvPr/>
          </p:nvSpPr>
          <p:spPr>
            <a:xfrm rot="16200000" flipV="1">
              <a:off x="650134" y="3013497"/>
              <a:ext cx="573437" cy="15240"/>
            </a:xfrm>
            <a:custGeom>
              <a:avLst/>
              <a:gdLst>
                <a:gd name="connsiteX0" fmla="*/ 0 w 3285066"/>
                <a:gd name="connsiteY0" fmla="*/ 0 h 0"/>
                <a:gd name="connsiteX1" fmla="*/ 3285066 w 3285066"/>
                <a:gd name="connsiteY1" fmla="*/ 0 h 0"/>
              </a:gdLst>
              <a:ahLst/>
              <a:cxnLst>
                <a:cxn ang="0">
                  <a:pos x="connsiteX0" y="connsiteY0"/>
                </a:cxn>
                <a:cxn ang="0">
                  <a:pos x="connsiteX1" y="connsiteY1"/>
                </a:cxn>
              </a:cxnLst>
              <a:rect l="l" t="t" r="r" b="b"/>
              <a:pathLst>
                <a:path w="3285066">
                  <a:moveTo>
                    <a:pt x="0" y="0"/>
                  </a:moveTo>
                  <a:lnTo>
                    <a:pt x="3285066" y="0"/>
                  </a:lnTo>
                </a:path>
              </a:pathLst>
            </a:custGeom>
            <a:noFill/>
            <a:ln w="9525" cap="flat" cmpd="sng" algn="ctr">
              <a:solidFill>
                <a:srgbClr val="312D2A"/>
              </a:solidFill>
              <a:prstDash val="solid"/>
              <a:miter lim="800000"/>
              <a:tailEnd type="triangle" w="med" len="med"/>
            </a:ln>
            <a:effectLst/>
          </p:spPr>
          <p:txBody>
            <a:bodyPr rtlCol="0" anchor="ctr"/>
            <a:lstStyle/>
            <a:p>
              <a:pPr marL="0" marR="0" lvl="0" indent="0" algn="ctr" defTabSz="914400" eaLnBrk="1" fontAlgn="auto" latinLnBrk="0" hangingPunct="1">
                <a:lnSpc>
                  <a:spcPct val="100000"/>
                </a:lnSpc>
                <a:spcBef>
                  <a:spcPts val="0"/>
                </a:spcBef>
                <a:spcAft>
                  <a:spcPts val="0"/>
                </a:spcAft>
                <a:buClrTx/>
                <a:buSzTx/>
                <a:buFontTx/>
                <a:buNone/>
                <a:tabLst/>
                <a:defRPr/>
              </a:pPr>
              <a:endParaRPr kumimoji="0" lang="en-US" sz="600" b="0" i="0" u="none" strike="noStrike" kern="0" cap="none" spc="0" normalizeH="0" baseline="0" noProof="0">
                <a:ln>
                  <a:noFill/>
                </a:ln>
                <a:solidFill>
                  <a:srgbClr val="FCFBFA"/>
                </a:solidFill>
                <a:effectLst/>
                <a:uLnTx/>
                <a:uFillTx/>
                <a:latin typeface="Oracle Sans"/>
                <a:ea typeface="+mn-ea"/>
                <a:cs typeface="+mn-cs"/>
              </a:endParaRPr>
            </a:p>
          </p:txBody>
        </p:sp>
        <p:sp>
          <p:nvSpPr>
            <p:cNvPr id="29" name="Arc 28">
              <a:extLst>
                <a:ext uri="{FF2B5EF4-FFF2-40B4-BE49-F238E27FC236}">
                  <a16:creationId xmlns:a16="http://schemas.microsoft.com/office/drawing/2014/main" id="{26D4B73A-10AF-5B65-2564-985CAE969936}"/>
                </a:ext>
              </a:extLst>
            </p:cNvPr>
            <p:cNvSpPr/>
            <p:nvPr/>
          </p:nvSpPr>
          <p:spPr>
            <a:xfrm rot="16200000" flipH="1">
              <a:off x="951319" y="3217282"/>
              <a:ext cx="150510" cy="163815"/>
            </a:xfrm>
            <a:prstGeom prst="arc">
              <a:avLst/>
            </a:prstGeom>
            <a:noFill/>
            <a:ln w="9525" cap="flat" cmpd="sng" algn="ctr">
              <a:solidFill>
                <a:srgbClr val="312D2A"/>
              </a:solidFill>
              <a:prstDash val="solid"/>
              <a:miter lim="800000"/>
              <a:tailEnd w="lg" len="lg"/>
            </a:ln>
            <a:effectLst/>
          </p:spPr>
          <p:txBody>
            <a:bodyPr rtlCol="0" anchor="ctr"/>
            <a:lstStyle/>
            <a:p>
              <a:pPr marL="0" marR="0" lvl="0" indent="0" algn="ctr" defTabSz="914400" eaLnBrk="1" fontAlgn="auto" latinLnBrk="0" hangingPunct="1">
                <a:lnSpc>
                  <a:spcPct val="100000"/>
                </a:lnSpc>
                <a:spcBef>
                  <a:spcPts val="0"/>
                </a:spcBef>
                <a:spcAft>
                  <a:spcPts val="0"/>
                </a:spcAft>
                <a:buClrTx/>
                <a:buSzTx/>
                <a:buFontTx/>
                <a:buNone/>
                <a:tabLst/>
                <a:defRPr/>
              </a:pPr>
              <a:endParaRPr kumimoji="0" lang="en-US" sz="600" b="0" i="0" u="none" strike="noStrike" kern="0" cap="none" spc="0" normalizeH="0" baseline="0" noProof="0">
                <a:ln>
                  <a:noFill/>
                </a:ln>
                <a:solidFill>
                  <a:srgbClr val="312D2A"/>
                </a:solidFill>
                <a:effectLst/>
                <a:uLnTx/>
                <a:uFillTx/>
                <a:latin typeface="Oracle Sans"/>
                <a:ea typeface="+mn-ea"/>
                <a:cs typeface="+mn-cs"/>
              </a:endParaRPr>
            </a:p>
          </p:txBody>
        </p:sp>
      </p:grpSp>
      <p:sp>
        <p:nvSpPr>
          <p:cNvPr id="31" name="TextBox 30">
            <a:extLst>
              <a:ext uri="{FF2B5EF4-FFF2-40B4-BE49-F238E27FC236}">
                <a16:creationId xmlns:a16="http://schemas.microsoft.com/office/drawing/2014/main" id="{146D55AE-AE33-27E0-D870-D56193C8EF18}"/>
              </a:ext>
            </a:extLst>
          </p:cNvPr>
          <p:cNvSpPr txBox="1"/>
          <p:nvPr/>
        </p:nvSpPr>
        <p:spPr>
          <a:xfrm>
            <a:off x="1193397" y="3448743"/>
            <a:ext cx="1084528" cy="338554"/>
          </a:xfrm>
          <a:prstGeom prst="rect">
            <a:avLst/>
          </a:prstGeom>
          <a:noFill/>
        </p:spPr>
        <p:txBody>
          <a:bodyPr wrap="none" rtlCol="0">
            <a:spAutoFit/>
          </a:bodyPr>
          <a:lstStyle/>
          <a:p>
            <a:r>
              <a:rPr lang="en-US" sz="1600" dirty="0">
                <a:solidFill>
                  <a:schemeClr val="bg1"/>
                </a:solidFill>
              </a:rPr>
              <a:t>Response</a:t>
            </a:r>
          </a:p>
        </p:txBody>
      </p:sp>
      <p:sp>
        <p:nvSpPr>
          <p:cNvPr id="32" name="Freeform 7">
            <a:extLst>
              <a:ext uri="{FF2B5EF4-FFF2-40B4-BE49-F238E27FC236}">
                <a16:creationId xmlns:a16="http://schemas.microsoft.com/office/drawing/2014/main" id="{0A8E441B-F775-2DEA-E9C1-EA0E9B36657F}"/>
              </a:ext>
            </a:extLst>
          </p:cNvPr>
          <p:cNvSpPr/>
          <p:nvPr/>
        </p:nvSpPr>
        <p:spPr>
          <a:xfrm flipV="1">
            <a:off x="3519962" y="2214738"/>
            <a:ext cx="1606152" cy="45719"/>
          </a:xfrm>
          <a:custGeom>
            <a:avLst/>
            <a:gdLst>
              <a:gd name="connsiteX0" fmla="*/ 0 w 3285066"/>
              <a:gd name="connsiteY0" fmla="*/ 0 h 0"/>
              <a:gd name="connsiteX1" fmla="*/ 3285066 w 3285066"/>
              <a:gd name="connsiteY1" fmla="*/ 0 h 0"/>
            </a:gdLst>
            <a:ahLst/>
            <a:cxnLst>
              <a:cxn ang="0">
                <a:pos x="connsiteX0" y="connsiteY0"/>
              </a:cxn>
              <a:cxn ang="0">
                <a:pos x="connsiteX1" y="connsiteY1"/>
              </a:cxn>
            </a:cxnLst>
            <a:rect l="l" t="t" r="r" b="b"/>
            <a:pathLst>
              <a:path w="3285066">
                <a:moveTo>
                  <a:pt x="0" y="0"/>
                </a:moveTo>
                <a:lnTo>
                  <a:pt x="3285066" y="0"/>
                </a:lnTo>
              </a:path>
            </a:pathLst>
          </a:custGeom>
          <a:noFill/>
          <a:ln w="9525" cap="flat" cmpd="sng" algn="ctr">
            <a:solidFill>
              <a:srgbClr val="312D2A"/>
            </a:solidFill>
            <a:prstDash val="solid"/>
            <a:miter lim="800000"/>
            <a:tailEnd type="triangle" w="med" len="med"/>
          </a:ln>
          <a:effectLst/>
        </p:spPr>
        <p:txBody>
          <a:bodyPr rtlCol="0" anchor="ctr"/>
          <a:lstStyle/>
          <a:p>
            <a:pPr algn="ctr">
              <a:defRPr/>
            </a:pPr>
            <a:endParaRPr lang="en-US" sz="600" kern="0">
              <a:solidFill>
                <a:srgbClr val="FCFBFA"/>
              </a:solidFill>
              <a:latin typeface="Oracle Sans"/>
            </a:endParaRPr>
          </a:p>
        </p:txBody>
      </p:sp>
      <p:grpSp>
        <p:nvGrpSpPr>
          <p:cNvPr id="33" name="Graphic 3">
            <a:extLst>
              <a:ext uri="{FF2B5EF4-FFF2-40B4-BE49-F238E27FC236}">
                <a16:creationId xmlns:a16="http://schemas.microsoft.com/office/drawing/2014/main" id="{7D4232E5-8ADA-AACE-6245-BE1E06988110}"/>
              </a:ext>
            </a:extLst>
          </p:cNvPr>
          <p:cNvGrpSpPr/>
          <p:nvPr/>
        </p:nvGrpSpPr>
        <p:grpSpPr>
          <a:xfrm>
            <a:off x="5192911" y="3367441"/>
            <a:ext cx="549349" cy="549009"/>
            <a:chOff x="9189623" y="2363804"/>
            <a:chExt cx="472985" cy="513347"/>
          </a:xfrm>
        </p:grpSpPr>
        <p:sp>
          <p:nvSpPr>
            <p:cNvPr id="34" name="Freeform: Shape 33">
              <a:extLst>
                <a:ext uri="{FF2B5EF4-FFF2-40B4-BE49-F238E27FC236}">
                  <a16:creationId xmlns:a16="http://schemas.microsoft.com/office/drawing/2014/main" id="{094FCF84-788E-0FEA-8795-628665339864}"/>
                </a:ext>
              </a:extLst>
            </p:cNvPr>
            <p:cNvSpPr/>
            <p:nvPr/>
          </p:nvSpPr>
          <p:spPr>
            <a:xfrm>
              <a:off x="9189623" y="2363804"/>
              <a:ext cx="472985" cy="513347"/>
            </a:xfrm>
            <a:custGeom>
              <a:avLst/>
              <a:gdLst>
                <a:gd name="connsiteX0" fmla="*/ 235883 w 472985"/>
                <a:gd name="connsiteY0" fmla="*/ 12193 h 513347"/>
                <a:gd name="connsiteX1" fmla="*/ 271369 w 472985"/>
                <a:gd name="connsiteY1" fmla="*/ 26826 h 513347"/>
                <a:gd name="connsiteX2" fmla="*/ 284779 w 472985"/>
                <a:gd name="connsiteY2" fmla="*/ 73161 h 513347"/>
                <a:gd name="connsiteX3" fmla="*/ 374038 w 472985"/>
                <a:gd name="connsiteY3" fmla="*/ 124374 h 513347"/>
                <a:gd name="connsiteX4" fmla="*/ 407021 w 472985"/>
                <a:gd name="connsiteY4" fmla="*/ 109741 h 513347"/>
                <a:gd name="connsiteX5" fmla="*/ 442442 w 472985"/>
                <a:gd name="connsiteY5" fmla="*/ 124374 h 513347"/>
                <a:gd name="connsiteX6" fmla="*/ 457136 w 472985"/>
                <a:gd name="connsiteY6" fmla="*/ 159735 h 513347"/>
                <a:gd name="connsiteX7" fmla="*/ 442442 w 472985"/>
                <a:gd name="connsiteY7" fmla="*/ 195096 h 513347"/>
                <a:gd name="connsiteX8" fmla="*/ 417993 w 472985"/>
                <a:gd name="connsiteY8" fmla="*/ 209729 h 513347"/>
                <a:gd name="connsiteX9" fmla="*/ 417993 w 472985"/>
                <a:gd name="connsiteY9" fmla="*/ 312154 h 513347"/>
                <a:gd name="connsiteX10" fmla="*/ 442442 w 472985"/>
                <a:gd name="connsiteY10" fmla="*/ 324346 h 513347"/>
                <a:gd name="connsiteX11" fmla="*/ 457136 w 472985"/>
                <a:gd name="connsiteY11" fmla="*/ 359709 h 513347"/>
                <a:gd name="connsiteX12" fmla="*/ 442442 w 472985"/>
                <a:gd name="connsiteY12" fmla="*/ 395072 h 513347"/>
                <a:gd name="connsiteX13" fmla="*/ 407021 w 472985"/>
                <a:gd name="connsiteY13" fmla="*/ 409703 h 513347"/>
                <a:gd name="connsiteX14" fmla="*/ 371535 w 472985"/>
                <a:gd name="connsiteY14" fmla="*/ 395072 h 513347"/>
                <a:gd name="connsiteX15" fmla="*/ 370316 w 472985"/>
                <a:gd name="connsiteY15" fmla="*/ 392634 h 513347"/>
                <a:gd name="connsiteX16" fmla="*/ 283561 w 472985"/>
                <a:gd name="connsiteY16" fmla="*/ 442627 h 513347"/>
                <a:gd name="connsiteX17" fmla="*/ 270085 w 472985"/>
                <a:gd name="connsiteY17" fmla="*/ 487744 h 513347"/>
                <a:gd name="connsiteX18" fmla="*/ 234664 w 472985"/>
                <a:gd name="connsiteY18" fmla="*/ 502375 h 513347"/>
                <a:gd name="connsiteX19" fmla="*/ 199243 w 472985"/>
                <a:gd name="connsiteY19" fmla="*/ 487744 h 513347"/>
                <a:gd name="connsiteX20" fmla="*/ 185768 w 472985"/>
                <a:gd name="connsiteY20" fmla="*/ 443847 h 513347"/>
                <a:gd name="connsiteX21" fmla="*/ 97793 w 472985"/>
                <a:gd name="connsiteY21" fmla="*/ 390195 h 513347"/>
                <a:gd name="connsiteX22" fmla="*/ 96574 w 472985"/>
                <a:gd name="connsiteY22" fmla="*/ 391415 h 513347"/>
                <a:gd name="connsiteX23" fmla="*/ 61088 w 472985"/>
                <a:gd name="connsiteY23" fmla="*/ 406045 h 513347"/>
                <a:gd name="connsiteX24" fmla="*/ 25667 w 472985"/>
                <a:gd name="connsiteY24" fmla="*/ 391415 h 513347"/>
                <a:gd name="connsiteX25" fmla="*/ 12192 w 472985"/>
                <a:gd name="connsiteY25" fmla="*/ 357271 h 513347"/>
                <a:gd name="connsiteX26" fmla="*/ 26887 w 472985"/>
                <a:gd name="connsiteY26" fmla="*/ 321907 h 513347"/>
                <a:gd name="connsiteX27" fmla="*/ 48896 w 472985"/>
                <a:gd name="connsiteY27" fmla="*/ 309715 h 513347"/>
                <a:gd name="connsiteX28" fmla="*/ 48896 w 472985"/>
                <a:gd name="connsiteY28" fmla="*/ 207290 h 513347"/>
                <a:gd name="connsiteX29" fmla="*/ 26887 w 472985"/>
                <a:gd name="connsiteY29" fmla="*/ 195096 h 513347"/>
                <a:gd name="connsiteX30" fmla="*/ 12192 w 472985"/>
                <a:gd name="connsiteY30" fmla="*/ 158516 h 513347"/>
                <a:gd name="connsiteX31" fmla="*/ 26887 w 472985"/>
                <a:gd name="connsiteY31" fmla="*/ 123155 h 513347"/>
                <a:gd name="connsiteX32" fmla="*/ 61088 w 472985"/>
                <a:gd name="connsiteY32" fmla="*/ 109741 h 513347"/>
                <a:gd name="connsiteX33" fmla="*/ 95354 w 472985"/>
                <a:gd name="connsiteY33" fmla="*/ 123155 h 513347"/>
                <a:gd name="connsiteX34" fmla="*/ 185768 w 472985"/>
                <a:gd name="connsiteY34" fmla="*/ 70723 h 513347"/>
                <a:gd name="connsiteX35" fmla="*/ 199243 w 472985"/>
                <a:gd name="connsiteY35" fmla="*/ 26826 h 513347"/>
                <a:gd name="connsiteX36" fmla="*/ 235883 w 472985"/>
                <a:gd name="connsiteY36" fmla="*/ 12193 h 513347"/>
                <a:gd name="connsiteX37" fmla="*/ 235883 w 472985"/>
                <a:gd name="connsiteY37" fmla="*/ 0 h 513347"/>
                <a:gd name="connsiteX38" fmla="*/ 191864 w 472985"/>
                <a:gd name="connsiteY38" fmla="*/ 18291 h 513347"/>
                <a:gd name="connsiteX39" fmla="*/ 173576 w 472985"/>
                <a:gd name="connsiteY39" fmla="*/ 64626 h 513347"/>
                <a:gd name="connsiteX40" fmla="*/ 96574 w 472985"/>
                <a:gd name="connsiteY40" fmla="*/ 108522 h 513347"/>
                <a:gd name="connsiteX41" fmla="*/ 61088 w 472985"/>
                <a:gd name="connsiteY41" fmla="*/ 97548 h 513347"/>
                <a:gd name="connsiteX42" fmla="*/ 18352 w 472985"/>
                <a:gd name="connsiteY42" fmla="*/ 115839 h 513347"/>
                <a:gd name="connsiteX43" fmla="*/ 0 w 472985"/>
                <a:gd name="connsiteY43" fmla="*/ 159735 h 513347"/>
                <a:gd name="connsiteX44" fmla="*/ 18352 w 472985"/>
                <a:gd name="connsiteY44" fmla="*/ 203632 h 513347"/>
                <a:gd name="connsiteX45" fmla="*/ 36640 w 472985"/>
                <a:gd name="connsiteY45" fmla="*/ 215825 h 513347"/>
                <a:gd name="connsiteX46" fmla="*/ 36640 w 472985"/>
                <a:gd name="connsiteY46" fmla="*/ 301180 h 513347"/>
                <a:gd name="connsiteX47" fmla="*/ 18352 w 472985"/>
                <a:gd name="connsiteY47" fmla="*/ 313374 h 513347"/>
                <a:gd name="connsiteX48" fmla="*/ 0 w 472985"/>
                <a:gd name="connsiteY48" fmla="*/ 357271 h 513347"/>
                <a:gd name="connsiteX49" fmla="*/ 18352 w 472985"/>
                <a:gd name="connsiteY49" fmla="*/ 401168 h 513347"/>
                <a:gd name="connsiteX50" fmla="*/ 62307 w 472985"/>
                <a:gd name="connsiteY50" fmla="*/ 419456 h 513347"/>
                <a:gd name="connsiteX51" fmla="*/ 100231 w 472985"/>
                <a:gd name="connsiteY51" fmla="*/ 407264 h 513347"/>
                <a:gd name="connsiteX52" fmla="*/ 174795 w 472985"/>
                <a:gd name="connsiteY52" fmla="*/ 449943 h 513347"/>
                <a:gd name="connsiteX53" fmla="*/ 193083 w 472985"/>
                <a:gd name="connsiteY53" fmla="*/ 495059 h 513347"/>
                <a:gd name="connsiteX54" fmla="*/ 237103 w 472985"/>
                <a:gd name="connsiteY54" fmla="*/ 513347 h 513347"/>
                <a:gd name="connsiteX55" fmla="*/ 281122 w 472985"/>
                <a:gd name="connsiteY55" fmla="*/ 495059 h 513347"/>
                <a:gd name="connsiteX56" fmla="*/ 299474 w 472985"/>
                <a:gd name="connsiteY56" fmla="*/ 447504 h 513347"/>
                <a:gd name="connsiteX57" fmla="*/ 371535 w 472985"/>
                <a:gd name="connsiteY57" fmla="*/ 406045 h 513347"/>
                <a:gd name="connsiteX58" fmla="*/ 410678 w 472985"/>
                <a:gd name="connsiteY58" fmla="*/ 419456 h 513347"/>
                <a:gd name="connsiteX59" fmla="*/ 454697 w 472985"/>
                <a:gd name="connsiteY59" fmla="*/ 401168 h 513347"/>
                <a:gd name="connsiteX60" fmla="*/ 472985 w 472985"/>
                <a:gd name="connsiteY60" fmla="*/ 357271 h 513347"/>
                <a:gd name="connsiteX61" fmla="*/ 454697 w 472985"/>
                <a:gd name="connsiteY61" fmla="*/ 313374 h 513347"/>
                <a:gd name="connsiteX62" fmla="*/ 433907 w 472985"/>
                <a:gd name="connsiteY62" fmla="*/ 299960 h 513347"/>
                <a:gd name="connsiteX63" fmla="*/ 433907 w 472985"/>
                <a:gd name="connsiteY63" fmla="*/ 215825 h 513347"/>
                <a:gd name="connsiteX64" fmla="*/ 454697 w 472985"/>
                <a:gd name="connsiteY64" fmla="*/ 201193 h 513347"/>
                <a:gd name="connsiteX65" fmla="*/ 472985 w 472985"/>
                <a:gd name="connsiteY65" fmla="*/ 157297 h 513347"/>
                <a:gd name="connsiteX66" fmla="*/ 454697 w 472985"/>
                <a:gd name="connsiteY66" fmla="*/ 113400 h 513347"/>
                <a:gd name="connsiteX67" fmla="*/ 410678 w 472985"/>
                <a:gd name="connsiteY67" fmla="*/ 95110 h 513347"/>
                <a:gd name="connsiteX68" fmla="*/ 374038 w 472985"/>
                <a:gd name="connsiteY68" fmla="*/ 107303 h 513347"/>
                <a:gd name="connsiteX69" fmla="*/ 299474 w 472985"/>
                <a:gd name="connsiteY69" fmla="*/ 64626 h 513347"/>
                <a:gd name="connsiteX70" fmla="*/ 281122 w 472985"/>
                <a:gd name="connsiteY70" fmla="*/ 15852 h 513347"/>
                <a:gd name="connsiteX71" fmla="*/ 235883 w 472985"/>
                <a:gd name="connsiteY71" fmla="*/ 0 h 513347"/>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 ang="0">
                  <a:pos x="connsiteX39" y="connsiteY39"/>
                </a:cxn>
                <a:cxn ang="0">
                  <a:pos x="connsiteX40" y="connsiteY40"/>
                </a:cxn>
                <a:cxn ang="0">
                  <a:pos x="connsiteX41" y="connsiteY41"/>
                </a:cxn>
                <a:cxn ang="0">
                  <a:pos x="connsiteX42" y="connsiteY42"/>
                </a:cxn>
                <a:cxn ang="0">
                  <a:pos x="connsiteX43" y="connsiteY43"/>
                </a:cxn>
                <a:cxn ang="0">
                  <a:pos x="connsiteX44" y="connsiteY44"/>
                </a:cxn>
                <a:cxn ang="0">
                  <a:pos x="connsiteX45" y="connsiteY45"/>
                </a:cxn>
                <a:cxn ang="0">
                  <a:pos x="connsiteX46" y="connsiteY46"/>
                </a:cxn>
                <a:cxn ang="0">
                  <a:pos x="connsiteX47" y="connsiteY47"/>
                </a:cxn>
                <a:cxn ang="0">
                  <a:pos x="connsiteX48" y="connsiteY48"/>
                </a:cxn>
                <a:cxn ang="0">
                  <a:pos x="connsiteX49" y="connsiteY49"/>
                </a:cxn>
                <a:cxn ang="0">
                  <a:pos x="connsiteX50" y="connsiteY50"/>
                </a:cxn>
                <a:cxn ang="0">
                  <a:pos x="connsiteX51" y="connsiteY51"/>
                </a:cxn>
                <a:cxn ang="0">
                  <a:pos x="connsiteX52" y="connsiteY52"/>
                </a:cxn>
                <a:cxn ang="0">
                  <a:pos x="connsiteX53" y="connsiteY53"/>
                </a:cxn>
                <a:cxn ang="0">
                  <a:pos x="connsiteX54" y="connsiteY54"/>
                </a:cxn>
                <a:cxn ang="0">
                  <a:pos x="connsiteX55" y="connsiteY55"/>
                </a:cxn>
                <a:cxn ang="0">
                  <a:pos x="connsiteX56" y="connsiteY56"/>
                </a:cxn>
                <a:cxn ang="0">
                  <a:pos x="connsiteX57" y="connsiteY57"/>
                </a:cxn>
                <a:cxn ang="0">
                  <a:pos x="connsiteX58" y="connsiteY58"/>
                </a:cxn>
                <a:cxn ang="0">
                  <a:pos x="connsiteX59" y="connsiteY59"/>
                </a:cxn>
                <a:cxn ang="0">
                  <a:pos x="connsiteX60" y="connsiteY60"/>
                </a:cxn>
                <a:cxn ang="0">
                  <a:pos x="connsiteX61" y="connsiteY61"/>
                </a:cxn>
                <a:cxn ang="0">
                  <a:pos x="connsiteX62" y="connsiteY62"/>
                </a:cxn>
                <a:cxn ang="0">
                  <a:pos x="connsiteX63" y="connsiteY63"/>
                </a:cxn>
                <a:cxn ang="0">
                  <a:pos x="connsiteX64" y="connsiteY64"/>
                </a:cxn>
                <a:cxn ang="0">
                  <a:pos x="connsiteX65" y="connsiteY65"/>
                </a:cxn>
                <a:cxn ang="0">
                  <a:pos x="connsiteX66" y="connsiteY66"/>
                </a:cxn>
                <a:cxn ang="0">
                  <a:pos x="connsiteX67" y="connsiteY67"/>
                </a:cxn>
                <a:cxn ang="0">
                  <a:pos x="connsiteX68" y="connsiteY68"/>
                </a:cxn>
                <a:cxn ang="0">
                  <a:pos x="connsiteX69" y="connsiteY69"/>
                </a:cxn>
                <a:cxn ang="0">
                  <a:pos x="connsiteX70" y="connsiteY70"/>
                </a:cxn>
                <a:cxn ang="0">
                  <a:pos x="connsiteX71" y="connsiteY71"/>
                </a:cxn>
              </a:cxnLst>
              <a:rect l="l" t="t" r="r" b="b"/>
              <a:pathLst>
                <a:path w="472985" h="513347">
                  <a:moveTo>
                    <a:pt x="235883" y="12193"/>
                  </a:moveTo>
                  <a:cubicBezTo>
                    <a:pt x="248140" y="12193"/>
                    <a:pt x="261551" y="17071"/>
                    <a:pt x="271369" y="26826"/>
                  </a:cubicBezTo>
                  <a:cubicBezTo>
                    <a:pt x="283561" y="39020"/>
                    <a:pt x="288438" y="56090"/>
                    <a:pt x="284779" y="73161"/>
                  </a:cubicBezTo>
                  <a:lnTo>
                    <a:pt x="374038" y="124374"/>
                  </a:lnTo>
                  <a:cubicBezTo>
                    <a:pt x="382572" y="114619"/>
                    <a:pt x="394764" y="109741"/>
                    <a:pt x="407021" y="109741"/>
                  </a:cubicBezTo>
                  <a:cubicBezTo>
                    <a:pt x="419212" y="109741"/>
                    <a:pt x="432688" y="114619"/>
                    <a:pt x="442442" y="124374"/>
                  </a:cubicBezTo>
                  <a:cubicBezTo>
                    <a:pt x="452259" y="134129"/>
                    <a:pt x="457136" y="146323"/>
                    <a:pt x="457136" y="159735"/>
                  </a:cubicBezTo>
                  <a:cubicBezTo>
                    <a:pt x="457136" y="173148"/>
                    <a:pt x="452259" y="185342"/>
                    <a:pt x="442442" y="195096"/>
                  </a:cubicBezTo>
                  <a:cubicBezTo>
                    <a:pt x="435126" y="202412"/>
                    <a:pt x="426592" y="207290"/>
                    <a:pt x="417993" y="209729"/>
                  </a:cubicBezTo>
                  <a:lnTo>
                    <a:pt x="417993" y="312154"/>
                  </a:lnTo>
                  <a:cubicBezTo>
                    <a:pt x="427811" y="314593"/>
                    <a:pt x="435126" y="317032"/>
                    <a:pt x="442442" y="324346"/>
                  </a:cubicBezTo>
                  <a:cubicBezTo>
                    <a:pt x="452259" y="334106"/>
                    <a:pt x="457136" y="346298"/>
                    <a:pt x="457136" y="359709"/>
                  </a:cubicBezTo>
                  <a:cubicBezTo>
                    <a:pt x="457136" y="373120"/>
                    <a:pt x="452259" y="385319"/>
                    <a:pt x="442442" y="395072"/>
                  </a:cubicBezTo>
                  <a:cubicBezTo>
                    <a:pt x="432688" y="404826"/>
                    <a:pt x="420432" y="409703"/>
                    <a:pt x="407021" y="409703"/>
                  </a:cubicBezTo>
                  <a:cubicBezTo>
                    <a:pt x="394764" y="409703"/>
                    <a:pt x="381353" y="404826"/>
                    <a:pt x="371535" y="395072"/>
                  </a:cubicBezTo>
                  <a:cubicBezTo>
                    <a:pt x="370316" y="393853"/>
                    <a:pt x="370316" y="393853"/>
                    <a:pt x="370316" y="392634"/>
                  </a:cubicBezTo>
                  <a:lnTo>
                    <a:pt x="283561" y="442627"/>
                  </a:lnTo>
                  <a:cubicBezTo>
                    <a:pt x="287218" y="458477"/>
                    <a:pt x="282341" y="476765"/>
                    <a:pt x="270085" y="487744"/>
                  </a:cubicBezTo>
                  <a:cubicBezTo>
                    <a:pt x="260332" y="497498"/>
                    <a:pt x="248140" y="502375"/>
                    <a:pt x="234664" y="502375"/>
                  </a:cubicBezTo>
                  <a:cubicBezTo>
                    <a:pt x="221253" y="502375"/>
                    <a:pt x="208997" y="497498"/>
                    <a:pt x="199243" y="487744"/>
                  </a:cubicBezTo>
                  <a:cubicBezTo>
                    <a:pt x="188206" y="476765"/>
                    <a:pt x="182110" y="459696"/>
                    <a:pt x="185768" y="443847"/>
                  </a:cubicBezTo>
                  <a:lnTo>
                    <a:pt x="97793" y="390195"/>
                  </a:lnTo>
                  <a:lnTo>
                    <a:pt x="96574" y="391415"/>
                  </a:lnTo>
                  <a:cubicBezTo>
                    <a:pt x="86756" y="401168"/>
                    <a:pt x="74564" y="406045"/>
                    <a:pt x="61088" y="406045"/>
                  </a:cubicBezTo>
                  <a:cubicBezTo>
                    <a:pt x="48896" y="406045"/>
                    <a:pt x="35421" y="401168"/>
                    <a:pt x="25667" y="391415"/>
                  </a:cubicBezTo>
                  <a:cubicBezTo>
                    <a:pt x="17133" y="382874"/>
                    <a:pt x="12192" y="369463"/>
                    <a:pt x="12192" y="357271"/>
                  </a:cubicBezTo>
                  <a:cubicBezTo>
                    <a:pt x="12192" y="343859"/>
                    <a:pt x="17133" y="331661"/>
                    <a:pt x="26887" y="321907"/>
                  </a:cubicBezTo>
                  <a:cubicBezTo>
                    <a:pt x="32983" y="315813"/>
                    <a:pt x="40362" y="310935"/>
                    <a:pt x="48896" y="309715"/>
                  </a:cubicBezTo>
                  <a:lnTo>
                    <a:pt x="48896" y="207290"/>
                  </a:lnTo>
                  <a:cubicBezTo>
                    <a:pt x="40362" y="204851"/>
                    <a:pt x="32983" y="201193"/>
                    <a:pt x="26887" y="195096"/>
                  </a:cubicBezTo>
                  <a:cubicBezTo>
                    <a:pt x="17133" y="184122"/>
                    <a:pt x="12192" y="171929"/>
                    <a:pt x="12192" y="158516"/>
                  </a:cubicBezTo>
                  <a:cubicBezTo>
                    <a:pt x="12192" y="145103"/>
                    <a:pt x="17133" y="132910"/>
                    <a:pt x="26887" y="123155"/>
                  </a:cubicBezTo>
                  <a:cubicBezTo>
                    <a:pt x="36640" y="114619"/>
                    <a:pt x="48896" y="109741"/>
                    <a:pt x="61088" y="109741"/>
                  </a:cubicBezTo>
                  <a:cubicBezTo>
                    <a:pt x="73345" y="109741"/>
                    <a:pt x="85536" y="114619"/>
                    <a:pt x="95354" y="123155"/>
                  </a:cubicBezTo>
                  <a:lnTo>
                    <a:pt x="185768" y="70723"/>
                  </a:lnTo>
                  <a:cubicBezTo>
                    <a:pt x="182110" y="54871"/>
                    <a:pt x="186987" y="37800"/>
                    <a:pt x="199243" y="26826"/>
                  </a:cubicBezTo>
                  <a:cubicBezTo>
                    <a:pt x="210216" y="17071"/>
                    <a:pt x="222472" y="12193"/>
                    <a:pt x="235883" y="12193"/>
                  </a:cubicBezTo>
                  <a:close/>
                  <a:moveTo>
                    <a:pt x="235883" y="0"/>
                  </a:moveTo>
                  <a:cubicBezTo>
                    <a:pt x="220034" y="0"/>
                    <a:pt x="204120" y="6097"/>
                    <a:pt x="191864" y="18291"/>
                  </a:cubicBezTo>
                  <a:cubicBezTo>
                    <a:pt x="179672" y="30484"/>
                    <a:pt x="173576" y="47555"/>
                    <a:pt x="173576" y="64626"/>
                  </a:cubicBezTo>
                  <a:lnTo>
                    <a:pt x="96574" y="108522"/>
                  </a:lnTo>
                  <a:cubicBezTo>
                    <a:pt x="86756" y="101206"/>
                    <a:pt x="74564" y="97548"/>
                    <a:pt x="61088" y="97548"/>
                  </a:cubicBezTo>
                  <a:cubicBezTo>
                    <a:pt x="45239" y="97548"/>
                    <a:pt x="29325" y="103645"/>
                    <a:pt x="18352" y="115839"/>
                  </a:cubicBezTo>
                  <a:cubicBezTo>
                    <a:pt x="6096" y="128032"/>
                    <a:pt x="0" y="142664"/>
                    <a:pt x="0" y="159735"/>
                  </a:cubicBezTo>
                  <a:cubicBezTo>
                    <a:pt x="0" y="175587"/>
                    <a:pt x="6096" y="191438"/>
                    <a:pt x="18352" y="203632"/>
                  </a:cubicBezTo>
                  <a:cubicBezTo>
                    <a:pt x="23229" y="208510"/>
                    <a:pt x="30544" y="213387"/>
                    <a:pt x="36640" y="215825"/>
                  </a:cubicBezTo>
                  <a:lnTo>
                    <a:pt x="36640" y="301180"/>
                  </a:lnTo>
                  <a:cubicBezTo>
                    <a:pt x="29325" y="304838"/>
                    <a:pt x="23229" y="308496"/>
                    <a:pt x="18352" y="313374"/>
                  </a:cubicBezTo>
                  <a:cubicBezTo>
                    <a:pt x="6096" y="325565"/>
                    <a:pt x="0" y="340202"/>
                    <a:pt x="0" y="357271"/>
                  </a:cubicBezTo>
                  <a:cubicBezTo>
                    <a:pt x="0" y="373120"/>
                    <a:pt x="6096" y="388976"/>
                    <a:pt x="18352" y="401168"/>
                  </a:cubicBezTo>
                  <a:cubicBezTo>
                    <a:pt x="30544" y="413360"/>
                    <a:pt x="45239" y="419456"/>
                    <a:pt x="62307" y="419456"/>
                  </a:cubicBezTo>
                  <a:cubicBezTo>
                    <a:pt x="75783" y="419456"/>
                    <a:pt x="89194" y="414579"/>
                    <a:pt x="100231" y="407264"/>
                  </a:cubicBezTo>
                  <a:lnTo>
                    <a:pt x="174795" y="449943"/>
                  </a:lnTo>
                  <a:cubicBezTo>
                    <a:pt x="174795" y="467011"/>
                    <a:pt x="180891" y="482861"/>
                    <a:pt x="193083" y="495059"/>
                  </a:cubicBezTo>
                  <a:cubicBezTo>
                    <a:pt x="205339" y="507251"/>
                    <a:pt x="220034" y="513347"/>
                    <a:pt x="237103" y="513347"/>
                  </a:cubicBezTo>
                  <a:cubicBezTo>
                    <a:pt x="253016" y="513347"/>
                    <a:pt x="268866" y="507251"/>
                    <a:pt x="281122" y="495059"/>
                  </a:cubicBezTo>
                  <a:cubicBezTo>
                    <a:pt x="293314" y="482861"/>
                    <a:pt x="300693" y="464573"/>
                    <a:pt x="299474" y="447504"/>
                  </a:cubicBezTo>
                  <a:lnTo>
                    <a:pt x="371535" y="406045"/>
                  </a:lnTo>
                  <a:cubicBezTo>
                    <a:pt x="382572" y="414579"/>
                    <a:pt x="395983" y="419456"/>
                    <a:pt x="410678" y="419456"/>
                  </a:cubicBezTo>
                  <a:cubicBezTo>
                    <a:pt x="426592" y="419456"/>
                    <a:pt x="442442" y="413360"/>
                    <a:pt x="454697" y="401168"/>
                  </a:cubicBezTo>
                  <a:cubicBezTo>
                    <a:pt x="466890" y="388976"/>
                    <a:pt x="472985" y="374339"/>
                    <a:pt x="472985" y="357271"/>
                  </a:cubicBezTo>
                  <a:cubicBezTo>
                    <a:pt x="472985" y="341421"/>
                    <a:pt x="466890" y="325565"/>
                    <a:pt x="454697" y="313374"/>
                  </a:cubicBezTo>
                  <a:cubicBezTo>
                    <a:pt x="448537" y="307277"/>
                    <a:pt x="442442" y="303619"/>
                    <a:pt x="433907" y="299960"/>
                  </a:cubicBezTo>
                  <a:lnTo>
                    <a:pt x="433907" y="215825"/>
                  </a:lnTo>
                  <a:cubicBezTo>
                    <a:pt x="441222" y="212167"/>
                    <a:pt x="448537" y="207290"/>
                    <a:pt x="454697" y="201193"/>
                  </a:cubicBezTo>
                  <a:cubicBezTo>
                    <a:pt x="466890" y="189000"/>
                    <a:pt x="472985" y="174367"/>
                    <a:pt x="472985" y="157297"/>
                  </a:cubicBezTo>
                  <a:cubicBezTo>
                    <a:pt x="472985" y="141445"/>
                    <a:pt x="466890" y="125593"/>
                    <a:pt x="454697" y="113400"/>
                  </a:cubicBezTo>
                  <a:cubicBezTo>
                    <a:pt x="442442" y="101206"/>
                    <a:pt x="427811" y="95110"/>
                    <a:pt x="410678" y="95110"/>
                  </a:cubicBezTo>
                  <a:cubicBezTo>
                    <a:pt x="397203" y="95110"/>
                    <a:pt x="385011" y="98767"/>
                    <a:pt x="374038" y="107303"/>
                  </a:cubicBezTo>
                  <a:lnTo>
                    <a:pt x="299474" y="64626"/>
                  </a:lnTo>
                  <a:cubicBezTo>
                    <a:pt x="300693" y="46335"/>
                    <a:pt x="294533" y="29265"/>
                    <a:pt x="281122" y="15852"/>
                  </a:cubicBezTo>
                  <a:cubicBezTo>
                    <a:pt x="267646" y="6097"/>
                    <a:pt x="251797" y="0"/>
                    <a:pt x="235883" y="0"/>
                  </a:cubicBezTo>
                  <a:close/>
                </a:path>
              </a:pathLst>
            </a:custGeom>
            <a:solidFill>
              <a:srgbClr val="FFFFFF"/>
            </a:solidFill>
            <a:ln w="6417" cap="flat">
              <a:noFill/>
              <a:prstDash val="solid"/>
              <a:miter/>
            </a:ln>
          </p:spPr>
          <p:txBody>
            <a:bodyPr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srgbClr val="7C8A98"/>
                </a:solidFill>
                <a:effectLst/>
                <a:uLnTx/>
                <a:uFillTx/>
                <a:latin typeface="Oracle Sans Tab"/>
                <a:ea typeface="+mn-ea"/>
                <a:cs typeface="+mn-cs"/>
              </a:endParaRPr>
            </a:p>
          </p:txBody>
        </p:sp>
        <p:sp>
          <p:nvSpPr>
            <p:cNvPr id="35" name="Freeform: Shape 34">
              <a:extLst>
                <a:ext uri="{FF2B5EF4-FFF2-40B4-BE49-F238E27FC236}">
                  <a16:creationId xmlns:a16="http://schemas.microsoft.com/office/drawing/2014/main" id="{FCF4EACB-D153-6028-6C42-543B81F36C8B}"/>
                </a:ext>
              </a:extLst>
            </p:cNvPr>
            <p:cNvSpPr/>
            <p:nvPr/>
          </p:nvSpPr>
          <p:spPr>
            <a:xfrm>
              <a:off x="9201815" y="2376001"/>
              <a:ext cx="446163" cy="487738"/>
            </a:xfrm>
            <a:custGeom>
              <a:avLst/>
              <a:gdLst>
                <a:gd name="connsiteX0" fmla="*/ 405801 w 446163"/>
                <a:gd name="connsiteY0" fmla="*/ 297522 h 487738"/>
                <a:gd name="connsiteX1" fmla="*/ 405801 w 446163"/>
                <a:gd name="connsiteY1" fmla="*/ 195096 h 487738"/>
                <a:gd name="connsiteX2" fmla="*/ 430250 w 446163"/>
                <a:gd name="connsiteY2" fmla="*/ 180464 h 487738"/>
                <a:gd name="connsiteX3" fmla="*/ 444944 w 446163"/>
                <a:gd name="connsiteY3" fmla="*/ 145103 h 487738"/>
                <a:gd name="connsiteX4" fmla="*/ 430250 w 446163"/>
                <a:gd name="connsiteY4" fmla="*/ 109741 h 487738"/>
                <a:gd name="connsiteX5" fmla="*/ 360626 w 446163"/>
                <a:gd name="connsiteY5" fmla="*/ 109741 h 487738"/>
                <a:gd name="connsiteX6" fmla="*/ 271369 w 446163"/>
                <a:gd name="connsiteY6" fmla="*/ 60968 h 487738"/>
                <a:gd name="connsiteX7" fmla="*/ 257957 w 446163"/>
                <a:gd name="connsiteY7" fmla="*/ 14632 h 487738"/>
                <a:gd name="connsiteX8" fmla="*/ 188270 w 446163"/>
                <a:gd name="connsiteY8" fmla="*/ 14632 h 487738"/>
                <a:gd name="connsiteX9" fmla="*/ 174795 w 446163"/>
                <a:gd name="connsiteY9" fmla="*/ 58529 h 487738"/>
                <a:gd name="connsiteX10" fmla="*/ 84382 w 446163"/>
                <a:gd name="connsiteY10" fmla="*/ 110961 h 487738"/>
                <a:gd name="connsiteX11" fmla="*/ 14695 w 446163"/>
                <a:gd name="connsiteY11" fmla="*/ 112181 h 487738"/>
                <a:gd name="connsiteX12" fmla="*/ 0 w 446163"/>
                <a:gd name="connsiteY12" fmla="*/ 146322 h 487738"/>
                <a:gd name="connsiteX13" fmla="*/ 14695 w 446163"/>
                <a:gd name="connsiteY13" fmla="*/ 181683 h 487738"/>
                <a:gd name="connsiteX14" fmla="*/ 36704 w 446163"/>
                <a:gd name="connsiteY14" fmla="*/ 193877 h 487738"/>
                <a:gd name="connsiteX15" fmla="*/ 36704 w 446163"/>
                <a:gd name="connsiteY15" fmla="*/ 296303 h 487738"/>
                <a:gd name="connsiteX16" fmla="*/ 14695 w 446163"/>
                <a:gd name="connsiteY16" fmla="*/ 308496 h 487738"/>
                <a:gd name="connsiteX17" fmla="*/ 0 w 446163"/>
                <a:gd name="connsiteY17" fmla="*/ 345079 h 487738"/>
                <a:gd name="connsiteX18" fmla="*/ 14695 w 446163"/>
                <a:gd name="connsiteY18" fmla="*/ 380436 h 487738"/>
                <a:gd name="connsiteX19" fmla="*/ 48896 w 446163"/>
                <a:gd name="connsiteY19" fmla="*/ 393854 h 487738"/>
                <a:gd name="connsiteX20" fmla="*/ 84382 w 446163"/>
                <a:gd name="connsiteY20" fmla="*/ 379217 h 487738"/>
                <a:gd name="connsiteX21" fmla="*/ 85600 w 446163"/>
                <a:gd name="connsiteY21" fmla="*/ 377998 h 487738"/>
                <a:gd name="connsiteX22" fmla="*/ 174795 w 446163"/>
                <a:gd name="connsiteY22" fmla="*/ 429210 h 487738"/>
                <a:gd name="connsiteX23" fmla="*/ 188270 w 446163"/>
                <a:gd name="connsiteY23" fmla="*/ 473108 h 487738"/>
                <a:gd name="connsiteX24" fmla="*/ 223691 w 446163"/>
                <a:gd name="connsiteY24" fmla="*/ 487738 h 487738"/>
                <a:gd name="connsiteX25" fmla="*/ 259176 w 446163"/>
                <a:gd name="connsiteY25" fmla="*/ 473108 h 487738"/>
                <a:gd name="connsiteX26" fmla="*/ 272587 w 446163"/>
                <a:gd name="connsiteY26" fmla="*/ 427991 h 487738"/>
                <a:gd name="connsiteX27" fmla="*/ 359343 w 446163"/>
                <a:gd name="connsiteY27" fmla="*/ 377998 h 487738"/>
                <a:gd name="connsiteX28" fmla="*/ 360626 w 446163"/>
                <a:gd name="connsiteY28" fmla="*/ 380436 h 487738"/>
                <a:gd name="connsiteX29" fmla="*/ 396047 w 446163"/>
                <a:gd name="connsiteY29" fmla="*/ 395073 h 487738"/>
                <a:gd name="connsiteX30" fmla="*/ 431468 w 446163"/>
                <a:gd name="connsiteY30" fmla="*/ 380436 h 487738"/>
                <a:gd name="connsiteX31" fmla="*/ 446163 w 446163"/>
                <a:gd name="connsiteY31" fmla="*/ 345079 h 487738"/>
                <a:gd name="connsiteX32" fmla="*/ 431468 w 446163"/>
                <a:gd name="connsiteY32" fmla="*/ 309716 h 487738"/>
                <a:gd name="connsiteX33" fmla="*/ 405801 w 446163"/>
                <a:gd name="connsiteY33" fmla="*/ 297522 h 487738"/>
                <a:gd name="connsiteX34" fmla="*/ 261615 w 446163"/>
                <a:gd name="connsiteY34" fmla="*/ 407265 h 487738"/>
                <a:gd name="connsiteX35" fmla="*/ 257957 w 446163"/>
                <a:gd name="connsiteY35" fmla="*/ 403607 h 487738"/>
                <a:gd name="connsiteX36" fmla="*/ 234728 w 446163"/>
                <a:gd name="connsiteY36" fmla="*/ 391415 h 487738"/>
                <a:gd name="connsiteX37" fmla="*/ 234728 w 446163"/>
                <a:gd name="connsiteY37" fmla="*/ 306057 h 487738"/>
                <a:gd name="connsiteX38" fmla="*/ 278683 w 446163"/>
                <a:gd name="connsiteY38" fmla="*/ 290206 h 487738"/>
                <a:gd name="connsiteX39" fmla="*/ 347151 w 446163"/>
                <a:gd name="connsiteY39" fmla="*/ 329223 h 487738"/>
                <a:gd name="connsiteX40" fmla="*/ 347151 w 446163"/>
                <a:gd name="connsiteY40" fmla="*/ 357271 h 487738"/>
                <a:gd name="connsiteX41" fmla="*/ 261615 w 446163"/>
                <a:gd name="connsiteY41" fmla="*/ 407265 h 487738"/>
                <a:gd name="connsiteX42" fmla="*/ 188270 w 446163"/>
                <a:gd name="connsiteY42" fmla="*/ 403607 h 487738"/>
                <a:gd name="connsiteX43" fmla="*/ 183393 w 446163"/>
                <a:gd name="connsiteY43" fmla="*/ 408484 h 487738"/>
                <a:gd name="connsiteX44" fmla="*/ 96574 w 446163"/>
                <a:gd name="connsiteY44" fmla="*/ 358490 h 487738"/>
                <a:gd name="connsiteX45" fmla="*/ 96574 w 446163"/>
                <a:gd name="connsiteY45" fmla="*/ 329223 h 487738"/>
                <a:gd name="connsiteX46" fmla="*/ 165041 w 446163"/>
                <a:gd name="connsiteY46" fmla="*/ 288986 h 487738"/>
                <a:gd name="connsiteX47" fmla="*/ 212718 w 446163"/>
                <a:gd name="connsiteY47" fmla="*/ 304838 h 487738"/>
                <a:gd name="connsiteX48" fmla="*/ 212718 w 446163"/>
                <a:gd name="connsiteY48" fmla="*/ 390190 h 487738"/>
                <a:gd name="connsiteX49" fmla="*/ 188270 w 446163"/>
                <a:gd name="connsiteY49" fmla="*/ 403607 h 487738"/>
                <a:gd name="connsiteX50" fmla="*/ 59933 w 446163"/>
                <a:gd name="connsiteY50" fmla="*/ 195096 h 487738"/>
                <a:gd name="connsiteX51" fmla="*/ 84382 w 446163"/>
                <a:gd name="connsiteY51" fmla="*/ 181683 h 487738"/>
                <a:gd name="connsiteX52" fmla="*/ 86820 w 446163"/>
                <a:gd name="connsiteY52" fmla="*/ 179245 h 487738"/>
                <a:gd name="connsiteX53" fmla="*/ 146689 w 446163"/>
                <a:gd name="connsiteY53" fmla="*/ 213386 h 487738"/>
                <a:gd name="connsiteX54" fmla="*/ 128337 w 446163"/>
                <a:gd name="connsiteY54" fmla="*/ 238993 h 487738"/>
                <a:gd name="connsiteX55" fmla="*/ 124679 w 446163"/>
                <a:gd name="connsiteY55" fmla="*/ 243870 h 487738"/>
                <a:gd name="connsiteX56" fmla="*/ 127117 w 446163"/>
                <a:gd name="connsiteY56" fmla="*/ 248748 h 487738"/>
                <a:gd name="connsiteX57" fmla="*/ 145470 w 446163"/>
                <a:gd name="connsiteY57" fmla="*/ 274354 h 487738"/>
                <a:gd name="connsiteX58" fmla="*/ 84382 w 446163"/>
                <a:gd name="connsiteY58" fmla="*/ 309716 h 487738"/>
                <a:gd name="connsiteX59" fmla="*/ 59933 w 446163"/>
                <a:gd name="connsiteY59" fmla="*/ 296303 h 487738"/>
                <a:gd name="connsiteX60" fmla="*/ 59933 w 446163"/>
                <a:gd name="connsiteY60" fmla="*/ 195096 h 487738"/>
                <a:gd name="connsiteX61" fmla="*/ 184613 w 446163"/>
                <a:gd name="connsiteY61" fmla="*/ 79258 h 487738"/>
                <a:gd name="connsiteX62" fmla="*/ 188270 w 446163"/>
                <a:gd name="connsiteY62" fmla="*/ 84135 h 487738"/>
                <a:gd name="connsiteX63" fmla="*/ 212718 w 446163"/>
                <a:gd name="connsiteY63" fmla="*/ 97548 h 487738"/>
                <a:gd name="connsiteX64" fmla="*/ 212718 w 446163"/>
                <a:gd name="connsiteY64" fmla="*/ 181683 h 487738"/>
                <a:gd name="connsiteX65" fmla="*/ 165041 w 446163"/>
                <a:gd name="connsiteY65" fmla="*/ 197535 h 487738"/>
                <a:gd name="connsiteX66" fmla="*/ 97793 w 446163"/>
                <a:gd name="connsiteY66" fmla="*/ 158516 h 487738"/>
                <a:gd name="connsiteX67" fmla="*/ 96574 w 446163"/>
                <a:gd name="connsiteY67" fmla="*/ 129251 h 487738"/>
                <a:gd name="connsiteX68" fmla="*/ 184613 w 446163"/>
                <a:gd name="connsiteY68" fmla="*/ 79258 h 487738"/>
                <a:gd name="connsiteX69" fmla="*/ 257957 w 446163"/>
                <a:gd name="connsiteY69" fmla="*/ 84135 h 487738"/>
                <a:gd name="connsiteX70" fmla="*/ 260395 w 446163"/>
                <a:gd name="connsiteY70" fmla="*/ 80477 h 487738"/>
                <a:gd name="connsiteX71" fmla="*/ 347151 w 446163"/>
                <a:gd name="connsiteY71" fmla="*/ 130470 h 487738"/>
                <a:gd name="connsiteX72" fmla="*/ 345932 w 446163"/>
                <a:gd name="connsiteY72" fmla="*/ 158516 h 487738"/>
                <a:gd name="connsiteX73" fmla="*/ 281121 w 446163"/>
                <a:gd name="connsiteY73" fmla="*/ 197535 h 487738"/>
                <a:gd name="connsiteX74" fmla="*/ 235947 w 446163"/>
                <a:gd name="connsiteY74" fmla="*/ 181683 h 487738"/>
                <a:gd name="connsiteX75" fmla="*/ 235947 w 446163"/>
                <a:gd name="connsiteY75" fmla="*/ 96329 h 487738"/>
                <a:gd name="connsiteX76" fmla="*/ 257957 w 446163"/>
                <a:gd name="connsiteY76" fmla="*/ 84135 h 487738"/>
                <a:gd name="connsiteX77" fmla="*/ 284844 w 446163"/>
                <a:gd name="connsiteY77" fmla="*/ 258502 h 487738"/>
                <a:gd name="connsiteX78" fmla="*/ 162603 w 446163"/>
                <a:gd name="connsiteY78" fmla="*/ 258502 h 487738"/>
                <a:gd name="connsiteX79" fmla="*/ 150346 w 446163"/>
                <a:gd name="connsiteY79" fmla="*/ 243870 h 487738"/>
                <a:gd name="connsiteX80" fmla="*/ 162603 w 446163"/>
                <a:gd name="connsiteY80" fmla="*/ 229238 h 487738"/>
                <a:gd name="connsiteX81" fmla="*/ 284844 w 446163"/>
                <a:gd name="connsiteY81" fmla="*/ 229238 h 487738"/>
                <a:gd name="connsiteX82" fmla="*/ 297036 w 446163"/>
                <a:gd name="connsiteY82" fmla="*/ 243870 h 487738"/>
                <a:gd name="connsiteX83" fmla="*/ 284844 w 446163"/>
                <a:gd name="connsiteY83" fmla="*/ 258502 h 487738"/>
                <a:gd name="connsiteX84" fmla="*/ 360626 w 446163"/>
                <a:gd name="connsiteY84" fmla="*/ 309716 h 487738"/>
                <a:gd name="connsiteX85" fmla="*/ 360626 w 446163"/>
                <a:gd name="connsiteY85" fmla="*/ 309716 h 487738"/>
                <a:gd name="connsiteX86" fmla="*/ 299474 w 446163"/>
                <a:gd name="connsiteY86" fmla="*/ 275574 h 487738"/>
                <a:gd name="connsiteX87" fmla="*/ 300693 w 446163"/>
                <a:gd name="connsiteY87" fmla="*/ 274354 h 487738"/>
                <a:gd name="connsiteX88" fmla="*/ 319045 w 446163"/>
                <a:gd name="connsiteY88" fmla="*/ 248748 h 487738"/>
                <a:gd name="connsiteX89" fmla="*/ 321484 w 446163"/>
                <a:gd name="connsiteY89" fmla="*/ 243870 h 487738"/>
                <a:gd name="connsiteX90" fmla="*/ 319045 w 446163"/>
                <a:gd name="connsiteY90" fmla="*/ 238993 h 487738"/>
                <a:gd name="connsiteX91" fmla="*/ 300693 w 446163"/>
                <a:gd name="connsiteY91" fmla="*/ 213386 h 487738"/>
                <a:gd name="connsiteX92" fmla="*/ 359343 w 446163"/>
                <a:gd name="connsiteY92" fmla="*/ 179245 h 487738"/>
                <a:gd name="connsiteX93" fmla="*/ 361846 w 446163"/>
                <a:gd name="connsiteY93" fmla="*/ 181683 h 487738"/>
                <a:gd name="connsiteX94" fmla="*/ 385011 w 446163"/>
                <a:gd name="connsiteY94" fmla="*/ 195096 h 487738"/>
                <a:gd name="connsiteX95" fmla="*/ 385011 w 446163"/>
                <a:gd name="connsiteY95" fmla="*/ 297522 h 487738"/>
                <a:gd name="connsiteX96" fmla="*/ 360626 w 446163"/>
                <a:gd name="connsiteY96" fmla="*/ 309716 h 487738"/>
                <a:gd name="connsiteX97" fmla="*/ 376476 w 446163"/>
                <a:gd name="connsiteY97" fmla="*/ 128032 h 487738"/>
                <a:gd name="connsiteX98" fmla="*/ 414399 w 446163"/>
                <a:gd name="connsiteY98" fmla="*/ 128032 h 487738"/>
                <a:gd name="connsiteX99" fmla="*/ 421715 w 446163"/>
                <a:gd name="connsiteY99" fmla="*/ 146322 h 487738"/>
                <a:gd name="connsiteX100" fmla="*/ 414399 w 446163"/>
                <a:gd name="connsiteY100" fmla="*/ 164613 h 487738"/>
                <a:gd name="connsiteX101" fmla="*/ 394828 w 446163"/>
                <a:gd name="connsiteY101" fmla="*/ 171928 h 487738"/>
                <a:gd name="connsiteX102" fmla="*/ 376476 w 446163"/>
                <a:gd name="connsiteY102" fmla="*/ 164613 h 487738"/>
                <a:gd name="connsiteX103" fmla="*/ 372818 w 446163"/>
                <a:gd name="connsiteY103" fmla="*/ 131690 h 487738"/>
                <a:gd name="connsiteX104" fmla="*/ 376476 w 446163"/>
                <a:gd name="connsiteY104" fmla="*/ 128032 h 487738"/>
                <a:gd name="connsiteX105" fmla="*/ 204119 w 446163"/>
                <a:gd name="connsiteY105" fmla="*/ 30484 h 487738"/>
                <a:gd name="connsiteX106" fmla="*/ 242043 w 446163"/>
                <a:gd name="connsiteY106" fmla="*/ 30484 h 487738"/>
                <a:gd name="connsiteX107" fmla="*/ 246920 w 446163"/>
                <a:gd name="connsiteY107" fmla="*/ 60968 h 487738"/>
                <a:gd name="connsiteX108" fmla="*/ 242043 w 446163"/>
                <a:gd name="connsiteY108" fmla="*/ 68284 h 487738"/>
                <a:gd name="connsiteX109" fmla="*/ 204119 w 446163"/>
                <a:gd name="connsiteY109" fmla="*/ 68284 h 487738"/>
                <a:gd name="connsiteX110" fmla="*/ 198024 w 446163"/>
                <a:gd name="connsiteY110" fmla="*/ 59748 h 487738"/>
                <a:gd name="connsiteX111" fmla="*/ 204119 w 446163"/>
                <a:gd name="connsiteY111" fmla="*/ 30484 h 487738"/>
                <a:gd name="connsiteX112" fmla="*/ 23229 w 446163"/>
                <a:gd name="connsiteY112" fmla="*/ 146322 h 487738"/>
                <a:gd name="connsiteX113" fmla="*/ 30608 w 446163"/>
                <a:gd name="connsiteY113" fmla="*/ 128032 h 487738"/>
                <a:gd name="connsiteX114" fmla="*/ 68468 w 446163"/>
                <a:gd name="connsiteY114" fmla="*/ 128032 h 487738"/>
                <a:gd name="connsiteX115" fmla="*/ 72125 w 446163"/>
                <a:gd name="connsiteY115" fmla="*/ 131690 h 487738"/>
                <a:gd name="connsiteX116" fmla="*/ 68468 w 446163"/>
                <a:gd name="connsiteY116" fmla="*/ 165832 h 487738"/>
                <a:gd name="connsiteX117" fmla="*/ 48896 w 446163"/>
                <a:gd name="connsiteY117" fmla="*/ 173148 h 487738"/>
                <a:gd name="connsiteX118" fmla="*/ 30608 w 446163"/>
                <a:gd name="connsiteY118" fmla="*/ 165832 h 487738"/>
                <a:gd name="connsiteX119" fmla="*/ 23229 w 446163"/>
                <a:gd name="connsiteY119" fmla="*/ 146322 h 487738"/>
                <a:gd name="connsiteX120" fmla="*/ 30608 w 446163"/>
                <a:gd name="connsiteY120" fmla="*/ 363367 h 487738"/>
                <a:gd name="connsiteX121" fmla="*/ 23229 w 446163"/>
                <a:gd name="connsiteY121" fmla="*/ 345079 h 487738"/>
                <a:gd name="connsiteX122" fmla="*/ 30608 w 446163"/>
                <a:gd name="connsiteY122" fmla="*/ 326785 h 487738"/>
                <a:gd name="connsiteX123" fmla="*/ 48896 w 446163"/>
                <a:gd name="connsiteY123" fmla="*/ 319470 h 487738"/>
                <a:gd name="connsiteX124" fmla="*/ 68468 w 446163"/>
                <a:gd name="connsiteY124" fmla="*/ 326785 h 487738"/>
                <a:gd name="connsiteX125" fmla="*/ 72125 w 446163"/>
                <a:gd name="connsiteY125" fmla="*/ 358490 h 487738"/>
                <a:gd name="connsiteX126" fmla="*/ 68468 w 446163"/>
                <a:gd name="connsiteY126" fmla="*/ 364586 h 487738"/>
                <a:gd name="connsiteX127" fmla="*/ 30608 w 446163"/>
                <a:gd name="connsiteY127" fmla="*/ 363367 h 487738"/>
                <a:gd name="connsiteX128" fmla="*/ 242043 w 446163"/>
                <a:gd name="connsiteY128" fmla="*/ 457258 h 487738"/>
                <a:gd name="connsiteX129" fmla="*/ 204119 w 446163"/>
                <a:gd name="connsiteY129" fmla="*/ 457258 h 487738"/>
                <a:gd name="connsiteX130" fmla="*/ 198024 w 446163"/>
                <a:gd name="connsiteY130" fmla="*/ 427991 h 487738"/>
                <a:gd name="connsiteX131" fmla="*/ 204119 w 446163"/>
                <a:gd name="connsiteY131" fmla="*/ 419457 h 487738"/>
                <a:gd name="connsiteX132" fmla="*/ 242043 w 446163"/>
                <a:gd name="connsiteY132" fmla="*/ 419457 h 487738"/>
                <a:gd name="connsiteX133" fmla="*/ 246920 w 446163"/>
                <a:gd name="connsiteY133" fmla="*/ 426772 h 487738"/>
                <a:gd name="connsiteX134" fmla="*/ 242043 w 446163"/>
                <a:gd name="connsiteY134" fmla="*/ 457258 h 487738"/>
                <a:gd name="connsiteX135" fmla="*/ 414399 w 446163"/>
                <a:gd name="connsiteY135" fmla="*/ 363367 h 487738"/>
                <a:gd name="connsiteX136" fmla="*/ 376476 w 446163"/>
                <a:gd name="connsiteY136" fmla="*/ 363367 h 487738"/>
                <a:gd name="connsiteX137" fmla="*/ 371600 w 446163"/>
                <a:gd name="connsiteY137" fmla="*/ 357271 h 487738"/>
                <a:gd name="connsiteX138" fmla="*/ 376476 w 446163"/>
                <a:gd name="connsiteY138" fmla="*/ 325566 h 487738"/>
                <a:gd name="connsiteX139" fmla="*/ 394828 w 446163"/>
                <a:gd name="connsiteY139" fmla="*/ 318250 h 487738"/>
                <a:gd name="connsiteX140" fmla="*/ 414399 w 446163"/>
                <a:gd name="connsiteY140" fmla="*/ 325566 h 487738"/>
                <a:gd name="connsiteX141" fmla="*/ 421715 w 446163"/>
                <a:gd name="connsiteY141" fmla="*/ 343860 h 487738"/>
                <a:gd name="connsiteX142" fmla="*/ 414399 w 446163"/>
                <a:gd name="connsiteY142" fmla="*/ 363367 h 487738"/>
                <a:gd name="connsiteX143" fmla="*/ 253016 w 446163"/>
                <a:gd name="connsiteY143" fmla="*/ 243870 h 487738"/>
                <a:gd name="connsiteX144" fmla="*/ 224911 w 446163"/>
                <a:gd name="connsiteY144" fmla="*/ 271916 h 487738"/>
                <a:gd name="connsiteX145" fmla="*/ 196805 w 446163"/>
                <a:gd name="connsiteY145" fmla="*/ 243870 h 487738"/>
                <a:gd name="connsiteX146" fmla="*/ 224911 w 446163"/>
                <a:gd name="connsiteY146" fmla="*/ 215825 h 487738"/>
                <a:gd name="connsiteX147" fmla="*/ 253016 w 446163"/>
                <a:gd name="connsiteY147" fmla="*/ 243870 h 487738"/>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 ang="0">
                  <a:pos x="connsiteX39" y="connsiteY39"/>
                </a:cxn>
                <a:cxn ang="0">
                  <a:pos x="connsiteX40" y="connsiteY40"/>
                </a:cxn>
                <a:cxn ang="0">
                  <a:pos x="connsiteX41" y="connsiteY41"/>
                </a:cxn>
                <a:cxn ang="0">
                  <a:pos x="connsiteX42" y="connsiteY42"/>
                </a:cxn>
                <a:cxn ang="0">
                  <a:pos x="connsiteX43" y="connsiteY43"/>
                </a:cxn>
                <a:cxn ang="0">
                  <a:pos x="connsiteX44" y="connsiteY44"/>
                </a:cxn>
                <a:cxn ang="0">
                  <a:pos x="connsiteX45" y="connsiteY45"/>
                </a:cxn>
                <a:cxn ang="0">
                  <a:pos x="connsiteX46" y="connsiteY46"/>
                </a:cxn>
                <a:cxn ang="0">
                  <a:pos x="connsiteX47" y="connsiteY47"/>
                </a:cxn>
                <a:cxn ang="0">
                  <a:pos x="connsiteX48" y="connsiteY48"/>
                </a:cxn>
                <a:cxn ang="0">
                  <a:pos x="connsiteX49" y="connsiteY49"/>
                </a:cxn>
                <a:cxn ang="0">
                  <a:pos x="connsiteX50" y="connsiteY50"/>
                </a:cxn>
                <a:cxn ang="0">
                  <a:pos x="connsiteX51" y="connsiteY51"/>
                </a:cxn>
                <a:cxn ang="0">
                  <a:pos x="connsiteX52" y="connsiteY52"/>
                </a:cxn>
                <a:cxn ang="0">
                  <a:pos x="connsiteX53" y="connsiteY53"/>
                </a:cxn>
                <a:cxn ang="0">
                  <a:pos x="connsiteX54" y="connsiteY54"/>
                </a:cxn>
                <a:cxn ang="0">
                  <a:pos x="connsiteX55" y="connsiteY55"/>
                </a:cxn>
                <a:cxn ang="0">
                  <a:pos x="connsiteX56" y="connsiteY56"/>
                </a:cxn>
                <a:cxn ang="0">
                  <a:pos x="connsiteX57" y="connsiteY57"/>
                </a:cxn>
                <a:cxn ang="0">
                  <a:pos x="connsiteX58" y="connsiteY58"/>
                </a:cxn>
                <a:cxn ang="0">
                  <a:pos x="connsiteX59" y="connsiteY59"/>
                </a:cxn>
                <a:cxn ang="0">
                  <a:pos x="connsiteX60" y="connsiteY60"/>
                </a:cxn>
                <a:cxn ang="0">
                  <a:pos x="connsiteX61" y="connsiteY61"/>
                </a:cxn>
                <a:cxn ang="0">
                  <a:pos x="connsiteX62" y="connsiteY62"/>
                </a:cxn>
                <a:cxn ang="0">
                  <a:pos x="connsiteX63" y="connsiteY63"/>
                </a:cxn>
                <a:cxn ang="0">
                  <a:pos x="connsiteX64" y="connsiteY64"/>
                </a:cxn>
                <a:cxn ang="0">
                  <a:pos x="connsiteX65" y="connsiteY65"/>
                </a:cxn>
                <a:cxn ang="0">
                  <a:pos x="connsiteX66" y="connsiteY66"/>
                </a:cxn>
                <a:cxn ang="0">
                  <a:pos x="connsiteX67" y="connsiteY67"/>
                </a:cxn>
                <a:cxn ang="0">
                  <a:pos x="connsiteX68" y="connsiteY68"/>
                </a:cxn>
                <a:cxn ang="0">
                  <a:pos x="connsiteX69" y="connsiteY69"/>
                </a:cxn>
                <a:cxn ang="0">
                  <a:pos x="connsiteX70" y="connsiteY70"/>
                </a:cxn>
                <a:cxn ang="0">
                  <a:pos x="connsiteX71" y="connsiteY71"/>
                </a:cxn>
                <a:cxn ang="0">
                  <a:pos x="connsiteX72" y="connsiteY72"/>
                </a:cxn>
                <a:cxn ang="0">
                  <a:pos x="connsiteX73" y="connsiteY73"/>
                </a:cxn>
                <a:cxn ang="0">
                  <a:pos x="connsiteX74" y="connsiteY74"/>
                </a:cxn>
                <a:cxn ang="0">
                  <a:pos x="connsiteX75" y="connsiteY75"/>
                </a:cxn>
                <a:cxn ang="0">
                  <a:pos x="connsiteX76" y="connsiteY76"/>
                </a:cxn>
                <a:cxn ang="0">
                  <a:pos x="connsiteX77" y="connsiteY77"/>
                </a:cxn>
                <a:cxn ang="0">
                  <a:pos x="connsiteX78" y="connsiteY78"/>
                </a:cxn>
                <a:cxn ang="0">
                  <a:pos x="connsiteX79" y="connsiteY79"/>
                </a:cxn>
                <a:cxn ang="0">
                  <a:pos x="connsiteX80" y="connsiteY80"/>
                </a:cxn>
                <a:cxn ang="0">
                  <a:pos x="connsiteX81" y="connsiteY81"/>
                </a:cxn>
                <a:cxn ang="0">
                  <a:pos x="connsiteX82" y="connsiteY82"/>
                </a:cxn>
                <a:cxn ang="0">
                  <a:pos x="connsiteX83" y="connsiteY83"/>
                </a:cxn>
                <a:cxn ang="0">
                  <a:pos x="connsiteX84" y="connsiteY84"/>
                </a:cxn>
                <a:cxn ang="0">
                  <a:pos x="connsiteX85" y="connsiteY85"/>
                </a:cxn>
                <a:cxn ang="0">
                  <a:pos x="connsiteX86" y="connsiteY86"/>
                </a:cxn>
                <a:cxn ang="0">
                  <a:pos x="connsiteX87" y="connsiteY87"/>
                </a:cxn>
                <a:cxn ang="0">
                  <a:pos x="connsiteX88" y="connsiteY88"/>
                </a:cxn>
                <a:cxn ang="0">
                  <a:pos x="connsiteX89" y="connsiteY89"/>
                </a:cxn>
                <a:cxn ang="0">
                  <a:pos x="connsiteX90" y="connsiteY90"/>
                </a:cxn>
                <a:cxn ang="0">
                  <a:pos x="connsiteX91" y="connsiteY91"/>
                </a:cxn>
                <a:cxn ang="0">
                  <a:pos x="connsiteX92" y="connsiteY92"/>
                </a:cxn>
                <a:cxn ang="0">
                  <a:pos x="connsiteX93" y="connsiteY93"/>
                </a:cxn>
                <a:cxn ang="0">
                  <a:pos x="connsiteX94" y="connsiteY94"/>
                </a:cxn>
                <a:cxn ang="0">
                  <a:pos x="connsiteX95" y="connsiteY95"/>
                </a:cxn>
                <a:cxn ang="0">
                  <a:pos x="connsiteX96" y="connsiteY96"/>
                </a:cxn>
                <a:cxn ang="0">
                  <a:pos x="connsiteX97" y="connsiteY97"/>
                </a:cxn>
                <a:cxn ang="0">
                  <a:pos x="connsiteX98" y="connsiteY98"/>
                </a:cxn>
                <a:cxn ang="0">
                  <a:pos x="connsiteX99" y="connsiteY99"/>
                </a:cxn>
                <a:cxn ang="0">
                  <a:pos x="connsiteX100" y="connsiteY100"/>
                </a:cxn>
                <a:cxn ang="0">
                  <a:pos x="connsiteX101" y="connsiteY101"/>
                </a:cxn>
                <a:cxn ang="0">
                  <a:pos x="connsiteX102" y="connsiteY102"/>
                </a:cxn>
                <a:cxn ang="0">
                  <a:pos x="connsiteX103" y="connsiteY103"/>
                </a:cxn>
                <a:cxn ang="0">
                  <a:pos x="connsiteX104" y="connsiteY104"/>
                </a:cxn>
                <a:cxn ang="0">
                  <a:pos x="connsiteX105" y="connsiteY105"/>
                </a:cxn>
                <a:cxn ang="0">
                  <a:pos x="connsiteX106" y="connsiteY106"/>
                </a:cxn>
                <a:cxn ang="0">
                  <a:pos x="connsiteX107" y="connsiteY107"/>
                </a:cxn>
                <a:cxn ang="0">
                  <a:pos x="connsiteX108" y="connsiteY108"/>
                </a:cxn>
                <a:cxn ang="0">
                  <a:pos x="connsiteX109" y="connsiteY109"/>
                </a:cxn>
                <a:cxn ang="0">
                  <a:pos x="connsiteX110" y="connsiteY110"/>
                </a:cxn>
                <a:cxn ang="0">
                  <a:pos x="connsiteX111" y="connsiteY111"/>
                </a:cxn>
                <a:cxn ang="0">
                  <a:pos x="connsiteX112" y="connsiteY112"/>
                </a:cxn>
                <a:cxn ang="0">
                  <a:pos x="connsiteX113" y="connsiteY113"/>
                </a:cxn>
                <a:cxn ang="0">
                  <a:pos x="connsiteX114" y="connsiteY114"/>
                </a:cxn>
                <a:cxn ang="0">
                  <a:pos x="connsiteX115" y="connsiteY115"/>
                </a:cxn>
                <a:cxn ang="0">
                  <a:pos x="connsiteX116" y="connsiteY116"/>
                </a:cxn>
                <a:cxn ang="0">
                  <a:pos x="connsiteX117" y="connsiteY117"/>
                </a:cxn>
                <a:cxn ang="0">
                  <a:pos x="connsiteX118" y="connsiteY118"/>
                </a:cxn>
                <a:cxn ang="0">
                  <a:pos x="connsiteX119" y="connsiteY119"/>
                </a:cxn>
                <a:cxn ang="0">
                  <a:pos x="connsiteX120" y="connsiteY120"/>
                </a:cxn>
                <a:cxn ang="0">
                  <a:pos x="connsiteX121" y="connsiteY121"/>
                </a:cxn>
                <a:cxn ang="0">
                  <a:pos x="connsiteX122" y="connsiteY122"/>
                </a:cxn>
                <a:cxn ang="0">
                  <a:pos x="connsiteX123" y="connsiteY123"/>
                </a:cxn>
                <a:cxn ang="0">
                  <a:pos x="connsiteX124" y="connsiteY124"/>
                </a:cxn>
                <a:cxn ang="0">
                  <a:pos x="connsiteX125" y="connsiteY125"/>
                </a:cxn>
                <a:cxn ang="0">
                  <a:pos x="connsiteX126" y="connsiteY126"/>
                </a:cxn>
                <a:cxn ang="0">
                  <a:pos x="connsiteX127" y="connsiteY127"/>
                </a:cxn>
                <a:cxn ang="0">
                  <a:pos x="connsiteX128" y="connsiteY128"/>
                </a:cxn>
                <a:cxn ang="0">
                  <a:pos x="connsiteX129" y="connsiteY129"/>
                </a:cxn>
                <a:cxn ang="0">
                  <a:pos x="connsiteX130" y="connsiteY130"/>
                </a:cxn>
                <a:cxn ang="0">
                  <a:pos x="connsiteX131" y="connsiteY131"/>
                </a:cxn>
                <a:cxn ang="0">
                  <a:pos x="connsiteX132" y="connsiteY132"/>
                </a:cxn>
                <a:cxn ang="0">
                  <a:pos x="connsiteX133" y="connsiteY133"/>
                </a:cxn>
                <a:cxn ang="0">
                  <a:pos x="connsiteX134" y="connsiteY134"/>
                </a:cxn>
                <a:cxn ang="0">
                  <a:pos x="connsiteX135" y="connsiteY135"/>
                </a:cxn>
                <a:cxn ang="0">
                  <a:pos x="connsiteX136" y="connsiteY136"/>
                </a:cxn>
                <a:cxn ang="0">
                  <a:pos x="connsiteX137" y="connsiteY137"/>
                </a:cxn>
                <a:cxn ang="0">
                  <a:pos x="connsiteX138" y="connsiteY138"/>
                </a:cxn>
                <a:cxn ang="0">
                  <a:pos x="connsiteX139" y="connsiteY139"/>
                </a:cxn>
                <a:cxn ang="0">
                  <a:pos x="connsiteX140" y="connsiteY140"/>
                </a:cxn>
                <a:cxn ang="0">
                  <a:pos x="connsiteX141" y="connsiteY141"/>
                </a:cxn>
                <a:cxn ang="0">
                  <a:pos x="connsiteX142" y="connsiteY142"/>
                </a:cxn>
                <a:cxn ang="0">
                  <a:pos x="connsiteX143" y="connsiteY143"/>
                </a:cxn>
                <a:cxn ang="0">
                  <a:pos x="connsiteX144" y="connsiteY144"/>
                </a:cxn>
                <a:cxn ang="0">
                  <a:pos x="connsiteX145" y="connsiteY145"/>
                </a:cxn>
                <a:cxn ang="0">
                  <a:pos x="connsiteX146" y="connsiteY146"/>
                </a:cxn>
                <a:cxn ang="0">
                  <a:pos x="connsiteX147" y="connsiteY147"/>
                </a:cxn>
              </a:cxnLst>
              <a:rect l="l" t="t" r="r" b="b"/>
              <a:pathLst>
                <a:path w="446163" h="487738">
                  <a:moveTo>
                    <a:pt x="405801" y="297522"/>
                  </a:moveTo>
                  <a:lnTo>
                    <a:pt x="405801" y="195096"/>
                  </a:lnTo>
                  <a:cubicBezTo>
                    <a:pt x="415619" y="192657"/>
                    <a:pt x="424153" y="187780"/>
                    <a:pt x="430250" y="180464"/>
                  </a:cubicBezTo>
                  <a:cubicBezTo>
                    <a:pt x="440067" y="170709"/>
                    <a:pt x="444944" y="158516"/>
                    <a:pt x="444944" y="145103"/>
                  </a:cubicBezTo>
                  <a:cubicBezTo>
                    <a:pt x="444944" y="131690"/>
                    <a:pt x="440067" y="119496"/>
                    <a:pt x="430250" y="109741"/>
                  </a:cubicBezTo>
                  <a:cubicBezTo>
                    <a:pt x="410678" y="90232"/>
                    <a:pt x="380134" y="90232"/>
                    <a:pt x="360626" y="109741"/>
                  </a:cubicBezTo>
                  <a:lnTo>
                    <a:pt x="271369" y="60968"/>
                  </a:lnTo>
                  <a:cubicBezTo>
                    <a:pt x="275026" y="45116"/>
                    <a:pt x="270149" y="26826"/>
                    <a:pt x="257957" y="14632"/>
                  </a:cubicBezTo>
                  <a:cubicBezTo>
                    <a:pt x="238386" y="-4877"/>
                    <a:pt x="207842" y="-4877"/>
                    <a:pt x="188270" y="14632"/>
                  </a:cubicBezTo>
                  <a:cubicBezTo>
                    <a:pt x="176014" y="26826"/>
                    <a:pt x="171137" y="42677"/>
                    <a:pt x="174795" y="58529"/>
                  </a:cubicBezTo>
                  <a:lnTo>
                    <a:pt x="84382" y="110961"/>
                  </a:lnTo>
                  <a:cubicBezTo>
                    <a:pt x="64810" y="92671"/>
                    <a:pt x="34266" y="92671"/>
                    <a:pt x="14695" y="112181"/>
                  </a:cubicBezTo>
                  <a:cubicBezTo>
                    <a:pt x="4941" y="120716"/>
                    <a:pt x="0" y="132910"/>
                    <a:pt x="0" y="146322"/>
                  </a:cubicBezTo>
                  <a:cubicBezTo>
                    <a:pt x="0" y="159735"/>
                    <a:pt x="4941" y="171928"/>
                    <a:pt x="14695" y="181683"/>
                  </a:cubicBezTo>
                  <a:cubicBezTo>
                    <a:pt x="20791" y="187780"/>
                    <a:pt x="28170" y="192657"/>
                    <a:pt x="36704" y="193877"/>
                  </a:cubicBezTo>
                  <a:lnTo>
                    <a:pt x="36704" y="296303"/>
                  </a:lnTo>
                  <a:cubicBezTo>
                    <a:pt x="28170" y="298741"/>
                    <a:pt x="20791" y="302400"/>
                    <a:pt x="14695" y="308496"/>
                  </a:cubicBezTo>
                  <a:cubicBezTo>
                    <a:pt x="4941" y="319470"/>
                    <a:pt x="0" y="331662"/>
                    <a:pt x="0" y="345079"/>
                  </a:cubicBezTo>
                  <a:cubicBezTo>
                    <a:pt x="0" y="358490"/>
                    <a:pt x="4941" y="370682"/>
                    <a:pt x="14695" y="380436"/>
                  </a:cubicBezTo>
                  <a:cubicBezTo>
                    <a:pt x="24448" y="388970"/>
                    <a:pt x="36704" y="393854"/>
                    <a:pt x="48896" y="393854"/>
                  </a:cubicBezTo>
                  <a:cubicBezTo>
                    <a:pt x="61153" y="393854"/>
                    <a:pt x="74564" y="388970"/>
                    <a:pt x="84382" y="379217"/>
                  </a:cubicBezTo>
                  <a:lnTo>
                    <a:pt x="85600" y="377998"/>
                  </a:lnTo>
                  <a:lnTo>
                    <a:pt x="174795" y="429210"/>
                  </a:lnTo>
                  <a:cubicBezTo>
                    <a:pt x="172356" y="445066"/>
                    <a:pt x="177233" y="460916"/>
                    <a:pt x="188270" y="473108"/>
                  </a:cubicBezTo>
                  <a:cubicBezTo>
                    <a:pt x="198024" y="482862"/>
                    <a:pt x="210280" y="487738"/>
                    <a:pt x="223691" y="487738"/>
                  </a:cubicBezTo>
                  <a:cubicBezTo>
                    <a:pt x="235947" y="487738"/>
                    <a:pt x="249358" y="482862"/>
                    <a:pt x="259176" y="473108"/>
                  </a:cubicBezTo>
                  <a:cubicBezTo>
                    <a:pt x="271369" y="460916"/>
                    <a:pt x="276245" y="443847"/>
                    <a:pt x="272587" y="427991"/>
                  </a:cubicBezTo>
                  <a:lnTo>
                    <a:pt x="359343" y="377998"/>
                  </a:lnTo>
                  <a:cubicBezTo>
                    <a:pt x="359343" y="379217"/>
                    <a:pt x="360626" y="379217"/>
                    <a:pt x="360626" y="380436"/>
                  </a:cubicBezTo>
                  <a:cubicBezTo>
                    <a:pt x="370380" y="390190"/>
                    <a:pt x="382572" y="395073"/>
                    <a:pt x="396047" y="395073"/>
                  </a:cubicBezTo>
                  <a:cubicBezTo>
                    <a:pt x="408239" y="395073"/>
                    <a:pt x="421715" y="390190"/>
                    <a:pt x="431468" y="380436"/>
                  </a:cubicBezTo>
                  <a:cubicBezTo>
                    <a:pt x="441286" y="370682"/>
                    <a:pt x="446163" y="358490"/>
                    <a:pt x="446163" y="345079"/>
                  </a:cubicBezTo>
                  <a:cubicBezTo>
                    <a:pt x="446163" y="331662"/>
                    <a:pt x="441286" y="319470"/>
                    <a:pt x="431468" y="309716"/>
                  </a:cubicBezTo>
                  <a:cubicBezTo>
                    <a:pt x="422934" y="302400"/>
                    <a:pt x="414399" y="299960"/>
                    <a:pt x="405801" y="297522"/>
                  </a:cubicBezTo>
                  <a:close/>
                  <a:moveTo>
                    <a:pt x="261615" y="407265"/>
                  </a:moveTo>
                  <a:cubicBezTo>
                    <a:pt x="260395" y="406046"/>
                    <a:pt x="259176" y="404826"/>
                    <a:pt x="257957" y="403607"/>
                  </a:cubicBezTo>
                  <a:cubicBezTo>
                    <a:pt x="251797" y="397511"/>
                    <a:pt x="243263" y="392634"/>
                    <a:pt x="234728" y="391415"/>
                  </a:cubicBezTo>
                  <a:lnTo>
                    <a:pt x="234728" y="306057"/>
                  </a:lnTo>
                  <a:cubicBezTo>
                    <a:pt x="250578" y="304838"/>
                    <a:pt x="265272" y="298741"/>
                    <a:pt x="278683" y="290206"/>
                  </a:cubicBezTo>
                  <a:lnTo>
                    <a:pt x="347151" y="329223"/>
                  </a:lnTo>
                  <a:cubicBezTo>
                    <a:pt x="344713" y="337758"/>
                    <a:pt x="343494" y="347518"/>
                    <a:pt x="347151" y="357271"/>
                  </a:cubicBezTo>
                  <a:lnTo>
                    <a:pt x="261615" y="407265"/>
                  </a:lnTo>
                  <a:close/>
                  <a:moveTo>
                    <a:pt x="188270" y="403607"/>
                  </a:moveTo>
                  <a:cubicBezTo>
                    <a:pt x="187051" y="404826"/>
                    <a:pt x="184613" y="407265"/>
                    <a:pt x="183393" y="408484"/>
                  </a:cubicBezTo>
                  <a:lnTo>
                    <a:pt x="96574" y="358490"/>
                  </a:lnTo>
                  <a:cubicBezTo>
                    <a:pt x="99011" y="348737"/>
                    <a:pt x="99011" y="338977"/>
                    <a:pt x="96574" y="329223"/>
                  </a:cubicBezTo>
                  <a:lnTo>
                    <a:pt x="165041" y="288986"/>
                  </a:lnTo>
                  <a:cubicBezTo>
                    <a:pt x="179672" y="297522"/>
                    <a:pt x="195585" y="303619"/>
                    <a:pt x="212718" y="304838"/>
                  </a:cubicBezTo>
                  <a:lnTo>
                    <a:pt x="212718" y="390190"/>
                  </a:lnTo>
                  <a:cubicBezTo>
                    <a:pt x="204119" y="392634"/>
                    <a:pt x="195585" y="396292"/>
                    <a:pt x="188270" y="403607"/>
                  </a:cubicBezTo>
                  <a:close/>
                  <a:moveTo>
                    <a:pt x="59933" y="195096"/>
                  </a:moveTo>
                  <a:cubicBezTo>
                    <a:pt x="69687" y="192657"/>
                    <a:pt x="78285" y="189000"/>
                    <a:pt x="84382" y="181683"/>
                  </a:cubicBezTo>
                  <a:cubicBezTo>
                    <a:pt x="85600" y="180464"/>
                    <a:pt x="85600" y="180464"/>
                    <a:pt x="86820" y="179245"/>
                  </a:cubicBezTo>
                  <a:lnTo>
                    <a:pt x="146689" y="213386"/>
                  </a:lnTo>
                  <a:cubicBezTo>
                    <a:pt x="139374" y="220703"/>
                    <a:pt x="133278" y="229238"/>
                    <a:pt x="128337" y="238993"/>
                  </a:cubicBezTo>
                  <a:lnTo>
                    <a:pt x="124679" y="243870"/>
                  </a:lnTo>
                  <a:lnTo>
                    <a:pt x="127117" y="248748"/>
                  </a:lnTo>
                  <a:cubicBezTo>
                    <a:pt x="132058" y="258502"/>
                    <a:pt x="138155" y="267038"/>
                    <a:pt x="145470" y="274354"/>
                  </a:cubicBezTo>
                  <a:lnTo>
                    <a:pt x="84382" y="309716"/>
                  </a:lnTo>
                  <a:cubicBezTo>
                    <a:pt x="77002" y="302400"/>
                    <a:pt x="68468" y="298741"/>
                    <a:pt x="59933" y="296303"/>
                  </a:cubicBezTo>
                  <a:lnTo>
                    <a:pt x="59933" y="195096"/>
                  </a:lnTo>
                  <a:close/>
                  <a:moveTo>
                    <a:pt x="184613" y="79258"/>
                  </a:moveTo>
                  <a:cubicBezTo>
                    <a:pt x="185832" y="80477"/>
                    <a:pt x="187051" y="82916"/>
                    <a:pt x="188270" y="84135"/>
                  </a:cubicBezTo>
                  <a:cubicBezTo>
                    <a:pt x="195585" y="91452"/>
                    <a:pt x="204119" y="95109"/>
                    <a:pt x="212718" y="97548"/>
                  </a:cubicBezTo>
                  <a:lnTo>
                    <a:pt x="212718" y="181683"/>
                  </a:lnTo>
                  <a:cubicBezTo>
                    <a:pt x="195585" y="182903"/>
                    <a:pt x="179672" y="189000"/>
                    <a:pt x="165041" y="197535"/>
                  </a:cubicBezTo>
                  <a:lnTo>
                    <a:pt x="97793" y="158516"/>
                  </a:lnTo>
                  <a:cubicBezTo>
                    <a:pt x="100231" y="148761"/>
                    <a:pt x="100231" y="139006"/>
                    <a:pt x="96574" y="129251"/>
                  </a:cubicBezTo>
                  <a:lnTo>
                    <a:pt x="184613" y="79258"/>
                  </a:lnTo>
                  <a:close/>
                  <a:moveTo>
                    <a:pt x="257957" y="84135"/>
                  </a:moveTo>
                  <a:cubicBezTo>
                    <a:pt x="259176" y="82916"/>
                    <a:pt x="260395" y="81697"/>
                    <a:pt x="260395" y="80477"/>
                  </a:cubicBezTo>
                  <a:lnTo>
                    <a:pt x="347151" y="130470"/>
                  </a:lnTo>
                  <a:cubicBezTo>
                    <a:pt x="343494" y="140225"/>
                    <a:pt x="343494" y="149980"/>
                    <a:pt x="345932" y="158516"/>
                  </a:cubicBezTo>
                  <a:lnTo>
                    <a:pt x="281121" y="197535"/>
                  </a:lnTo>
                  <a:cubicBezTo>
                    <a:pt x="267710" y="189000"/>
                    <a:pt x="251797" y="182903"/>
                    <a:pt x="235947" y="181683"/>
                  </a:cubicBezTo>
                  <a:lnTo>
                    <a:pt x="235947" y="96329"/>
                  </a:lnTo>
                  <a:cubicBezTo>
                    <a:pt x="243263" y="95109"/>
                    <a:pt x="251797" y="90232"/>
                    <a:pt x="257957" y="84135"/>
                  </a:cubicBezTo>
                  <a:close/>
                  <a:moveTo>
                    <a:pt x="284844" y="258502"/>
                  </a:moveTo>
                  <a:cubicBezTo>
                    <a:pt x="250578" y="292645"/>
                    <a:pt x="196805" y="292645"/>
                    <a:pt x="162603" y="258502"/>
                  </a:cubicBezTo>
                  <a:cubicBezTo>
                    <a:pt x="157726" y="253625"/>
                    <a:pt x="154004" y="248748"/>
                    <a:pt x="150346" y="243870"/>
                  </a:cubicBezTo>
                  <a:cubicBezTo>
                    <a:pt x="154004" y="238993"/>
                    <a:pt x="157726" y="234115"/>
                    <a:pt x="162603" y="229238"/>
                  </a:cubicBezTo>
                  <a:cubicBezTo>
                    <a:pt x="196805" y="195096"/>
                    <a:pt x="250578" y="195096"/>
                    <a:pt x="284844" y="229238"/>
                  </a:cubicBezTo>
                  <a:cubicBezTo>
                    <a:pt x="289721" y="234115"/>
                    <a:pt x="293378" y="238993"/>
                    <a:pt x="297036" y="243870"/>
                  </a:cubicBezTo>
                  <a:cubicBezTo>
                    <a:pt x="292159" y="248748"/>
                    <a:pt x="288501" y="253625"/>
                    <a:pt x="284844" y="258502"/>
                  </a:cubicBezTo>
                  <a:close/>
                  <a:moveTo>
                    <a:pt x="360626" y="309716"/>
                  </a:moveTo>
                  <a:cubicBezTo>
                    <a:pt x="360626" y="309716"/>
                    <a:pt x="359343" y="309716"/>
                    <a:pt x="360626" y="309716"/>
                  </a:cubicBezTo>
                  <a:lnTo>
                    <a:pt x="299474" y="275574"/>
                  </a:lnTo>
                  <a:cubicBezTo>
                    <a:pt x="299474" y="275574"/>
                    <a:pt x="300693" y="275573"/>
                    <a:pt x="300693" y="274354"/>
                  </a:cubicBezTo>
                  <a:cubicBezTo>
                    <a:pt x="308008" y="267038"/>
                    <a:pt x="314168" y="258502"/>
                    <a:pt x="319045" y="248748"/>
                  </a:cubicBezTo>
                  <a:lnTo>
                    <a:pt x="321484" y="243870"/>
                  </a:lnTo>
                  <a:lnTo>
                    <a:pt x="319045" y="238993"/>
                  </a:lnTo>
                  <a:cubicBezTo>
                    <a:pt x="314168" y="229238"/>
                    <a:pt x="308008" y="220703"/>
                    <a:pt x="300693" y="213386"/>
                  </a:cubicBezTo>
                  <a:lnTo>
                    <a:pt x="359343" y="179245"/>
                  </a:lnTo>
                  <a:cubicBezTo>
                    <a:pt x="360626" y="180464"/>
                    <a:pt x="360626" y="180464"/>
                    <a:pt x="361846" y="181683"/>
                  </a:cubicBezTo>
                  <a:cubicBezTo>
                    <a:pt x="367942" y="187780"/>
                    <a:pt x="376476" y="192657"/>
                    <a:pt x="385011" y="195096"/>
                  </a:cubicBezTo>
                  <a:lnTo>
                    <a:pt x="385011" y="297522"/>
                  </a:lnTo>
                  <a:cubicBezTo>
                    <a:pt x="374038" y="298741"/>
                    <a:pt x="366723" y="303619"/>
                    <a:pt x="360626" y="309716"/>
                  </a:cubicBezTo>
                  <a:close/>
                  <a:moveTo>
                    <a:pt x="376476" y="128032"/>
                  </a:moveTo>
                  <a:cubicBezTo>
                    <a:pt x="387513" y="117058"/>
                    <a:pt x="403363" y="117058"/>
                    <a:pt x="414399" y="128032"/>
                  </a:cubicBezTo>
                  <a:cubicBezTo>
                    <a:pt x="419276" y="132910"/>
                    <a:pt x="421715" y="140225"/>
                    <a:pt x="421715" y="146322"/>
                  </a:cubicBezTo>
                  <a:cubicBezTo>
                    <a:pt x="421715" y="153638"/>
                    <a:pt x="419276" y="159735"/>
                    <a:pt x="414399" y="164613"/>
                  </a:cubicBezTo>
                  <a:cubicBezTo>
                    <a:pt x="409458" y="169490"/>
                    <a:pt x="402144" y="173148"/>
                    <a:pt x="394828" y="171928"/>
                  </a:cubicBezTo>
                  <a:cubicBezTo>
                    <a:pt x="387513" y="171928"/>
                    <a:pt x="381353" y="169490"/>
                    <a:pt x="376476" y="164613"/>
                  </a:cubicBezTo>
                  <a:cubicBezTo>
                    <a:pt x="367942" y="156077"/>
                    <a:pt x="365503" y="142664"/>
                    <a:pt x="372818" y="131690"/>
                  </a:cubicBezTo>
                  <a:cubicBezTo>
                    <a:pt x="374038" y="130470"/>
                    <a:pt x="375257" y="129251"/>
                    <a:pt x="376476" y="128032"/>
                  </a:cubicBezTo>
                  <a:close/>
                  <a:moveTo>
                    <a:pt x="204119" y="30484"/>
                  </a:moveTo>
                  <a:cubicBezTo>
                    <a:pt x="215157" y="19510"/>
                    <a:pt x="231006" y="19510"/>
                    <a:pt x="242043" y="30484"/>
                  </a:cubicBezTo>
                  <a:cubicBezTo>
                    <a:pt x="250578" y="39019"/>
                    <a:pt x="251797" y="51213"/>
                    <a:pt x="246920" y="60968"/>
                  </a:cubicBezTo>
                  <a:cubicBezTo>
                    <a:pt x="245701" y="63406"/>
                    <a:pt x="243263" y="65845"/>
                    <a:pt x="242043" y="68284"/>
                  </a:cubicBezTo>
                  <a:cubicBezTo>
                    <a:pt x="231006" y="79258"/>
                    <a:pt x="215157" y="79258"/>
                    <a:pt x="204119" y="68284"/>
                  </a:cubicBezTo>
                  <a:cubicBezTo>
                    <a:pt x="201681" y="65845"/>
                    <a:pt x="199243" y="63406"/>
                    <a:pt x="198024" y="59748"/>
                  </a:cubicBezTo>
                  <a:cubicBezTo>
                    <a:pt x="194366" y="49994"/>
                    <a:pt x="196805" y="37800"/>
                    <a:pt x="204119" y="30484"/>
                  </a:cubicBezTo>
                  <a:close/>
                  <a:moveTo>
                    <a:pt x="23229" y="146322"/>
                  </a:moveTo>
                  <a:cubicBezTo>
                    <a:pt x="23229" y="139006"/>
                    <a:pt x="25667" y="132910"/>
                    <a:pt x="30608" y="128032"/>
                  </a:cubicBezTo>
                  <a:cubicBezTo>
                    <a:pt x="41581" y="117058"/>
                    <a:pt x="57495" y="117058"/>
                    <a:pt x="68468" y="128032"/>
                  </a:cubicBezTo>
                  <a:cubicBezTo>
                    <a:pt x="69687" y="129251"/>
                    <a:pt x="70906" y="130470"/>
                    <a:pt x="72125" y="131690"/>
                  </a:cubicBezTo>
                  <a:cubicBezTo>
                    <a:pt x="79505" y="142664"/>
                    <a:pt x="78285" y="156077"/>
                    <a:pt x="68468" y="165832"/>
                  </a:cubicBezTo>
                  <a:cubicBezTo>
                    <a:pt x="63591" y="170709"/>
                    <a:pt x="56276" y="174367"/>
                    <a:pt x="48896" y="173148"/>
                  </a:cubicBezTo>
                  <a:cubicBezTo>
                    <a:pt x="41581" y="173148"/>
                    <a:pt x="35485" y="170709"/>
                    <a:pt x="30608" y="165832"/>
                  </a:cubicBezTo>
                  <a:cubicBezTo>
                    <a:pt x="25667" y="160954"/>
                    <a:pt x="23229" y="153638"/>
                    <a:pt x="23229" y="146322"/>
                  </a:cubicBezTo>
                  <a:close/>
                  <a:moveTo>
                    <a:pt x="30608" y="363367"/>
                  </a:moveTo>
                  <a:cubicBezTo>
                    <a:pt x="25667" y="358490"/>
                    <a:pt x="23229" y="351175"/>
                    <a:pt x="23229" y="345079"/>
                  </a:cubicBezTo>
                  <a:cubicBezTo>
                    <a:pt x="23229" y="337758"/>
                    <a:pt x="25667" y="331662"/>
                    <a:pt x="30608" y="326785"/>
                  </a:cubicBezTo>
                  <a:cubicBezTo>
                    <a:pt x="35485" y="321908"/>
                    <a:pt x="41581" y="319470"/>
                    <a:pt x="48896" y="319470"/>
                  </a:cubicBezTo>
                  <a:cubicBezTo>
                    <a:pt x="56276" y="319470"/>
                    <a:pt x="63591" y="321908"/>
                    <a:pt x="68468" y="326785"/>
                  </a:cubicBezTo>
                  <a:cubicBezTo>
                    <a:pt x="77002" y="335319"/>
                    <a:pt x="78285" y="348737"/>
                    <a:pt x="72125" y="358490"/>
                  </a:cubicBezTo>
                  <a:cubicBezTo>
                    <a:pt x="70906" y="360929"/>
                    <a:pt x="69687" y="362148"/>
                    <a:pt x="68468" y="364586"/>
                  </a:cubicBezTo>
                  <a:cubicBezTo>
                    <a:pt x="57495" y="374340"/>
                    <a:pt x="41581" y="374340"/>
                    <a:pt x="30608" y="363367"/>
                  </a:cubicBezTo>
                  <a:close/>
                  <a:moveTo>
                    <a:pt x="242043" y="457258"/>
                  </a:moveTo>
                  <a:cubicBezTo>
                    <a:pt x="231006" y="468231"/>
                    <a:pt x="215157" y="468231"/>
                    <a:pt x="204119" y="457258"/>
                  </a:cubicBezTo>
                  <a:cubicBezTo>
                    <a:pt x="196805" y="449943"/>
                    <a:pt x="194366" y="438964"/>
                    <a:pt x="198024" y="427991"/>
                  </a:cubicBezTo>
                  <a:cubicBezTo>
                    <a:pt x="199243" y="424334"/>
                    <a:pt x="201681" y="421895"/>
                    <a:pt x="204119" y="419457"/>
                  </a:cubicBezTo>
                  <a:cubicBezTo>
                    <a:pt x="215157" y="408484"/>
                    <a:pt x="231006" y="408484"/>
                    <a:pt x="242043" y="419457"/>
                  </a:cubicBezTo>
                  <a:cubicBezTo>
                    <a:pt x="244482" y="421895"/>
                    <a:pt x="245701" y="424334"/>
                    <a:pt x="246920" y="426772"/>
                  </a:cubicBezTo>
                  <a:cubicBezTo>
                    <a:pt x="251797" y="437745"/>
                    <a:pt x="250578" y="449943"/>
                    <a:pt x="242043" y="457258"/>
                  </a:cubicBezTo>
                  <a:close/>
                  <a:moveTo>
                    <a:pt x="414399" y="363367"/>
                  </a:moveTo>
                  <a:cubicBezTo>
                    <a:pt x="403363" y="374340"/>
                    <a:pt x="387513" y="374340"/>
                    <a:pt x="376476" y="363367"/>
                  </a:cubicBezTo>
                  <a:cubicBezTo>
                    <a:pt x="375257" y="360929"/>
                    <a:pt x="372818" y="359710"/>
                    <a:pt x="371600" y="357271"/>
                  </a:cubicBezTo>
                  <a:cubicBezTo>
                    <a:pt x="365503" y="347518"/>
                    <a:pt x="367942" y="334100"/>
                    <a:pt x="376476" y="325566"/>
                  </a:cubicBezTo>
                  <a:cubicBezTo>
                    <a:pt x="381353" y="320689"/>
                    <a:pt x="387513" y="318250"/>
                    <a:pt x="394828" y="318250"/>
                  </a:cubicBezTo>
                  <a:cubicBezTo>
                    <a:pt x="402144" y="318250"/>
                    <a:pt x="409458" y="320689"/>
                    <a:pt x="414399" y="325566"/>
                  </a:cubicBezTo>
                  <a:cubicBezTo>
                    <a:pt x="419276" y="330442"/>
                    <a:pt x="421715" y="337758"/>
                    <a:pt x="421715" y="343860"/>
                  </a:cubicBezTo>
                  <a:cubicBezTo>
                    <a:pt x="421715" y="352394"/>
                    <a:pt x="419276" y="358490"/>
                    <a:pt x="414399" y="363367"/>
                  </a:cubicBezTo>
                  <a:close/>
                  <a:moveTo>
                    <a:pt x="253016" y="243870"/>
                  </a:moveTo>
                  <a:cubicBezTo>
                    <a:pt x="253016" y="259722"/>
                    <a:pt x="240824" y="271916"/>
                    <a:pt x="224911" y="271916"/>
                  </a:cubicBezTo>
                  <a:cubicBezTo>
                    <a:pt x="209060" y="271916"/>
                    <a:pt x="196805" y="259722"/>
                    <a:pt x="196805" y="243870"/>
                  </a:cubicBezTo>
                  <a:cubicBezTo>
                    <a:pt x="196805" y="228019"/>
                    <a:pt x="209060" y="215825"/>
                    <a:pt x="224911" y="215825"/>
                  </a:cubicBezTo>
                  <a:cubicBezTo>
                    <a:pt x="239605" y="215825"/>
                    <a:pt x="253016" y="228019"/>
                    <a:pt x="253016" y="243870"/>
                  </a:cubicBezTo>
                  <a:close/>
                </a:path>
              </a:pathLst>
            </a:custGeom>
            <a:solidFill>
              <a:srgbClr val="2D5967"/>
            </a:solidFill>
            <a:ln w="6417" cap="flat">
              <a:noFill/>
              <a:prstDash val="solid"/>
              <a:miter/>
            </a:ln>
          </p:spPr>
          <p:txBody>
            <a:bodyPr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srgbClr val="7C8A98"/>
                </a:solidFill>
                <a:effectLst/>
                <a:uLnTx/>
                <a:uFillTx/>
                <a:latin typeface="Oracle Sans Tab"/>
                <a:ea typeface="+mn-ea"/>
                <a:cs typeface="+mn-cs"/>
              </a:endParaRPr>
            </a:p>
          </p:txBody>
        </p:sp>
      </p:grpSp>
      <p:grpSp>
        <p:nvGrpSpPr>
          <p:cNvPr id="48" name="Group 47">
            <a:extLst>
              <a:ext uri="{FF2B5EF4-FFF2-40B4-BE49-F238E27FC236}">
                <a16:creationId xmlns:a16="http://schemas.microsoft.com/office/drawing/2014/main" id="{208A75CA-D731-1448-828C-72F92A984F3B}"/>
              </a:ext>
            </a:extLst>
          </p:cNvPr>
          <p:cNvGrpSpPr/>
          <p:nvPr/>
        </p:nvGrpSpPr>
        <p:grpSpPr>
          <a:xfrm>
            <a:off x="4399168" y="2259806"/>
            <a:ext cx="660890" cy="2918862"/>
            <a:chOff x="3695392" y="2259268"/>
            <a:chExt cx="660890" cy="2918862"/>
          </a:xfrm>
        </p:grpSpPr>
        <p:sp>
          <p:nvSpPr>
            <p:cNvPr id="42" name="Arc 41">
              <a:extLst>
                <a:ext uri="{FF2B5EF4-FFF2-40B4-BE49-F238E27FC236}">
                  <a16:creationId xmlns:a16="http://schemas.microsoft.com/office/drawing/2014/main" id="{BE15E1F6-170A-1FEE-C5BE-C8896E6895E5}"/>
                </a:ext>
              </a:extLst>
            </p:cNvPr>
            <p:cNvSpPr/>
            <p:nvPr/>
          </p:nvSpPr>
          <p:spPr>
            <a:xfrm rot="16200000" flipV="1">
              <a:off x="3702045" y="2252615"/>
              <a:ext cx="150510" cy="163815"/>
            </a:xfrm>
            <a:prstGeom prst="arc">
              <a:avLst/>
            </a:prstGeom>
            <a:noFill/>
            <a:ln w="9525" cap="flat" cmpd="sng" algn="ctr">
              <a:solidFill>
                <a:srgbClr val="312D2A"/>
              </a:solidFill>
              <a:prstDash val="solid"/>
              <a:miter lim="800000"/>
              <a:tailEnd w="lg" len="lg"/>
            </a:ln>
            <a:effectLst/>
          </p:spPr>
          <p:txBody>
            <a:bodyPr rtlCol="0" anchor="ctr"/>
            <a:lstStyle/>
            <a:p>
              <a:pPr marL="0" marR="0" lvl="0" indent="0" algn="ctr" defTabSz="914400" eaLnBrk="1" fontAlgn="auto" latinLnBrk="0" hangingPunct="1">
                <a:lnSpc>
                  <a:spcPct val="100000"/>
                </a:lnSpc>
                <a:spcBef>
                  <a:spcPts val="0"/>
                </a:spcBef>
                <a:spcAft>
                  <a:spcPts val="0"/>
                </a:spcAft>
                <a:buClrTx/>
                <a:buSzTx/>
                <a:buFontTx/>
                <a:buNone/>
                <a:tabLst/>
                <a:defRPr/>
              </a:pPr>
              <a:endParaRPr kumimoji="0" lang="en-US" sz="600" b="0" i="0" u="none" strike="noStrike" kern="0" cap="none" spc="0" normalizeH="0" baseline="0" noProof="0">
                <a:ln>
                  <a:noFill/>
                </a:ln>
                <a:solidFill>
                  <a:srgbClr val="312D2A"/>
                </a:solidFill>
                <a:effectLst/>
                <a:uLnTx/>
                <a:uFillTx/>
                <a:latin typeface="Oracle Sans"/>
                <a:ea typeface="+mn-ea"/>
                <a:cs typeface="+mn-cs"/>
              </a:endParaRPr>
            </a:p>
          </p:txBody>
        </p:sp>
        <p:sp>
          <p:nvSpPr>
            <p:cNvPr id="43" name="Freeform 127">
              <a:extLst>
                <a:ext uri="{FF2B5EF4-FFF2-40B4-BE49-F238E27FC236}">
                  <a16:creationId xmlns:a16="http://schemas.microsoft.com/office/drawing/2014/main" id="{684049D8-B8B7-4169-217B-9A725A912C7F}"/>
                </a:ext>
              </a:extLst>
            </p:cNvPr>
            <p:cNvSpPr/>
            <p:nvPr/>
          </p:nvSpPr>
          <p:spPr>
            <a:xfrm rot="5400000">
              <a:off x="2429191" y="3680146"/>
              <a:ext cx="2781990" cy="78042"/>
            </a:xfrm>
            <a:custGeom>
              <a:avLst/>
              <a:gdLst>
                <a:gd name="connsiteX0" fmla="*/ 0 w 3285066"/>
                <a:gd name="connsiteY0" fmla="*/ 0 h 0"/>
                <a:gd name="connsiteX1" fmla="*/ 3285066 w 3285066"/>
                <a:gd name="connsiteY1" fmla="*/ 0 h 0"/>
              </a:gdLst>
              <a:ahLst/>
              <a:cxnLst>
                <a:cxn ang="0">
                  <a:pos x="connsiteX0" y="connsiteY0"/>
                </a:cxn>
                <a:cxn ang="0">
                  <a:pos x="connsiteX1" y="connsiteY1"/>
                </a:cxn>
              </a:cxnLst>
              <a:rect l="l" t="t" r="r" b="b"/>
              <a:pathLst>
                <a:path w="3285066">
                  <a:moveTo>
                    <a:pt x="0" y="0"/>
                  </a:moveTo>
                  <a:lnTo>
                    <a:pt x="3285066" y="0"/>
                  </a:lnTo>
                </a:path>
              </a:pathLst>
            </a:custGeom>
            <a:noFill/>
            <a:ln w="9525" cap="flat" cmpd="sng" algn="ctr">
              <a:solidFill>
                <a:srgbClr val="312D2A"/>
              </a:solidFill>
              <a:prstDash val="solid"/>
              <a:miter lim="800000"/>
              <a:tailEnd type="none" w="lg" len="lg"/>
            </a:ln>
            <a:effectLst/>
          </p:spPr>
          <p:txBody>
            <a:bodyPr rtlCol="0" anchor="ctr"/>
            <a:lstStyle/>
            <a:p>
              <a:pPr marL="0" marR="0" lvl="0" indent="0" algn="ctr" defTabSz="914400" eaLnBrk="1" fontAlgn="auto" latinLnBrk="0" hangingPunct="1">
                <a:lnSpc>
                  <a:spcPct val="100000"/>
                </a:lnSpc>
                <a:spcBef>
                  <a:spcPts val="0"/>
                </a:spcBef>
                <a:spcAft>
                  <a:spcPts val="0"/>
                </a:spcAft>
                <a:buClrTx/>
                <a:buSzTx/>
                <a:buFontTx/>
                <a:buNone/>
                <a:tabLst/>
                <a:defRPr/>
              </a:pPr>
              <a:endParaRPr kumimoji="0" lang="en-US" sz="600" b="0" i="0" u="none" strike="noStrike" kern="0" cap="none" spc="0" normalizeH="0" baseline="0" noProof="0">
                <a:ln>
                  <a:noFill/>
                </a:ln>
                <a:solidFill>
                  <a:srgbClr val="FCFBFA"/>
                </a:solidFill>
                <a:effectLst/>
                <a:uLnTx/>
                <a:uFillTx/>
                <a:latin typeface="Oracle Sans"/>
                <a:ea typeface="+mn-ea"/>
                <a:cs typeface="+mn-cs"/>
              </a:endParaRPr>
            </a:p>
          </p:txBody>
        </p:sp>
        <p:cxnSp>
          <p:nvCxnSpPr>
            <p:cNvPr id="44" name="Straight Arrow Connector 43">
              <a:extLst>
                <a:ext uri="{FF2B5EF4-FFF2-40B4-BE49-F238E27FC236}">
                  <a16:creationId xmlns:a16="http://schemas.microsoft.com/office/drawing/2014/main" id="{27E58272-E0D8-B1DC-F32B-380CCD251F60}"/>
                </a:ext>
              </a:extLst>
            </p:cNvPr>
            <p:cNvCxnSpPr>
              <a:cxnSpLocks/>
              <a:stCxn id="45" idx="2"/>
            </p:cNvCxnSpPr>
            <p:nvPr/>
          </p:nvCxnSpPr>
          <p:spPr>
            <a:xfrm>
              <a:off x="3940692" y="5178130"/>
              <a:ext cx="415590" cy="0"/>
            </a:xfrm>
            <a:prstGeom prst="straightConnector1">
              <a:avLst/>
            </a:prstGeom>
            <a:noFill/>
            <a:ln w="9525" cap="flat" cmpd="sng" algn="ctr">
              <a:solidFill>
                <a:srgbClr val="312D2A"/>
              </a:solidFill>
              <a:prstDash val="solid"/>
              <a:miter lim="800000"/>
              <a:tailEnd type="triangle" w="med" len="med"/>
            </a:ln>
            <a:effectLst/>
          </p:spPr>
        </p:cxnSp>
        <p:sp>
          <p:nvSpPr>
            <p:cNvPr id="45" name="Arc 44">
              <a:extLst>
                <a:ext uri="{FF2B5EF4-FFF2-40B4-BE49-F238E27FC236}">
                  <a16:creationId xmlns:a16="http://schemas.microsoft.com/office/drawing/2014/main" id="{FC9D3544-ABE9-C1CC-5E57-534F113CEB1D}"/>
                </a:ext>
              </a:extLst>
            </p:cNvPr>
            <p:cNvSpPr/>
            <p:nvPr/>
          </p:nvSpPr>
          <p:spPr>
            <a:xfrm rot="5400000" flipV="1">
              <a:off x="3865437" y="5020967"/>
              <a:ext cx="150510" cy="163815"/>
            </a:xfrm>
            <a:prstGeom prst="arc">
              <a:avLst/>
            </a:prstGeom>
            <a:noFill/>
            <a:ln w="9525" cap="flat" cmpd="sng" algn="ctr">
              <a:solidFill>
                <a:srgbClr val="312D2A"/>
              </a:solidFill>
              <a:prstDash val="solid"/>
              <a:miter lim="800000"/>
              <a:tailEnd w="lg" len="lg"/>
            </a:ln>
            <a:effectLst/>
          </p:spPr>
          <p:txBody>
            <a:bodyPr rtlCol="0" anchor="ctr"/>
            <a:lstStyle/>
            <a:p>
              <a:pPr marL="0" marR="0" lvl="0" indent="0" algn="ctr" defTabSz="914400" eaLnBrk="1" fontAlgn="auto" latinLnBrk="0" hangingPunct="1">
                <a:lnSpc>
                  <a:spcPct val="100000"/>
                </a:lnSpc>
                <a:spcBef>
                  <a:spcPts val="0"/>
                </a:spcBef>
                <a:spcAft>
                  <a:spcPts val="0"/>
                </a:spcAft>
                <a:buClrTx/>
                <a:buSzTx/>
                <a:buFontTx/>
                <a:buNone/>
                <a:tabLst/>
                <a:defRPr/>
              </a:pPr>
              <a:endParaRPr kumimoji="0" lang="en-US" sz="600" b="0" i="0" u="none" strike="noStrike" kern="0" cap="none" spc="0" normalizeH="0" baseline="0" noProof="0">
                <a:ln>
                  <a:noFill/>
                </a:ln>
                <a:solidFill>
                  <a:srgbClr val="FCFBFA">
                    <a:lumMod val="10000"/>
                  </a:srgbClr>
                </a:solidFill>
                <a:effectLst/>
                <a:uLnTx/>
                <a:uFillTx/>
                <a:latin typeface="Oracle Sans"/>
                <a:ea typeface="+mn-ea"/>
                <a:cs typeface="+mn-cs"/>
              </a:endParaRPr>
            </a:p>
          </p:txBody>
        </p:sp>
        <p:sp>
          <p:nvSpPr>
            <p:cNvPr id="46" name="Arc 45">
              <a:extLst>
                <a:ext uri="{FF2B5EF4-FFF2-40B4-BE49-F238E27FC236}">
                  <a16:creationId xmlns:a16="http://schemas.microsoft.com/office/drawing/2014/main" id="{D311A7BE-4E63-827C-C2D0-279AF677EC11}"/>
                </a:ext>
              </a:extLst>
            </p:cNvPr>
            <p:cNvSpPr/>
            <p:nvPr/>
          </p:nvSpPr>
          <p:spPr>
            <a:xfrm rot="16200000" flipH="1">
              <a:off x="3867714" y="3468546"/>
              <a:ext cx="150510" cy="163815"/>
            </a:xfrm>
            <a:prstGeom prst="arc">
              <a:avLst/>
            </a:prstGeom>
            <a:noFill/>
            <a:ln w="9525" cap="flat" cmpd="sng" algn="ctr">
              <a:solidFill>
                <a:srgbClr val="312D2A"/>
              </a:solidFill>
              <a:prstDash val="solid"/>
              <a:miter lim="800000"/>
              <a:tailEnd w="lg" len="lg"/>
            </a:ln>
            <a:effectLst/>
          </p:spPr>
          <p:txBody>
            <a:bodyPr rtlCol="0" anchor="ctr"/>
            <a:lstStyle/>
            <a:p>
              <a:pPr marL="0" marR="0" lvl="0" indent="0" algn="ctr" defTabSz="914400" eaLnBrk="1" fontAlgn="auto" latinLnBrk="0" hangingPunct="1">
                <a:lnSpc>
                  <a:spcPct val="100000"/>
                </a:lnSpc>
                <a:spcBef>
                  <a:spcPts val="0"/>
                </a:spcBef>
                <a:spcAft>
                  <a:spcPts val="0"/>
                </a:spcAft>
                <a:buClrTx/>
                <a:buSzTx/>
                <a:buFontTx/>
                <a:buNone/>
                <a:tabLst/>
                <a:defRPr/>
              </a:pPr>
              <a:endParaRPr kumimoji="0" lang="en-US" sz="600" b="0" i="0" u="none" strike="noStrike" kern="0" cap="none" spc="0" normalizeH="0" baseline="0" noProof="0">
                <a:ln>
                  <a:noFill/>
                </a:ln>
                <a:solidFill>
                  <a:srgbClr val="FCFBFA">
                    <a:lumMod val="10000"/>
                  </a:srgbClr>
                </a:solidFill>
                <a:effectLst/>
                <a:uLnTx/>
                <a:uFillTx/>
                <a:latin typeface="Oracle Sans"/>
                <a:ea typeface="+mn-ea"/>
                <a:cs typeface="+mn-cs"/>
              </a:endParaRPr>
            </a:p>
          </p:txBody>
        </p:sp>
        <p:cxnSp>
          <p:nvCxnSpPr>
            <p:cNvPr id="47" name="Straight Arrow Connector 46">
              <a:extLst>
                <a:ext uri="{FF2B5EF4-FFF2-40B4-BE49-F238E27FC236}">
                  <a16:creationId xmlns:a16="http://schemas.microsoft.com/office/drawing/2014/main" id="{C34588C5-4AC7-C944-732C-EB52A5788547}"/>
                </a:ext>
              </a:extLst>
            </p:cNvPr>
            <p:cNvCxnSpPr>
              <a:cxnSpLocks/>
            </p:cNvCxnSpPr>
            <p:nvPr/>
          </p:nvCxnSpPr>
          <p:spPr>
            <a:xfrm>
              <a:off x="3940692" y="3625709"/>
              <a:ext cx="415590" cy="0"/>
            </a:xfrm>
            <a:prstGeom prst="straightConnector1">
              <a:avLst/>
            </a:prstGeom>
            <a:noFill/>
            <a:ln w="9525" cap="flat" cmpd="sng" algn="ctr">
              <a:solidFill>
                <a:srgbClr val="312D2A"/>
              </a:solidFill>
              <a:prstDash val="solid"/>
              <a:miter lim="800000"/>
              <a:tailEnd type="triangle" w="med" len="med"/>
            </a:ln>
            <a:effectLst/>
          </p:spPr>
        </p:cxnSp>
      </p:grpSp>
      <p:grpSp>
        <p:nvGrpSpPr>
          <p:cNvPr id="49" name="Graphic 3">
            <a:extLst>
              <a:ext uri="{FF2B5EF4-FFF2-40B4-BE49-F238E27FC236}">
                <a16:creationId xmlns:a16="http://schemas.microsoft.com/office/drawing/2014/main" id="{ADA81367-CEE7-0CF5-7F67-F1B6989FE984}"/>
              </a:ext>
            </a:extLst>
          </p:cNvPr>
          <p:cNvGrpSpPr/>
          <p:nvPr/>
        </p:nvGrpSpPr>
        <p:grpSpPr>
          <a:xfrm>
            <a:off x="5175919" y="1998996"/>
            <a:ext cx="549349" cy="549009"/>
            <a:chOff x="9189623" y="2363804"/>
            <a:chExt cx="472985" cy="513347"/>
          </a:xfrm>
        </p:grpSpPr>
        <p:sp>
          <p:nvSpPr>
            <p:cNvPr id="50" name="Freeform: Shape 49">
              <a:extLst>
                <a:ext uri="{FF2B5EF4-FFF2-40B4-BE49-F238E27FC236}">
                  <a16:creationId xmlns:a16="http://schemas.microsoft.com/office/drawing/2014/main" id="{11D3B208-9D4F-F1A4-62FA-F515DFCFD2BA}"/>
                </a:ext>
              </a:extLst>
            </p:cNvPr>
            <p:cNvSpPr/>
            <p:nvPr/>
          </p:nvSpPr>
          <p:spPr>
            <a:xfrm>
              <a:off x="9189623" y="2363804"/>
              <a:ext cx="472985" cy="513347"/>
            </a:xfrm>
            <a:custGeom>
              <a:avLst/>
              <a:gdLst>
                <a:gd name="connsiteX0" fmla="*/ 235883 w 472985"/>
                <a:gd name="connsiteY0" fmla="*/ 12193 h 513347"/>
                <a:gd name="connsiteX1" fmla="*/ 271369 w 472985"/>
                <a:gd name="connsiteY1" fmla="*/ 26826 h 513347"/>
                <a:gd name="connsiteX2" fmla="*/ 284779 w 472985"/>
                <a:gd name="connsiteY2" fmla="*/ 73161 h 513347"/>
                <a:gd name="connsiteX3" fmla="*/ 374038 w 472985"/>
                <a:gd name="connsiteY3" fmla="*/ 124374 h 513347"/>
                <a:gd name="connsiteX4" fmla="*/ 407021 w 472985"/>
                <a:gd name="connsiteY4" fmla="*/ 109741 h 513347"/>
                <a:gd name="connsiteX5" fmla="*/ 442442 w 472985"/>
                <a:gd name="connsiteY5" fmla="*/ 124374 h 513347"/>
                <a:gd name="connsiteX6" fmla="*/ 457136 w 472985"/>
                <a:gd name="connsiteY6" fmla="*/ 159735 h 513347"/>
                <a:gd name="connsiteX7" fmla="*/ 442442 w 472985"/>
                <a:gd name="connsiteY7" fmla="*/ 195096 h 513347"/>
                <a:gd name="connsiteX8" fmla="*/ 417993 w 472985"/>
                <a:gd name="connsiteY8" fmla="*/ 209729 h 513347"/>
                <a:gd name="connsiteX9" fmla="*/ 417993 w 472985"/>
                <a:gd name="connsiteY9" fmla="*/ 312154 h 513347"/>
                <a:gd name="connsiteX10" fmla="*/ 442442 w 472985"/>
                <a:gd name="connsiteY10" fmla="*/ 324346 h 513347"/>
                <a:gd name="connsiteX11" fmla="*/ 457136 w 472985"/>
                <a:gd name="connsiteY11" fmla="*/ 359709 h 513347"/>
                <a:gd name="connsiteX12" fmla="*/ 442442 w 472985"/>
                <a:gd name="connsiteY12" fmla="*/ 395072 h 513347"/>
                <a:gd name="connsiteX13" fmla="*/ 407021 w 472985"/>
                <a:gd name="connsiteY13" fmla="*/ 409703 h 513347"/>
                <a:gd name="connsiteX14" fmla="*/ 371535 w 472985"/>
                <a:gd name="connsiteY14" fmla="*/ 395072 h 513347"/>
                <a:gd name="connsiteX15" fmla="*/ 370316 w 472985"/>
                <a:gd name="connsiteY15" fmla="*/ 392634 h 513347"/>
                <a:gd name="connsiteX16" fmla="*/ 283561 w 472985"/>
                <a:gd name="connsiteY16" fmla="*/ 442627 h 513347"/>
                <a:gd name="connsiteX17" fmla="*/ 270085 w 472985"/>
                <a:gd name="connsiteY17" fmla="*/ 487744 h 513347"/>
                <a:gd name="connsiteX18" fmla="*/ 234664 w 472985"/>
                <a:gd name="connsiteY18" fmla="*/ 502375 h 513347"/>
                <a:gd name="connsiteX19" fmla="*/ 199243 w 472985"/>
                <a:gd name="connsiteY19" fmla="*/ 487744 h 513347"/>
                <a:gd name="connsiteX20" fmla="*/ 185768 w 472985"/>
                <a:gd name="connsiteY20" fmla="*/ 443847 h 513347"/>
                <a:gd name="connsiteX21" fmla="*/ 97793 w 472985"/>
                <a:gd name="connsiteY21" fmla="*/ 390195 h 513347"/>
                <a:gd name="connsiteX22" fmla="*/ 96574 w 472985"/>
                <a:gd name="connsiteY22" fmla="*/ 391415 h 513347"/>
                <a:gd name="connsiteX23" fmla="*/ 61088 w 472985"/>
                <a:gd name="connsiteY23" fmla="*/ 406045 h 513347"/>
                <a:gd name="connsiteX24" fmla="*/ 25667 w 472985"/>
                <a:gd name="connsiteY24" fmla="*/ 391415 h 513347"/>
                <a:gd name="connsiteX25" fmla="*/ 12192 w 472985"/>
                <a:gd name="connsiteY25" fmla="*/ 357271 h 513347"/>
                <a:gd name="connsiteX26" fmla="*/ 26887 w 472985"/>
                <a:gd name="connsiteY26" fmla="*/ 321907 h 513347"/>
                <a:gd name="connsiteX27" fmla="*/ 48896 w 472985"/>
                <a:gd name="connsiteY27" fmla="*/ 309715 h 513347"/>
                <a:gd name="connsiteX28" fmla="*/ 48896 w 472985"/>
                <a:gd name="connsiteY28" fmla="*/ 207290 h 513347"/>
                <a:gd name="connsiteX29" fmla="*/ 26887 w 472985"/>
                <a:gd name="connsiteY29" fmla="*/ 195096 h 513347"/>
                <a:gd name="connsiteX30" fmla="*/ 12192 w 472985"/>
                <a:gd name="connsiteY30" fmla="*/ 158516 h 513347"/>
                <a:gd name="connsiteX31" fmla="*/ 26887 w 472985"/>
                <a:gd name="connsiteY31" fmla="*/ 123155 h 513347"/>
                <a:gd name="connsiteX32" fmla="*/ 61088 w 472985"/>
                <a:gd name="connsiteY32" fmla="*/ 109741 h 513347"/>
                <a:gd name="connsiteX33" fmla="*/ 95354 w 472985"/>
                <a:gd name="connsiteY33" fmla="*/ 123155 h 513347"/>
                <a:gd name="connsiteX34" fmla="*/ 185768 w 472985"/>
                <a:gd name="connsiteY34" fmla="*/ 70723 h 513347"/>
                <a:gd name="connsiteX35" fmla="*/ 199243 w 472985"/>
                <a:gd name="connsiteY35" fmla="*/ 26826 h 513347"/>
                <a:gd name="connsiteX36" fmla="*/ 235883 w 472985"/>
                <a:gd name="connsiteY36" fmla="*/ 12193 h 513347"/>
                <a:gd name="connsiteX37" fmla="*/ 235883 w 472985"/>
                <a:gd name="connsiteY37" fmla="*/ 0 h 513347"/>
                <a:gd name="connsiteX38" fmla="*/ 191864 w 472985"/>
                <a:gd name="connsiteY38" fmla="*/ 18291 h 513347"/>
                <a:gd name="connsiteX39" fmla="*/ 173576 w 472985"/>
                <a:gd name="connsiteY39" fmla="*/ 64626 h 513347"/>
                <a:gd name="connsiteX40" fmla="*/ 96574 w 472985"/>
                <a:gd name="connsiteY40" fmla="*/ 108522 h 513347"/>
                <a:gd name="connsiteX41" fmla="*/ 61088 w 472985"/>
                <a:gd name="connsiteY41" fmla="*/ 97548 h 513347"/>
                <a:gd name="connsiteX42" fmla="*/ 18352 w 472985"/>
                <a:gd name="connsiteY42" fmla="*/ 115839 h 513347"/>
                <a:gd name="connsiteX43" fmla="*/ 0 w 472985"/>
                <a:gd name="connsiteY43" fmla="*/ 159735 h 513347"/>
                <a:gd name="connsiteX44" fmla="*/ 18352 w 472985"/>
                <a:gd name="connsiteY44" fmla="*/ 203632 h 513347"/>
                <a:gd name="connsiteX45" fmla="*/ 36640 w 472985"/>
                <a:gd name="connsiteY45" fmla="*/ 215825 h 513347"/>
                <a:gd name="connsiteX46" fmla="*/ 36640 w 472985"/>
                <a:gd name="connsiteY46" fmla="*/ 301180 h 513347"/>
                <a:gd name="connsiteX47" fmla="*/ 18352 w 472985"/>
                <a:gd name="connsiteY47" fmla="*/ 313374 h 513347"/>
                <a:gd name="connsiteX48" fmla="*/ 0 w 472985"/>
                <a:gd name="connsiteY48" fmla="*/ 357271 h 513347"/>
                <a:gd name="connsiteX49" fmla="*/ 18352 w 472985"/>
                <a:gd name="connsiteY49" fmla="*/ 401168 h 513347"/>
                <a:gd name="connsiteX50" fmla="*/ 62307 w 472985"/>
                <a:gd name="connsiteY50" fmla="*/ 419456 h 513347"/>
                <a:gd name="connsiteX51" fmla="*/ 100231 w 472985"/>
                <a:gd name="connsiteY51" fmla="*/ 407264 h 513347"/>
                <a:gd name="connsiteX52" fmla="*/ 174795 w 472985"/>
                <a:gd name="connsiteY52" fmla="*/ 449943 h 513347"/>
                <a:gd name="connsiteX53" fmla="*/ 193083 w 472985"/>
                <a:gd name="connsiteY53" fmla="*/ 495059 h 513347"/>
                <a:gd name="connsiteX54" fmla="*/ 237103 w 472985"/>
                <a:gd name="connsiteY54" fmla="*/ 513347 h 513347"/>
                <a:gd name="connsiteX55" fmla="*/ 281122 w 472985"/>
                <a:gd name="connsiteY55" fmla="*/ 495059 h 513347"/>
                <a:gd name="connsiteX56" fmla="*/ 299474 w 472985"/>
                <a:gd name="connsiteY56" fmla="*/ 447504 h 513347"/>
                <a:gd name="connsiteX57" fmla="*/ 371535 w 472985"/>
                <a:gd name="connsiteY57" fmla="*/ 406045 h 513347"/>
                <a:gd name="connsiteX58" fmla="*/ 410678 w 472985"/>
                <a:gd name="connsiteY58" fmla="*/ 419456 h 513347"/>
                <a:gd name="connsiteX59" fmla="*/ 454697 w 472985"/>
                <a:gd name="connsiteY59" fmla="*/ 401168 h 513347"/>
                <a:gd name="connsiteX60" fmla="*/ 472985 w 472985"/>
                <a:gd name="connsiteY60" fmla="*/ 357271 h 513347"/>
                <a:gd name="connsiteX61" fmla="*/ 454697 w 472985"/>
                <a:gd name="connsiteY61" fmla="*/ 313374 h 513347"/>
                <a:gd name="connsiteX62" fmla="*/ 433907 w 472985"/>
                <a:gd name="connsiteY62" fmla="*/ 299960 h 513347"/>
                <a:gd name="connsiteX63" fmla="*/ 433907 w 472985"/>
                <a:gd name="connsiteY63" fmla="*/ 215825 h 513347"/>
                <a:gd name="connsiteX64" fmla="*/ 454697 w 472985"/>
                <a:gd name="connsiteY64" fmla="*/ 201193 h 513347"/>
                <a:gd name="connsiteX65" fmla="*/ 472985 w 472985"/>
                <a:gd name="connsiteY65" fmla="*/ 157297 h 513347"/>
                <a:gd name="connsiteX66" fmla="*/ 454697 w 472985"/>
                <a:gd name="connsiteY66" fmla="*/ 113400 h 513347"/>
                <a:gd name="connsiteX67" fmla="*/ 410678 w 472985"/>
                <a:gd name="connsiteY67" fmla="*/ 95110 h 513347"/>
                <a:gd name="connsiteX68" fmla="*/ 374038 w 472985"/>
                <a:gd name="connsiteY68" fmla="*/ 107303 h 513347"/>
                <a:gd name="connsiteX69" fmla="*/ 299474 w 472985"/>
                <a:gd name="connsiteY69" fmla="*/ 64626 h 513347"/>
                <a:gd name="connsiteX70" fmla="*/ 281122 w 472985"/>
                <a:gd name="connsiteY70" fmla="*/ 15852 h 513347"/>
                <a:gd name="connsiteX71" fmla="*/ 235883 w 472985"/>
                <a:gd name="connsiteY71" fmla="*/ 0 h 513347"/>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 ang="0">
                  <a:pos x="connsiteX39" y="connsiteY39"/>
                </a:cxn>
                <a:cxn ang="0">
                  <a:pos x="connsiteX40" y="connsiteY40"/>
                </a:cxn>
                <a:cxn ang="0">
                  <a:pos x="connsiteX41" y="connsiteY41"/>
                </a:cxn>
                <a:cxn ang="0">
                  <a:pos x="connsiteX42" y="connsiteY42"/>
                </a:cxn>
                <a:cxn ang="0">
                  <a:pos x="connsiteX43" y="connsiteY43"/>
                </a:cxn>
                <a:cxn ang="0">
                  <a:pos x="connsiteX44" y="connsiteY44"/>
                </a:cxn>
                <a:cxn ang="0">
                  <a:pos x="connsiteX45" y="connsiteY45"/>
                </a:cxn>
                <a:cxn ang="0">
                  <a:pos x="connsiteX46" y="connsiteY46"/>
                </a:cxn>
                <a:cxn ang="0">
                  <a:pos x="connsiteX47" y="connsiteY47"/>
                </a:cxn>
                <a:cxn ang="0">
                  <a:pos x="connsiteX48" y="connsiteY48"/>
                </a:cxn>
                <a:cxn ang="0">
                  <a:pos x="connsiteX49" y="connsiteY49"/>
                </a:cxn>
                <a:cxn ang="0">
                  <a:pos x="connsiteX50" y="connsiteY50"/>
                </a:cxn>
                <a:cxn ang="0">
                  <a:pos x="connsiteX51" y="connsiteY51"/>
                </a:cxn>
                <a:cxn ang="0">
                  <a:pos x="connsiteX52" y="connsiteY52"/>
                </a:cxn>
                <a:cxn ang="0">
                  <a:pos x="connsiteX53" y="connsiteY53"/>
                </a:cxn>
                <a:cxn ang="0">
                  <a:pos x="connsiteX54" y="connsiteY54"/>
                </a:cxn>
                <a:cxn ang="0">
                  <a:pos x="connsiteX55" y="connsiteY55"/>
                </a:cxn>
                <a:cxn ang="0">
                  <a:pos x="connsiteX56" y="connsiteY56"/>
                </a:cxn>
                <a:cxn ang="0">
                  <a:pos x="connsiteX57" y="connsiteY57"/>
                </a:cxn>
                <a:cxn ang="0">
                  <a:pos x="connsiteX58" y="connsiteY58"/>
                </a:cxn>
                <a:cxn ang="0">
                  <a:pos x="connsiteX59" y="connsiteY59"/>
                </a:cxn>
                <a:cxn ang="0">
                  <a:pos x="connsiteX60" y="connsiteY60"/>
                </a:cxn>
                <a:cxn ang="0">
                  <a:pos x="connsiteX61" y="connsiteY61"/>
                </a:cxn>
                <a:cxn ang="0">
                  <a:pos x="connsiteX62" y="connsiteY62"/>
                </a:cxn>
                <a:cxn ang="0">
                  <a:pos x="connsiteX63" y="connsiteY63"/>
                </a:cxn>
                <a:cxn ang="0">
                  <a:pos x="connsiteX64" y="connsiteY64"/>
                </a:cxn>
                <a:cxn ang="0">
                  <a:pos x="connsiteX65" y="connsiteY65"/>
                </a:cxn>
                <a:cxn ang="0">
                  <a:pos x="connsiteX66" y="connsiteY66"/>
                </a:cxn>
                <a:cxn ang="0">
                  <a:pos x="connsiteX67" y="connsiteY67"/>
                </a:cxn>
                <a:cxn ang="0">
                  <a:pos x="connsiteX68" y="connsiteY68"/>
                </a:cxn>
                <a:cxn ang="0">
                  <a:pos x="connsiteX69" y="connsiteY69"/>
                </a:cxn>
                <a:cxn ang="0">
                  <a:pos x="connsiteX70" y="connsiteY70"/>
                </a:cxn>
                <a:cxn ang="0">
                  <a:pos x="connsiteX71" y="connsiteY71"/>
                </a:cxn>
              </a:cxnLst>
              <a:rect l="l" t="t" r="r" b="b"/>
              <a:pathLst>
                <a:path w="472985" h="513347">
                  <a:moveTo>
                    <a:pt x="235883" y="12193"/>
                  </a:moveTo>
                  <a:cubicBezTo>
                    <a:pt x="248140" y="12193"/>
                    <a:pt x="261551" y="17071"/>
                    <a:pt x="271369" y="26826"/>
                  </a:cubicBezTo>
                  <a:cubicBezTo>
                    <a:pt x="283561" y="39020"/>
                    <a:pt x="288438" y="56090"/>
                    <a:pt x="284779" y="73161"/>
                  </a:cubicBezTo>
                  <a:lnTo>
                    <a:pt x="374038" y="124374"/>
                  </a:lnTo>
                  <a:cubicBezTo>
                    <a:pt x="382572" y="114619"/>
                    <a:pt x="394764" y="109741"/>
                    <a:pt x="407021" y="109741"/>
                  </a:cubicBezTo>
                  <a:cubicBezTo>
                    <a:pt x="419212" y="109741"/>
                    <a:pt x="432688" y="114619"/>
                    <a:pt x="442442" y="124374"/>
                  </a:cubicBezTo>
                  <a:cubicBezTo>
                    <a:pt x="452259" y="134129"/>
                    <a:pt x="457136" y="146323"/>
                    <a:pt x="457136" y="159735"/>
                  </a:cubicBezTo>
                  <a:cubicBezTo>
                    <a:pt x="457136" y="173148"/>
                    <a:pt x="452259" y="185342"/>
                    <a:pt x="442442" y="195096"/>
                  </a:cubicBezTo>
                  <a:cubicBezTo>
                    <a:pt x="435126" y="202412"/>
                    <a:pt x="426592" y="207290"/>
                    <a:pt x="417993" y="209729"/>
                  </a:cubicBezTo>
                  <a:lnTo>
                    <a:pt x="417993" y="312154"/>
                  </a:lnTo>
                  <a:cubicBezTo>
                    <a:pt x="427811" y="314593"/>
                    <a:pt x="435126" y="317032"/>
                    <a:pt x="442442" y="324346"/>
                  </a:cubicBezTo>
                  <a:cubicBezTo>
                    <a:pt x="452259" y="334106"/>
                    <a:pt x="457136" y="346298"/>
                    <a:pt x="457136" y="359709"/>
                  </a:cubicBezTo>
                  <a:cubicBezTo>
                    <a:pt x="457136" y="373120"/>
                    <a:pt x="452259" y="385319"/>
                    <a:pt x="442442" y="395072"/>
                  </a:cubicBezTo>
                  <a:cubicBezTo>
                    <a:pt x="432688" y="404826"/>
                    <a:pt x="420432" y="409703"/>
                    <a:pt x="407021" y="409703"/>
                  </a:cubicBezTo>
                  <a:cubicBezTo>
                    <a:pt x="394764" y="409703"/>
                    <a:pt x="381353" y="404826"/>
                    <a:pt x="371535" y="395072"/>
                  </a:cubicBezTo>
                  <a:cubicBezTo>
                    <a:pt x="370316" y="393853"/>
                    <a:pt x="370316" y="393853"/>
                    <a:pt x="370316" y="392634"/>
                  </a:cubicBezTo>
                  <a:lnTo>
                    <a:pt x="283561" y="442627"/>
                  </a:lnTo>
                  <a:cubicBezTo>
                    <a:pt x="287218" y="458477"/>
                    <a:pt x="282341" y="476765"/>
                    <a:pt x="270085" y="487744"/>
                  </a:cubicBezTo>
                  <a:cubicBezTo>
                    <a:pt x="260332" y="497498"/>
                    <a:pt x="248140" y="502375"/>
                    <a:pt x="234664" y="502375"/>
                  </a:cubicBezTo>
                  <a:cubicBezTo>
                    <a:pt x="221253" y="502375"/>
                    <a:pt x="208997" y="497498"/>
                    <a:pt x="199243" y="487744"/>
                  </a:cubicBezTo>
                  <a:cubicBezTo>
                    <a:pt x="188206" y="476765"/>
                    <a:pt x="182110" y="459696"/>
                    <a:pt x="185768" y="443847"/>
                  </a:cubicBezTo>
                  <a:lnTo>
                    <a:pt x="97793" y="390195"/>
                  </a:lnTo>
                  <a:lnTo>
                    <a:pt x="96574" y="391415"/>
                  </a:lnTo>
                  <a:cubicBezTo>
                    <a:pt x="86756" y="401168"/>
                    <a:pt x="74564" y="406045"/>
                    <a:pt x="61088" y="406045"/>
                  </a:cubicBezTo>
                  <a:cubicBezTo>
                    <a:pt x="48896" y="406045"/>
                    <a:pt x="35421" y="401168"/>
                    <a:pt x="25667" y="391415"/>
                  </a:cubicBezTo>
                  <a:cubicBezTo>
                    <a:pt x="17133" y="382874"/>
                    <a:pt x="12192" y="369463"/>
                    <a:pt x="12192" y="357271"/>
                  </a:cubicBezTo>
                  <a:cubicBezTo>
                    <a:pt x="12192" y="343859"/>
                    <a:pt x="17133" y="331661"/>
                    <a:pt x="26887" y="321907"/>
                  </a:cubicBezTo>
                  <a:cubicBezTo>
                    <a:pt x="32983" y="315813"/>
                    <a:pt x="40362" y="310935"/>
                    <a:pt x="48896" y="309715"/>
                  </a:cubicBezTo>
                  <a:lnTo>
                    <a:pt x="48896" y="207290"/>
                  </a:lnTo>
                  <a:cubicBezTo>
                    <a:pt x="40362" y="204851"/>
                    <a:pt x="32983" y="201193"/>
                    <a:pt x="26887" y="195096"/>
                  </a:cubicBezTo>
                  <a:cubicBezTo>
                    <a:pt x="17133" y="184122"/>
                    <a:pt x="12192" y="171929"/>
                    <a:pt x="12192" y="158516"/>
                  </a:cubicBezTo>
                  <a:cubicBezTo>
                    <a:pt x="12192" y="145103"/>
                    <a:pt x="17133" y="132910"/>
                    <a:pt x="26887" y="123155"/>
                  </a:cubicBezTo>
                  <a:cubicBezTo>
                    <a:pt x="36640" y="114619"/>
                    <a:pt x="48896" y="109741"/>
                    <a:pt x="61088" y="109741"/>
                  </a:cubicBezTo>
                  <a:cubicBezTo>
                    <a:pt x="73345" y="109741"/>
                    <a:pt x="85536" y="114619"/>
                    <a:pt x="95354" y="123155"/>
                  </a:cubicBezTo>
                  <a:lnTo>
                    <a:pt x="185768" y="70723"/>
                  </a:lnTo>
                  <a:cubicBezTo>
                    <a:pt x="182110" y="54871"/>
                    <a:pt x="186987" y="37800"/>
                    <a:pt x="199243" y="26826"/>
                  </a:cubicBezTo>
                  <a:cubicBezTo>
                    <a:pt x="210216" y="17071"/>
                    <a:pt x="222472" y="12193"/>
                    <a:pt x="235883" y="12193"/>
                  </a:cubicBezTo>
                  <a:close/>
                  <a:moveTo>
                    <a:pt x="235883" y="0"/>
                  </a:moveTo>
                  <a:cubicBezTo>
                    <a:pt x="220034" y="0"/>
                    <a:pt x="204120" y="6097"/>
                    <a:pt x="191864" y="18291"/>
                  </a:cubicBezTo>
                  <a:cubicBezTo>
                    <a:pt x="179672" y="30484"/>
                    <a:pt x="173576" y="47555"/>
                    <a:pt x="173576" y="64626"/>
                  </a:cubicBezTo>
                  <a:lnTo>
                    <a:pt x="96574" y="108522"/>
                  </a:lnTo>
                  <a:cubicBezTo>
                    <a:pt x="86756" y="101206"/>
                    <a:pt x="74564" y="97548"/>
                    <a:pt x="61088" y="97548"/>
                  </a:cubicBezTo>
                  <a:cubicBezTo>
                    <a:pt x="45239" y="97548"/>
                    <a:pt x="29325" y="103645"/>
                    <a:pt x="18352" y="115839"/>
                  </a:cubicBezTo>
                  <a:cubicBezTo>
                    <a:pt x="6096" y="128032"/>
                    <a:pt x="0" y="142664"/>
                    <a:pt x="0" y="159735"/>
                  </a:cubicBezTo>
                  <a:cubicBezTo>
                    <a:pt x="0" y="175587"/>
                    <a:pt x="6096" y="191438"/>
                    <a:pt x="18352" y="203632"/>
                  </a:cubicBezTo>
                  <a:cubicBezTo>
                    <a:pt x="23229" y="208510"/>
                    <a:pt x="30544" y="213387"/>
                    <a:pt x="36640" y="215825"/>
                  </a:cubicBezTo>
                  <a:lnTo>
                    <a:pt x="36640" y="301180"/>
                  </a:lnTo>
                  <a:cubicBezTo>
                    <a:pt x="29325" y="304838"/>
                    <a:pt x="23229" y="308496"/>
                    <a:pt x="18352" y="313374"/>
                  </a:cubicBezTo>
                  <a:cubicBezTo>
                    <a:pt x="6096" y="325565"/>
                    <a:pt x="0" y="340202"/>
                    <a:pt x="0" y="357271"/>
                  </a:cubicBezTo>
                  <a:cubicBezTo>
                    <a:pt x="0" y="373120"/>
                    <a:pt x="6096" y="388976"/>
                    <a:pt x="18352" y="401168"/>
                  </a:cubicBezTo>
                  <a:cubicBezTo>
                    <a:pt x="30544" y="413360"/>
                    <a:pt x="45239" y="419456"/>
                    <a:pt x="62307" y="419456"/>
                  </a:cubicBezTo>
                  <a:cubicBezTo>
                    <a:pt x="75783" y="419456"/>
                    <a:pt x="89194" y="414579"/>
                    <a:pt x="100231" y="407264"/>
                  </a:cubicBezTo>
                  <a:lnTo>
                    <a:pt x="174795" y="449943"/>
                  </a:lnTo>
                  <a:cubicBezTo>
                    <a:pt x="174795" y="467011"/>
                    <a:pt x="180891" y="482861"/>
                    <a:pt x="193083" y="495059"/>
                  </a:cubicBezTo>
                  <a:cubicBezTo>
                    <a:pt x="205339" y="507251"/>
                    <a:pt x="220034" y="513347"/>
                    <a:pt x="237103" y="513347"/>
                  </a:cubicBezTo>
                  <a:cubicBezTo>
                    <a:pt x="253016" y="513347"/>
                    <a:pt x="268866" y="507251"/>
                    <a:pt x="281122" y="495059"/>
                  </a:cubicBezTo>
                  <a:cubicBezTo>
                    <a:pt x="293314" y="482861"/>
                    <a:pt x="300693" y="464573"/>
                    <a:pt x="299474" y="447504"/>
                  </a:cubicBezTo>
                  <a:lnTo>
                    <a:pt x="371535" y="406045"/>
                  </a:lnTo>
                  <a:cubicBezTo>
                    <a:pt x="382572" y="414579"/>
                    <a:pt x="395983" y="419456"/>
                    <a:pt x="410678" y="419456"/>
                  </a:cubicBezTo>
                  <a:cubicBezTo>
                    <a:pt x="426592" y="419456"/>
                    <a:pt x="442442" y="413360"/>
                    <a:pt x="454697" y="401168"/>
                  </a:cubicBezTo>
                  <a:cubicBezTo>
                    <a:pt x="466890" y="388976"/>
                    <a:pt x="472985" y="374339"/>
                    <a:pt x="472985" y="357271"/>
                  </a:cubicBezTo>
                  <a:cubicBezTo>
                    <a:pt x="472985" y="341421"/>
                    <a:pt x="466890" y="325565"/>
                    <a:pt x="454697" y="313374"/>
                  </a:cubicBezTo>
                  <a:cubicBezTo>
                    <a:pt x="448537" y="307277"/>
                    <a:pt x="442442" y="303619"/>
                    <a:pt x="433907" y="299960"/>
                  </a:cubicBezTo>
                  <a:lnTo>
                    <a:pt x="433907" y="215825"/>
                  </a:lnTo>
                  <a:cubicBezTo>
                    <a:pt x="441222" y="212167"/>
                    <a:pt x="448537" y="207290"/>
                    <a:pt x="454697" y="201193"/>
                  </a:cubicBezTo>
                  <a:cubicBezTo>
                    <a:pt x="466890" y="189000"/>
                    <a:pt x="472985" y="174367"/>
                    <a:pt x="472985" y="157297"/>
                  </a:cubicBezTo>
                  <a:cubicBezTo>
                    <a:pt x="472985" y="141445"/>
                    <a:pt x="466890" y="125593"/>
                    <a:pt x="454697" y="113400"/>
                  </a:cubicBezTo>
                  <a:cubicBezTo>
                    <a:pt x="442442" y="101206"/>
                    <a:pt x="427811" y="95110"/>
                    <a:pt x="410678" y="95110"/>
                  </a:cubicBezTo>
                  <a:cubicBezTo>
                    <a:pt x="397203" y="95110"/>
                    <a:pt x="385011" y="98767"/>
                    <a:pt x="374038" y="107303"/>
                  </a:cubicBezTo>
                  <a:lnTo>
                    <a:pt x="299474" y="64626"/>
                  </a:lnTo>
                  <a:cubicBezTo>
                    <a:pt x="300693" y="46335"/>
                    <a:pt x="294533" y="29265"/>
                    <a:pt x="281122" y="15852"/>
                  </a:cubicBezTo>
                  <a:cubicBezTo>
                    <a:pt x="267646" y="6097"/>
                    <a:pt x="251797" y="0"/>
                    <a:pt x="235883" y="0"/>
                  </a:cubicBezTo>
                  <a:close/>
                </a:path>
              </a:pathLst>
            </a:custGeom>
            <a:solidFill>
              <a:srgbClr val="FFFFFF"/>
            </a:solidFill>
            <a:ln w="6417" cap="flat">
              <a:noFill/>
              <a:prstDash val="solid"/>
              <a:miter/>
            </a:ln>
          </p:spPr>
          <p:txBody>
            <a:bodyPr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srgbClr val="7C8A98"/>
                </a:solidFill>
                <a:effectLst/>
                <a:uLnTx/>
                <a:uFillTx/>
                <a:latin typeface="Oracle Sans Tab"/>
                <a:ea typeface="+mn-ea"/>
                <a:cs typeface="+mn-cs"/>
              </a:endParaRPr>
            </a:p>
          </p:txBody>
        </p:sp>
        <p:sp>
          <p:nvSpPr>
            <p:cNvPr id="51" name="Freeform: Shape 50">
              <a:extLst>
                <a:ext uri="{FF2B5EF4-FFF2-40B4-BE49-F238E27FC236}">
                  <a16:creationId xmlns:a16="http://schemas.microsoft.com/office/drawing/2014/main" id="{0C920B97-7BF1-0470-B913-37A0CE4C820F}"/>
                </a:ext>
              </a:extLst>
            </p:cNvPr>
            <p:cNvSpPr/>
            <p:nvPr/>
          </p:nvSpPr>
          <p:spPr>
            <a:xfrm>
              <a:off x="9201815" y="2376001"/>
              <a:ext cx="446163" cy="487738"/>
            </a:xfrm>
            <a:custGeom>
              <a:avLst/>
              <a:gdLst>
                <a:gd name="connsiteX0" fmla="*/ 405801 w 446163"/>
                <a:gd name="connsiteY0" fmla="*/ 297522 h 487738"/>
                <a:gd name="connsiteX1" fmla="*/ 405801 w 446163"/>
                <a:gd name="connsiteY1" fmla="*/ 195096 h 487738"/>
                <a:gd name="connsiteX2" fmla="*/ 430250 w 446163"/>
                <a:gd name="connsiteY2" fmla="*/ 180464 h 487738"/>
                <a:gd name="connsiteX3" fmla="*/ 444944 w 446163"/>
                <a:gd name="connsiteY3" fmla="*/ 145103 h 487738"/>
                <a:gd name="connsiteX4" fmla="*/ 430250 w 446163"/>
                <a:gd name="connsiteY4" fmla="*/ 109741 h 487738"/>
                <a:gd name="connsiteX5" fmla="*/ 360626 w 446163"/>
                <a:gd name="connsiteY5" fmla="*/ 109741 h 487738"/>
                <a:gd name="connsiteX6" fmla="*/ 271369 w 446163"/>
                <a:gd name="connsiteY6" fmla="*/ 60968 h 487738"/>
                <a:gd name="connsiteX7" fmla="*/ 257957 w 446163"/>
                <a:gd name="connsiteY7" fmla="*/ 14632 h 487738"/>
                <a:gd name="connsiteX8" fmla="*/ 188270 w 446163"/>
                <a:gd name="connsiteY8" fmla="*/ 14632 h 487738"/>
                <a:gd name="connsiteX9" fmla="*/ 174795 w 446163"/>
                <a:gd name="connsiteY9" fmla="*/ 58529 h 487738"/>
                <a:gd name="connsiteX10" fmla="*/ 84382 w 446163"/>
                <a:gd name="connsiteY10" fmla="*/ 110961 h 487738"/>
                <a:gd name="connsiteX11" fmla="*/ 14695 w 446163"/>
                <a:gd name="connsiteY11" fmla="*/ 112181 h 487738"/>
                <a:gd name="connsiteX12" fmla="*/ 0 w 446163"/>
                <a:gd name="connsiteY12" fmla="*/ 146322 h 487738"/>
                <a:gd name="connsiteX13" fmla="*/ 14695 w 446163"/>
                <a:gd name="connsiteY13" fmla="*/ 181683 h 487738"/>
                <a:gd name="connsiteX14" fmla="*/ 36704 w 446163"/>
                <a:gd name="connsiteY14" fmla="*/ 193877 h 487738"/>
                <a:gd name="connsiteX15" fmla="*/ 36704 w 446163"/>
                <a:gd name="connsiteY15" fmla="*/ 296303 h 487738"/>
                <a:gd name="connsiteX16" fmla="*/ 14695 w 446163"/>
                <a:gd name="connsiteY16" fmla="*/ 308496 h 487738"/>
                <a:gd name="connsiteX17" fmla="*/ 0 w 446163"/>
                <a:gd name="connsiteY17" fmla="*/ 345079 h 487738"/>
                <a:gd name="connsiteX18" fmla="*/ 14695 w 446163"/>
                <a:gd name="connsiteY18" fmla="*/ 380436 h 487738"/>
                <a:gd name="connsiteX19" fmla="*/ 48896 w 446163"/>
                <a:gd name="connsiteY19" fmla="*/ 393854 h 487738"/>
                <a:gd name="connsiteX20" fmla="*/ 84382 w 446163"/>
                <a:gd name="connsiteY20" fmla="*/ 379217 h 487738"/>
                <a:gd name="connsiteX21" fmla="*/ 85600 w 446163"/>
                <a:gd name="connsiteY21" fmla="*/ 377998 h 487738"/>
                <a:gd name="connsiteX22" fmla="*/ 174795 w 446163"/>
                <a:gd name="connsiteY22" fmla="*/ 429210 h 487738"/>
                <a:gd name="connsiteX23" fmla="*/ 188270 w 446163"/>
                <a:gd name="connsiteY23" fmla="*/ 473108 h 487738"/>
                <a:gd name="connsiteX24" fmla="*/ 223691 w 446163"/>
                <a:gd name="connsiteY24" fmla="*/ 487738 h 487738"/>
                <a:gd name="connsiteX25" fmla="*/ 259176 w 446163"/>
                <a:gd name="connsiteY25" fmla="*/ 473108 h 487738"/>
                <a:gd name="connsiteX26" fmla="*/ 272587 w 446163"/>
                <a:gd name="connsiteY26" fmla="*/ 427991 h 487738"/>
                <a:gd name="connsiteX27" fmla="*/ 359343 w 446163"/>
                <a:gd name="connsiteY27" fmla="*/ 377998 h 487738"/>
                <a:gd name="connsiteX28" fmla="*/ 360626 w 446163"/>
                <a:gd name="connsiteY28" fmla="*/ 380436 h 487738"/>
                <a:gd name="connsiteX29" fmla="*/ 396047 w 446163"/>
                <a:gd name="connsiteY29" fmla="*/ 395073 h 487738"/>
                <a:gd name="connsiteX30" fmla="*/ 431468 w 446163"/>
                <a:gd name="connsiteY30" fmla="*/ 380436 h 487738"/>
                <a:gd name="connsiteX31" fmla="*/ 446163 w 446163"/>
                <a:gd name="connsiteY31" fmla="*/ 345079 h 487738"/>
                <a:gd name="connsiteX32" fmla="*/ 431468 w 446163"/>
                <a:gd name="connsiteY32" fmla="*/ 309716 h 487738"/>
                <a:gd name="connsiteX33" fmla="*/ 405801 w 446163"/>
                <a:gd name="connsiteY33" fmla="*/ 297522 h 487738"/>
                <a:gd name="connsiteX34" fmla="*/ 261615 w 446163"/>
                <a:gd name="connsiteY34" fmla="*/ 407265 h 487738"/>
                <a:gd name="connsiteX35" fmla="*/ 257957 w 446163"/>
                <a:gd name="connsiteY35" fmla="*/ 403607 h 487738"/>
                <a:gd name="connsiteX36" fmla="*/ 234728 w 446163"/>
                <a:gd name="connsiteY36" fmla="*/ 391415 h 487738"/>
                <a:gd name="connsiteX37" fmla="*/ 234728 w 446163"/>
                <a:gd name="connsiteY37" fmla="*/ 306057 h 487738"/>
                <a:gd name="connsiteX38" fmla="*/ 278683 w 446163"/>
                <a:gd name="connsiteY38" fmla="*/ 290206 h 487738"/>
                <a:gd name="connsiteX39" fmla="*/ 347151 w 446163"/>
                <a:gd name="connsiteY39" fmla="*/ 329223 h 487738"/>
                <a:gd name="connsiteX40" fmla="*/ 347151 w 446163"/>
                <a:gd name="connsiteY40" fmla="*/ 357271 h 487738"/>
                <a:gd name="connsiteX41" fmla="*/ 261615 w 446163"/>
                <a:gd name="connsiteY41" fmla="*/ 407265 h 487738"/>
                <a:gd name="connsiteX42" fmla="*/ 188270 w 446163"/>
                <a:gd name="connsiteY42" fmla="*/ 403607 h 487738"/>
                <a:gd name="connsiteX43" fmla="*/ 183393 w 446163"/>
                <a:gd name="connsiteY43" fmla="*/ 408484 h 487738"/>
                <a:gd name="connsiteX44" fmla="*/ 96574 w 446163"/>
                <a:gd name="connsiteY44" fmla="*/ 358490 h 487738"/>
                <a:gd name="connsiteX45" fmla="*/ 96574 w 446163"/>
                <a:gd name="connsiteY45" fmla="*/ 329223 h 487738"/>
                <a:gd name="connsiteX46" fmla="*/ 165041 w 446163"/>
                <a:gd name="connsiteY46" fmla="*/ 288986 h 487738"/>
                <a:gd name="connsiteX47" fmla="*/ 212718 w 446163"/>
                <a:gd name="connsiteY47" fmla="*/ 304838 h 487738"/>
                <a:gd name="connsiteX48" fmla="*/ 212718 w 446163"/>
                <a:gd name="connsiteY48" fmla="*/ 390190 h 487738"/>
                <a:gd name="connsiteX49" fmla="*/ 188270 w 446163"/>
                <a:gd name="connsiteY49" fmla="*/ 403607 h 487738"/>
                <a:gd name="connsiteX50" fmla="*/ 59933 w 446163"/>
                <a:gd name="connsiteY50" fmla="*/ 195096 h 487738"/>
                <a:gd name="connsiteX51" fmla="*/ 84382 w 446163"/>
                <a:gd name="connsiteY51" fmla="*/ 181683 h 487738"/>
                <a:gd name="connsiteX52" fmla="*/ 86820 w 446163"/>
                <a:gd name="connsiteY52" fmla="*/ 179245 h 487738"/>
                <a:gd name="connsiteX53" fmla="*/ 146689 w 446163"/>
                <a:gd name="connsiteY53" fmla="*/ 213386 h 487738"/>
                <a:gd name="connsiteX54" fmla="*/ 128337 w 446163"/>
                <a:gd name="connsiteY54" fmla="*/ 238993 h 487738"/>
                <a:gd name="connsiteX55" fmla="*/ 124679 w 446163"/>
                <a:gd name="connsiteY55" fmla="*/ 243870 h 487738"/>
                <a:gd name="connsiteX56" fmla="*/ 127117 w 446163"/>
                <a:gd name="connsiteY56" fmla="*/ 248748 h 487738"/>
                <a:gd name="connsiteX57" fmla="*/ 145470 w 446163"/>
                <a:gd name="connsiteY57" fmla="*/ 274354 h 487738"/>
                <a:gd name="connsiteX58" fmla="*/ 84382 w 446163"/>
                <a:gd name="connsiteY58" fmla="*/ 309716 h 487738"/>
                <a:gd name="connsiteX59" fmla="*/ 59933 w 446163"/>
                <a:gd name="connsiteY59" fmla="*/ 296303 h 487738"/>
                <a:gd name="connsiteX60" fmla="*/ 59933 w 446163"/>
                <a:gd name="connsiteY60" fmla="*/ 195096 h 487738"/>
                <a:gd name="connsiteX61" fmla="*/ 184613 w 446163"/>
                <a:gd name="connsiteY61" fmla="*/ 79258 h 487738"/>
                <a:gd name="connsiteX62" fmla="*/ 188270 w 446163"/>
                <a:gd name="connsiteY62" fmla="*/ 84135 h 487738"/>
                <a:gd name="connsiteX63" fmla="*/ 212718 w 446163"/>
                <a:gd name="connsiteY63" fmla="*/ 97548 h 487738"/>
                <a:gd name="connsiteX64" fmla="*/ 212718 w 446163"/>
                <a:gd name="connsiteY64" fmla="*/ 181683 h 487738"/>
                <a:gd name="connsiteX65" fmla="*/ 165041 w 446163"/>
                <a:gd name="connsiteY65" fmla="*/ 197535 h 487738"/>
                <a:gd name="connsiteX66" fmla="*/ 97793 w 446163"/>
                <a:gd name="connsiteY66" fmla="*/ 158516 h 487738"/>
                <a:gd name="connsiteX67" fmla="*/ 96574 w 446163"/>
                <a:gd name="connsiteY67" fmla="*/ 129251 h 487738"/>
                <a:gd name="connsiteX68" fmla="*/ 184613 w 446163"/>
                <a:gd name="connsiteY68" fmla="*/ 79258 h 487738"/>
                <a:gd name="connsiteX69" fmla="*/ 257957 w 446163"/>
                <a:gd name="connsiteY69" fmla="*/ 84135 h 487738"/>
                <a:gd name="connsiteX70" fmla="*/ 260395 w 446163"/>
                <a:gd name="connsiteY70" fmla="*/ 80477 h 487738"/>
                <a:gd name="connsiteX71" fmla="*/ 347151 w 446163"/>
                <a:gd name="connsiteY71" fmla="*/ 130470 h 487738"/>
                <a:gd name="connsiteX72" fmla="*/ 345932 w 446163"/>
                <a:gd name="connsiteY72" fmla="*/ 158516 h 487738"/>
                <a:gd name="connsiteX73" fmla="*/ 281121 w 446163"/>
                <a:gd name="connsiteY73" fmla="*/ 197535 h 487738"/>
                <a:gd name="connsiteX74" fmla="*/ 235947 w 446163"/>
                <a:gd name="connsiteY74" fmla="*/ 181683 h 487738"/>
                <a:gd name="connsiteX75" fmla="*/ 235947 w 446163"/>
                <a:gd name="connsiteY75" fmla="*/ 96329 h 487738"/>
                <a:gd name="connsiteX76" fmla="*/ 257957 w 446163"/>
                <a:gd name="connsiteY76" fmla="*/ 84135 h 487738"/>
                <a:gd name="connsiteX77" fmla="*/ 284844 w 446163"/>
                <a:gd name="connsiteY77" fmla="*/ 258502 h 487738"/>
                <a:gd name="connsiteX78" fmla="*/ 162603 w 446163"/>
                <a:gd name="connsiteY78" fmla="*/ 258502 h 487738"/>
                <a:gd name="connsiteX79" fmla="*/ 150346 w 446163"/>
                <a:gd name="connsiteY79" fmla="*/ 243870 h 487738"/>
                <a:gd name="connsiteX80" fmla="*/ 162603 w 446163"/>
                <a:gd name="connsiteY80" fmla="*/ 229238 h 487738"/>
                <a:gd name="connsiteX81" fmla="*/ 284844 w 446163"/>
                <a:gd name="connsiteY81" fmla="*/ 229238 h 487738"/>
                <a:gd name="connsiteX82" fmla="*/ 297036 w 446163"/>
                <a:gd name="connsiteY82" fmla="*/ 243870 h 487738"/>
                <a:gd name="connsiteX83" fmla="*/ 284844 w 446163"/>
                <a:gd name="connsiteY83" fmla="*/ 258502 h 487738"/>
                <a:gd name="connsiteX84" fmla="*/ 360626 w 446163"/>
                <a:gd name="connsiteY84" fmla="*/ 309716 h 487738"/>
                <a:gd name="connsiteX85" fmla="*/ 360626 w 446163"/>
                <a:gd name="connsiteY85" fmla="*/ 309716 h 487738"/>
                <a:gd name="connsiteX86" fmla="*/ 299474 w 446163"/>
                <a:gd name="connsiteY86" fmla="*/ 275574 h 487738"/>
                <a:gd name="connsiteX87" fmla="*/ 300693 w 446163"/>
                <a:gd name="connsiteY87" fmla="*/ 274354 h 487738"/>
                <a:gd name="connsiteX88" fmla="*/ 319045 w 446163"/>
                <a:gd name="connsiteY88" fmla="*/ 248748 h 487738"/>
                <a:gd name="connsiteX89" fmla="*/ 321484 w 446163"/>
                <a:gd name="connsiteY89" fmla="*/ 243870 h 487738"/>
                <a:gd name="connsiteX90" fmla="*/ 319045 w 446163"/>
                <a:gd name="connsiteY90" fmla="*/ 238993 h 487738"/>
                <a:gd name="connsiteX91" fmla="*/ 300693 w 446163"/>
                <a:gd name="connsiteY91" fmla="*/ 213386 h 487738"/>
                <a:gd name="connsiteX92" fmla="*/ 359343 w 446163"/>
                <a:gd name="connsiteY92" fmla="*/ 179245 h 487738"/>
                <a:gd name="connsiteX93" fmla="*/ 361846 w 446163"/>
                <a:gd name="connsiteY93" fmla="*/ 181683 h 487738"/>
                <a:gd name="connsiteX94" fmla="*/ 385011 w 446163"/>
                <a:gd name="connsiteY94" fmla="*/ 195096 h 487738"/>
                <a:gd name="connsiteX95" fmla="*/ 385011 w 446163"/>
                <a:gd name="connsiteY95" fmla="*/ 297522 h 487738"/>
                <a:gd name="connsiteX96" fmla="*/ 360626 w 446163"/>
                <a:gd name="connsiteY96" fmla="*/ 309716 h 487738"/>
                <a:gd name="connsiteX97" fmla="*/ 376476 w 446163"/>
                <a:gd name="connsiteY97" fmla="*/ 128032 h 487738"/>
                <a:gd name="connsiteX98" fmla="*/ 414399 w 446163"/>
                <a:gd name="connsiteY98" fmla="*/ 128032 h 487738"/>
                <a:gd name="connsiteX99" fmla="*/ 421715 w 446163"/>
                <a:gd name="connsiteY99" fmla="*/ 146322 h 487738"/>
                <a:gd name="connsiteX100" fmla="*/ 414399 w 446163"/>
                <a:gd name="connsiteY100" fmla="*/ 164613 h 487738"/>
                <a:gd name="connsiteX101" fmla="*/ 394828 w 446163"/>
                <a:gd name="connsiteY101" fmla="*/ 171928 h 487738"/>
                <a:gd name="connsiteX102" fmla="*/ 376476 w 446163"/>
                <a:gd name="connsiteY102" fmla="*/ 164613 h 487738"/>
                <a:gd name="connsiteX103" fmla="*/ 372818 w 446163"/>
                <a:gd name="connsiteY103" fmla="*/ 131690 h 487738"/>
                <a:gd name="connsiteX104" fmla="*/ 376476 w 446163"/>
                <a:gd name="connsiteY104" fmla="*/ 128032 h 487738"/>
                <a:gd name="connsiteX105" fmla="*/ 204119 w 446163"/>
                <a:gd name="connsiteY105" fmla="*/ 30484 h 487738"/>
                <a:gd name="connsiteX106" fmla="*/ 242043 w 446163"/>
                <a:gd name="connsiteY106" fmla="*/ 30484 h 487738"/>
                <a:gd name="connsiteX107" fmla="*/ 246920 w 446163"/>
                <a:gd name="connsiteY107" fmla="*/ 60968 h 487738"/>
                <a:gd name="connsiteX108" fmla="*/ 242043 w 446163"/>
                <a:gd name="connsiteY108" fmla="*/ 68284 h 487738"/>
                <a:gd name="connsiteX109" fmla="*/ 204119 w 446163"/>
                <a:gd name="connsiteY109" fmla="*/ 68284 h 487738"/>
                <a:gd name="connsiteX110" fmla="*/ 198024 w 446163"/>
                <a:gd name="connsiteY110" fmla="*/ 59748 h 487738"/>
                <a:gd name="connsiteX111" fmla="*/ 204119 w 446163"/>
                <a:gd name="connsiteY111" fmla="*/ 30484 h 487738"/>
                <a:gd name="connsiteX112" fmla="*/ 23229 w 446163"/>
                <a:gd name="connsiteY112" fmla="*/ 146322 h 487738"/>
                <a:gd name="connsiteX113" fmla="*/ 30608 w 446163"/>
                <a:gd name="connsiteY113" fmla="*/ 128032 h 487738"/>
                <a:gd name="connsiteX114" fmla="*/ 68468 w 446163"/>
                <a:gd name="connsiteY114" fmla="*/ 128032 h 487738"/>
                <a:gd name="connsiteX115" fmla="*/ 72125 w 446163"/>
                <a:gd name="connsiteY115" fmla="*/ 131690 h 487738"/>
                <a:gd name="connsiteX116" fmla="*/ 68468 w 446163"/>
                <a:gd name="connsiteY116" fmla="*/ 165832 h 487738"/>
                <a:gd name="connsiteX117" fmla="*/ 48896 w 446163"/>
                <a:gd name="connsiteY117" fmla="*/ 173148 h 487738"/>
                <a:gd name="connsiteX118" fmla="*/ 30608 w 446163"/>
                <a:gd name="connsiteY118" fmla="*/ 165832 h 487738"/>
                <a:gd name="connsiteX119" fmla="*/ 23229 w 446163"/>
                <a:gd name="connsiteY119" fmla="*/ 146322 h 487738"/>
                <a:gd name="connsiteX120" fmla="*/ 30608 w 446163"/>
                <a:gd name="connsiteY120" fmla="*/ 363367 h 487738"/>
                <a:gd name="connsiteX121" fmla="*/ 23229 w 446163"/>
                <a:gd name="connsiteY121" fmla="*/ 345079 h 487738"/>
                <a:gd name="connsiteX122" fmla="*/ 30608 w 446163"/>
                <a:gd name="connsiteY122" fmla="*/ 326785 h 487738"/>
                <a:gd name="connsiteX123" fmla="*/ 48896 w 446163"/>
                <a:gd name="connsiteY123" fmla="*/ 319470 h 487738"/>
                <a:gd name="connsiteX124" fmla="*/ 68468 w 446163"/>
                <a:gd name="connsiteY124" fmla="*/ 326785 h 487738"/>
                <a:gd name="connsiteX125" fmla="*/ 72125 w 446163"/>
                <a:gd name="connsiteY125" fmla="*/ 358490 h 487738"/>
                <a:gd name="connsiteX126" fmla="*/ 68468 w 446163"/>
                <a:gd name="connsiteY126" fmla="*/ 364586 h 487738"/>
                <a:gd name="connsiteX127" fmla="*/ 30608 w 446163"/>
                <a:gd name="connsiteY127" fmla="*/ 363367 h 487738"/>
                <a:gd name="connsiteX128" fmla="*/ 242043 w 446163"/>
                <a:gd name="connsiteY128" fmla="*/ 457258 h 487738"/>
                <a:gd name="connsiteX129" fmla="*/ 204119 w 446163"/>
                <a:gd name="connsiteY129" fmla="*/ 457258 h 487738"/>
                <a:gd name="connsiteX130" fmla="*/ 198024 w 446163"/>
                <a:gd name="connsiteY130" fmla="*/ 427991 h 487738"/>
                <a:gd name="connsiteX131" fmla="*/ 204119 w 446163"/>
                <a:gd name="connsiteY131" fmla="*/ 419457 h 487738"/>
                <a:gd name="connsiteX132" fmla="*/ 242043 w 446163"/>
                <a:gd name="connsiteY132" fmla="*/ 419457 h 487738"/>
                <a:gd name="connsiteX133" fmla="*/ 246920 w 446163"/>
                <a:gd name="connsiteY133" fmla="*/ 426772 h 487738"/>
                <a:gd name="connsiteX134" fmla="*/ 242043 w 446163"/>
                <a:gd name="connsiteY134" fmla="*/ 457258 h 487738"/>
                <a:gd name="connsiteX135" fmla="*/ 414399 w 446163"/>
                <a:gd name="connsiteY135" fmla="*/ 363367 h 487738"/>
                <a:gd name="connsiteX136" fmla="*/ 376476 w 446163"/>
                <a:gd name="connsiteY136" fmla="*/ 363367 h 487738"/>
                <a:gd name="connsiteX137" fmla="*/ 371600 w 446163"/>
                <a:gd name="connsiteY137" fmla="*/ 357271 h 487738"/>
                <a:gd name="connsiteX138" fmla="*/ 376476 w 446163"/>
                <a:gd name="connsiteY138" fmla="*/ 325566 h 487738"/>
                <a:gd name="connsiteX139" fmla="*/ 394828 w 446163"/>
                <a:gd name="connsiteY139" fmla="*/ 318250 h 487738"/>
                <a:gd name="connsiteX140" fmla="*/ 414399 w 446163"/>
                <a:gd name="connsiteY140" fmla="*/ 325566 h 487738"/>
                <a:gd name="connsiteX141" fmla="*/ 421715 w 446163"/>
                <a:gd name="connsiteY141" fmla="*/ 343860 h 487738"/>
                <a:gd name="connsiteX142" fmla="*/ 414399 w 446163"/>
                <a:gd name="connsiteY142" fmla="*/ 363367 h 487738"/>
                <a:gd name="connsiteX143" fmla="*/ 253016 w 446163"/>
                <a:gd name="connsiteY143" fmla="*/ 243870 h 487738"/>
                <a:gd name="connsiteX144" fmla="*/ 224911 w 446163"/>
                <a:gd name="connsiteY144" fmla="*/ 271916 h 487738"/>
                <a:gd name="connsiteX145" fmla="*/ 196805 w 446163"/>
                <a:gd name="connsiteY145" fmla="*/ 243870 h 487738"/>
                <a:gd name="connsiteX146" fmla="*/ 224911 w 446163"/>
                <a:gd name="connsiteY146" fmla="*/ 215825 h 487738"/>
                <a:gd name="connsiteX147" fmla="*/ 253016 w 446163"/>
                <a:gd name="connsiteY147" fmla="*/ 243870 h 487738"/>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 ang="0">
                  <a:pos x="connsiteX39" y="connsiteY39"/>
                </a:cxn>
                <a:cxn ang="0">
                  <a:pos x="connsiteX40" y="connsiteY40"/>
                </a:cxn>
                <a:cxn ang="0">
                  <a:pos x="connsiteX41" y="connsiteY41"/>
                </a:cxn>
                <a:cxn ang="0">
                  <a:pos x="connsiteX42" y="connsiteY42"/>
                </a:cxn>
                <a:cxn ang="0">
                  <a:pos x="connsiteX43" y="connsiteY43"/>
                </a:cxn>
                <a:cxn ang="0">
                  <a:pos x="connsiteX44" y="connsiteY44"/>
                </a:cxn>
                <a:cxn ang="0">
                  <a:pos x="connsiteX45" y="connsiteY45"/>
                </a:cxn>
                <a:cxn ang="0">
                  <a:pos x="connsiteX46" y="connsiteY46"/>
                </a:cxn>
                <a:cxn ang="0">
                  <a:pos x="connsiteX47" y="connsiteY47"/>
                </a:cxn>
                <a:cxn ang="0">
                  <a:pos x="connsiteX48" y="connsiteY48"/>
                </a:cxn>
                <a:cxn ang="0">
                  <a:pos x="connsiteX49" y="connsiteY49"/>
                </a:cxn>
                <a:cxn ang="0">
                  <a:pos x="connsiteX50" y="connsiteY50"/>
                </a:cxn>
                <a:cxn ang="0">
                  <a:pos x="connsiteX51" y="connsiteY51"/>
                </a:cxn>
                <a:cxn ang="0">
                  <a:pos x="connsiteX52" y="connsiteY52"/>
                </a:cxn>
                <a:cxn ang="0">
                  <a:pos x="connsiteX53" y="connsiteY53"/>
                </a:cxn>
                <a:cxn ang="0">
                  <a:pos x="connsiteX54" y="connsiteY54"/>
                </a:cxn>
                <a:cxn ang="0">
                  <a:pos x="connsiteX55" y="connsiteY55"/>
                </a:cxn>
                <a:cxn ang="0">
                  <a:pos x="connsiteX56" y="connsiteY56"/>
                </a:cxn>
                <a:cxn ang="0">
                  <a:pos x="connsiteX57" y="connsiteY57"/>
                </a:cxn>
                <a:cxn ang="0">
                  <a:pos x="connsiteX58" y="connsiteY58"/>
                </a:cxn>
                <a:cxn ang="0">
                  <a:pos x="connsiteX59" y="connsiteY59"/>
                </a:cxn>
                <a:cxn ang="0">
                  <a:pos x="connsiteX60" y="connsiteY60"/>
                </a:cxn>
                <a:cxn ang="0">
                  <a:pos x="connsiteX61" y="connsiteY61"/>
                </a:cxn>
                <a:cxn ang="0">
                  <a:pos x="connsiteX62" y="connsiteY62"/>
                </a:cxn>
                <a:cxn ang="0">
                  <a:pos x="connsiteX63" y="connsiteY63"/>
                </a:cxn>
                <a:cxn ang="0">
                  <a:pos x="connsiteX64" y="connsiteY64"/>
                </a:cxn>
                <a:cxn ang="0">
                  <a:pos x="connsiteX65" y="connsiteY65"/>
                </a:cxn>
                <a:cxn ang="0">
                  <a:pos x="connsiteX66" y="connsiteY66"/>
                </a:cxn>
                <a:cxn ang="0">
                  <a:pos x="connsiteX67" y="connsiteY67"/>
                </a:cxn>
                <a:cxn ang="0">
                  <a:pos x="connsiteX68" y="connsiteY68"/>
                </a:cxn>
                <a:cxn ang="0">
                  <a:pos x="connsiteX69" y="connsiteY69"/>
                </a:cxn>
                <a:cxn ang="0">
                  <a:pos x="connsiteX70" y="connsiteY70"/>
                </a:cxn>
                <a:cxn ang="0">
                  <a:pos x="connsiteX71" y="connsiteY71"/>
                </a:cxn>
                <a:cxn ang="0">
                  <a:pos x="connsiteX72" y="connsiteY72"/>
                </a:cxn>
                <a:cxn ang="0">
                  <a:pos x="connsiteX73" y="connsiteY73"/>
                </a:cxn>
                <a:cxn ang="0">
                  <a:pos x="connsiteX74" y="connsiteY74"/>
                </a:cxn>
                <a:cxn ang="0">
                  <a:pos x="connsiteX75" y="connsiteY75"/>
                </a:cxn>
                <a:cxn ang="0">
                  <a:pos x="connsiteX76" y="connsiteY76"/>
                </a:cxn>
                <a:cxn ang="0">
                  <a:pos x="connsiteX77" y="connsiteY77"/>
                </a:cxn>
                <a:cxn ang="0">
                  <a:pos x="connsiteX78" y="connsiteY78"/>
                </a:cxn>
                <a:cxn ang="0">
                  <a:pos x="connsiteX79" y="connsiteY79"/>
                </a:cxn>
                <a:cxn ang="0">
                  <a:pos x="connsiteX80" y="connsiteY80"/>
                </a:cxn>
                <a:cxn ang="0">
                  <a:pos x="connsiteX81" y="connsiteY81"/>
                </a:cxn>
                <a:cxn ang="0">
                  <a:pos x="connsiteX82" y="connsiteY82"/>
                </a:cxn>
                <a:cxn ang="0">
                  <a:pos x="connsiteX83" y="connsiteY83"/>
                </a:cxn>
                <a:cxn ang="0">
                  <a:pos x="connsiteX84" y="connsiteY84"/>
                </a:cxn>
                <a:cxn ang="0">
                  <a:pos x="connsiteX85" y="connsiteY85"/>
                </a:cxn>
                <a:cxn ang="0">
                  <a:pos x="connsiteX86" y="connsiteY86"/>
                </a:cxn>
                <a:cxn ang="0">
                  <a:pos x="connsiteX87" y="connsiteY87"/>
                </a:cxn>
                <a:cxn ang="0">
                  <a:pos x="connsiteX88" y="connsiteY88"/>
                </a:cxn>
                <a:cxn ang="0">
                  <a:pos x="connsiteX89" y="connsiteY89"/>
                </a:cxn>
                <a:cxn ang="0">
                  <a:pos x="connsiteX90" y="connsiteY90"/>
                </a:cxn>
                <a:cxn ang="0">
                  <a:pos x="connsiteX91" y="connsiteY91"/>
                </a:cxn>
                <a:cxn ang="0">
                  <a:pos x="connsiteX92" y="connsiteY92"/>
                </a:cxn>
                <a:cxn ang="0">
                  <a:pos x="connsiteX93" y="connsiteY93"/>
                </a:cxn>
                <a:cxn ang="0">
                  <a:pos x="connsiteX94" y="connsiteY94"/>
                </a:cxn>
                <a:cxn ang="0">
                  <a:pos x="connsiteX95" y="connsiteY95"/>
                </a:cxn>
                <a:cxn ang="0">
                  <a:pos x="connsiteX96" y="connsiteY96"/>
                </a:cxn>
                <a:cxn ang="0">
                  <a:pos x="connsiteX97" y="connsiteY97"/>
                </a:cxn>
                <a:cxn ang="0">
                  <a:pos x="connsiteX98" y="connsiteY98"/>
                </a:cxn>
                <a:cxn ang="0">
                  <a:pos x="connsiteX99" y="connsiteY99"/>
                </a:cxn>
                <a:cxn ang="0">
                  <a:pos x="connsiteX100" y="connsiteY100"/>
                </a:cxn>
                <a:cxn ang="0">
                  <a:pos x="connsiteX101" y="connsiteY101"/>
                </a:cxn>
                <a:cxn ang="0">
                  <a:pos x="connsiteX102" y="connsiteY102"/>
                </a:cxn>
                <a:cxn ang="0">
                  <a:pos x="connsiteX103" y="connsiteY103"/>
                </a:cxn>
                <a:cxn ang="0">
                  <a:pos x="connsiteX104" y="connsiteY104"/>
                </a:cxn>
                <a:cxn ang="0">
                  <a:pos x="connsiteX105" y="connsiteY105"/>
                </a:cxn>
                <a:cxn ang="0">
                  <a:pos x="connsiteX106" y="connsiteY106"/>
                </a:cxn>
                <a:cxn ang="0">
                  <a:pos x="connsiteX107" y="connsiteY107"/>
                </a:cxn>
                <a:cxn ang="0">
                  <a:pos x="connsiteX108" y="connsiteY108"/>
                </a:cxn>
                <a:cxn ang="0">
                  <a:pos x="connsiteX109" y="connsiteY109"/>
                </a:cxn>
                <a:cxn ang="0">
                  <a:pos x="connsiteX110" y="connsiteY110"/>
                </a:cxn>
                <a:cxn ang="0">
                  <a:pos x="connsiteX111" y="connsiteY111"/>
                </a:cxn>
                <a:cxn ang="0">
                  <a:pos x="connsiteX112" y="connsiteY112"/>
                </a:cxn>
                <a:cxn ang="0">
                  <a:pos x="connsiteX113" y="connsiteY113"/>
                </a:cxn>
                <a:cxn ang="0">
                  <a:pos x="connsiteX114" y="connsiteY114"/>
                </a:cxn>
                <a:cxn ang="0">
                  <a:pos x="connsiteX115" y="connsiteY115"/>
                </a:cxn>
                <a:cxn ang="0">
                  <a:pos x="connsiteX116" y="connsiteY116"/>
                </a:cxn>
                <a:cxn ang="0">
                  <a:pos x="connsiteX117" y="connsiteY117"/>
                </a:cxn>
                <a:cxn ang="0">
                  <a:pos x="connsiteX118" y="connsiteY118"/>
                </a:cxn>
                <a:cxn ang="0">
                  <a:pos x="connsiteX119" y="connsiteY119"/>
                </a:cxn>
                <a:cxn ang="0">
                  <a:pos x="connsiteX120" y="connsiteY120"/>
                </a:cxn>
                <a:cxn ang="0">
                  <a:pos x="connsiteX121" y="connsiteY121"/>
                </a:cxn>
                <a:cxn ang="0">
                  <a:pos x="connsiteX122" y="connsiteY122"/>
                </a:cxn>
                <a:cxn ang="0">
                  <a:pos x="connsiteX123" y="connsiteY123"/>
                </a:cxn>
                <a:cxn ang="0">
                  <a:pos x="connsiteX124" y="connsiteY124"/>
                </a:cxn>
                <a:cxn ang="0">
                  <a:pos x="connsiteX125" y="connsiteY125"/>
                </a:cxn>
                <a:cxn ang="0">
                  <a:pos x="connsiteX126" y="connsiteY126"/>
                </a:cxn>
                <a:cxn ang="0">
                  <a:pos x="connsiteX127" y="connsiteY127"/>
                </a:cxn>
                <a:cxn ang="0">
                  <a:pos x="connsiteX128" y="connsiteY128"/>
                </a:cxn>
                <a:cxn ang="0">
                  <a:pos x="connsiteX129" y="connsiteY129"/>
                </a:cxn>
                <a:cxn ang="0">
                  <a:pos x="connsiteX130" y="connsiteY130"/>
                </a:cxn>
                <a:cxn ang="0">
                  <a:pos x="connsiteX131" y="connsiteY131"/>
                </a:cxn>
                <a:cxn ang="0">
                  <a:pos x="connsiteX132" y="connsiteY132"/>
                </a:cxn>
                <a:cxn ang="0">
                  <a:pos x="connsiteX133" y="connsiteY133"/>
                </a:cxn>
                <a:cxn ang="0">
                  <a:pos x="connsiteX134" y="connsiteY134"/>
                </a:cxn>
                <a:cxn ang="0">
                  <a:pos x="connsiteX135" y="connsiteY135"/>
                </a:cxn>
                <a:cxn ang="0">
                  <a:pos x="connsiteX136" y="connsiteY136"/>
                </a:cxn>
                <a:cxn ang="0">
                  <a:pos x="connsiteX137" y="connsiteY137"/>
                </a:cxn>
                <a:cxn ang="0">
                  <a:pos x="connsiteX138" y="connsiteY138"/>
                </a:cxn>
                <a:cxn ang="0">
                  <a:pos x="connsiteX139" y="connsiteY139"/>
                </a:cxn>
                <a:cxn ang="0">
                  <a:pos x="connsiteX140" y="connsiteY140"/>
                </a:cxn>
                <a:cxn ang="0">
                  <a:pos x="connsiteX141" y="connsiteY141"/>
                </a:cxn>
                <a:cxn ang="0">
                  <a:pos x="connsiteX142" y="connsiteY142"/>
                </a:cxn>
                <a:cxn ang="0">
                  <a:pos x="connsiteX143" y="connsiteY143"/>
                </a:cxn>
                <a:cxn ang="0">
                  <a:pos x="connsiteX144" y="connsiteY144"/>
                </a:cxn>
                <a:cxn ang="0">
                  <a:pos x="connsiteX145" y="connsiteY145"/>
                </a:cxn>
                <a:cxn ang="0">
                  <a:pos x="connsiteX146" y="connsiteY146"/>
                </a:cxn>
                <a:cxn ang="0">
                  <a:pos x="connsiteX147" y="connsiteY147"/>
                </a:cxn>
              </a:cxnLst>
              <a:rect l="l" t="t" r="r" b="b"/>
              <a:pathLst>
                <a:path w="446163" h="487738">
                  <a:moveTo>
                    <a:pt x="405801" y="297522"/>
                  </a:moveTo>
                  <a:lnTo>
                    <a:pt x="405801" y="195096"/>
                  </a:lnTo>
                  <a:cubicBezTo>
                    <a:pt x="415619" y="192657"/>
                    <a:pt x="424153" y="187780"/>
                    <a:pt x="430250" y="180464"/>
                  </a:cubicBezTo>
                  <a:cubicBezTo>
                    <a:pt x="440067" y="170709"/>
                    <a:pt x="444944" y="158516"/>
                    <a:pt x="444944" y="145103"/>
                  </a:cubicBezTo>
                  <a:cubicBezTo>
                    <a:pt x="444944" y="131690"/>
                    <a:pt x="440067" y="119496"/>
                    <a:pt x="430250" y="109741"/>
                  </a:cubicBezTo>
                  <a:cubicBezTo>
                    <a:pt x="410678" y="90232"/>
                    <a:pt x="380134" y="90232"/>
                    <a:pt x="360626" y="109741"/>
                  </a:cubicBezTo>
                  <a:lnTo>
                    <a:pt x="271369" y="60968"/>
                  </a:lnTo>
                  <a:cubicBezTo>
                    <a:pt x="275026" y="45116"/>
                    <a:pt x="270149" y="26826"/>
                    <a:pt x="257957" y="14632"/>
                  </a:cubicBezTo>
                  <a:cubicBezTo>
                    <a:pt x="238386" y="-4877"/>
                    <a:pt x="207842" y="-4877"/>
                    <a:pt x="188270" y="14632"/>
                  </a:cubicBezTo>
                  <a:cubicBezTo>
                    <a:pt x="176014" y="26826"/>
                    <a:pt x="171137" y="42677"/>
                    <a:pt x="174795" y="58529"/>
                  </a:cubicBezTo>
                  <a:lnTo>
                    <a:pt x="84382" y="110961"/>
                  </a:lnTo>
                  <a:cubicBezTo>
                    <a:pt x="64810" y="92671"/>
                    <a:pt x="34266" y="92671"/>
                    <a:pt x="14695" y="112181"/>
                  </a:cubicBezTo>
                  <a:cubicBezTo>
                    <a:pt x="4941" y="120716"/>
                    <a:pt x="0" y="132910"/>
                    <a:pt x="0" y="146322"/>
                  </a:cubicBezTo>
                  <a:cubicBezTo>
                    <a:pt x="0" y="159735"/>
                    <a:pt x="4941" y="171928"/>
                    <a:pt x="14695" y="181683"/>
                  </a:cubicBezTo>
                  <a:cubicBezTo>
                    <a:pt x="20791" y="187780"/>
                    <a:pt x="28170" y="192657"/>
                    <a:pt x="36704" y="193877"/>
                  </a:cubicBezTo>
                  <a:lnTo>
                    <a:pt x="36704" y="296303"/>
                  </a:lnTo>
                  <a:cubicBezTo>
                    <a:pt x="28170" y="298741"/>
                    <a:pt x="20791" y="302400"/>
                    <a:pt x="14695" y="308496"/>
                  </a:cubicBezTo>
                  <a:cubicBezTo>
                    <a:pt x="4941" y="319470"/>
                    <a:pt x="0" y="331662"/>
                    <a:pt x="0" y="345079"/>
                  </a:cubicBezTo>
                  <a:cubicBezTo>
                    <a:pt x="0" y="358490"/>
                    <a:pt x="4941" y="370682"/>
                    <a:pt x="14695" y="380436"/>
                  </a:cubicBezTo>
                  <a:cubicBezTo>
                    <a:pt x="24448" y="388970"/>
                    <a:pt x="36704" y="393854"/>
                    <a:pt x="48896" y="393854"/>
                  </a:cubicBezTo>
                  <a:cubicBezTo>
                    <a:pt x="61153" y="393854"/>
                    <a:pt x="74564" y="388970"/>
                    <a:pt x="84382" y="379217"/>
                  </a:cubicBezTo>
                  <a:lnTo>
                    <a:pt x="85600" y="377998"/>
                  </a:lnTo>
                  <a:lnTo>
                    <a:pt x="174795" y="429210"/>
                  </a:lnTo>
                  <a:cubicBezTo>
                    <a:pt x="172356" y="445066"/>
                    <a:pt x="177233" y="460916"/>
                    <a:pt x="188270" y="473108"/>
                  </a:cubicBezTo>
                  <a:cubicBezTo>
                    <a:pt x="198024" y="482862"/>
                    <a:pt x="210280" y="487738"/>
                    <a:pt x="223691" y="487738"/>
                  </a:cubicBezTo>
                  <a:cubicBezTo>
                    <a:pt x="235947" y="487738"/>
                    <a:pt x="249358" y="482862"/>
                    <a:pt x="259176" y="473108"/>
                  </a:cubicBezTo>
                  <a:cubicBezTo>
                    <a:pt x="271369" y="460916"/>
                    <a:pt x="276245" y="443847"/>
                    <a:pt x="272587" y="427991"/>
                  </a:cubicBezTo>
                  <a:lnTo>
                    <a:pt x="359343" y="377998"/>
                  </a:lnTo>
                  <a:cubicBezTo>
                    <a:pt x="359343" y="379217"/>
                    <a:pt x="360626" y="379217"/>
                    <a:pt x="360626" y="380436"/>
                  </a:cubicBezTo>
                  <a:cubicBezTo>
                    <a:pt x="370380" y="390190"/>
                    <a:pt x="382572" y="395073"/>
                    <a:pt x="396047" y="395073"/>
                  </a:cubicBezTo>
                  <a:cubicBezTo>
                    <a:pt x="408239" y="395073"/>
                    <a:pt x="421715" y="390190"/>
                    <a:pt x="431468" y="380436"/>
                  </a:cubicBezTo>
                  <a:cubicBezTo>
                    <a:pt x="441286" y="370682"/>
                    <a:pt x="446163" y="358490"/>
                    <a:pt x="446163" y="345079"/>
                  </a:cubicBezTo>
                  <a:cubicBezTo>
                    <a:pt x="446163" y="331662"/>
                    <a:pt x="441286" y="319470"/>
                    <a:pt x="431468" y="309716"/>
                  </a:cubicBezTo>
                  <a:cubicBezTo>
                    <a:pt x="422934" y="302400"/>
                    <a:pt x="414399" y="299960"/>
                    <a:pt x="405801" y="297522"/>
                  </a:cubicBezTo>
                  <a:close/>
                  <a:moveTo>
                    <a:pt x="261615" y="407265"/>
                  </a:moveTo>
                  <a:cubicBezTo>
                    <a:pt x="260395" y="406046"/>
                    <a:pt x="259176" y="404826"/>
                    <a:pt x="257957" y="403607"/>
                  </a:cubicBezTo>
                  <a:cubicBezTo>
                    <a:pt x="251797" y="397511"/>
                    <a:pt x="243263" y="392634"/>
                    <a:pt x="234728" y="391415"/>
                  </a:cubicBezTo>
                  <a:lnTo>
                    <a:pt x="234728" y="306057"/>
                  </a:lnTo>
                  <a:cubicBezTo>
                    <a:pt x="250578" y="304838"/>
                    <a:pt x="265272" y="298741"/>
                    <a:pt x="278683" y="290206"/>
                  </a:cubicBezTo>
                  <a:lnTo>
                    <a:pt x="347151" y="329223"/>
                  </a:lnTo>
                  <a:cubicBezTo>
                    <a:pt x="344713" y="337758"/>
                    <a:pt x="343494" y="347518"/>
                    <a:pt x="347151" y="357271"/>
                  </a:cubicBezTo>
                  <a:lnTo>
                    <a:pt x="261615" y="407265"/>
                  </a:lnTo>
                  <a:close/>
                  <a:moveTo>
                    <a:pt x="188270" y="403607"/>
                  </a:moveTo>
                  <a:cubicBezTo>
                    <a:pt x="187051" y="404826"/>
                    <a:pt x="184613" y="407265"/>
                    <a:pt x="183393" y="408484"/>
                  </a:cubicBezTo>
                  <a:lnTo>
                    <a:pt x="96574" y="358490"/>
                  </a:lnTo>
                  <a:cubicBezTo>
                    <a:pt x="99011" y="348737"/>
                    <a:pt x="99011" y="338977"/>
                    <a:pt x="96574" y="329223"/>
                  </a:cubicBezTo>
                  <a:lnTo>
                    <a:pt x="165041" y="288986"/>
                  </a:lnTo>
                  <a:cubicBezTo>
                    <a:pt x="179672" y="297522"/>
                    <a:pt x="195585" y="303619"/>
                    <a:pt x="212718" y="304838"/>
                  </a:cubicBezTo>
                  <a:lnTo>
                    <a:pt x="212718" y="390190"/>
                  </a:lnTo>
                  <a:cubicBezTo>
                    <a:pt x="204119" y="392634"/>
                    <a:pt x="195585" y="396292"/>
                    <a:pt x="188270" y="403607"/>
                  </a:cubicBezTo>
                  <a:close/>
                  <a:moveTo>
                    <a:pt x="59933" y="195096"/>
                  </a:moveTo>
                  <a:cubicBezTo>
                    <a:pt x="69687" y="192657"/>
                    <a:pt x="78285" y="189000"/>
                    <a:pt x="84382" y="181683"/>
                  </a:cubicBezTo>
                  <a:cubicBezTo>
                    <a:pt x="85600" y="180464"/>
                    <a:pt x="85600" y="180464"/>
                    <a:pt x="86820" y="179245"/>
                  </a:cubicBezTo>
                  <a:lnTo>
                    <a:pt x="146689" y="213386"/>
                  </a:lnTo>
                  <a:cubicBezTo>
                    <a:pt x="139374" y="220703"/>
                    <a:pt x="133278" y="229238"/>
                    <a:pt x="128337" y="238993"/>
                  </a:cubicBezTo>
                  <a:lnTo>
                    <a:pt x="124679" y="243870"/>
                  </a:lnTo>
                  <a:lnTo>
                    <a:pt x="127117" y="248748"/>
                  </a:lnTo>
                  <a:cubicBezTo>
                    <a:pt x="132058" y="258502"/>
                    <a:pt x="138155" y="267038"/>
                    <a:pt x="145470" y="274354"/>
                  </a:cubicBezTo>
                  <a:lnTo>
                    <a:pt x="84382" y="309716"/>
                  </a:lnTo>
                  <a:cubicBezTo>
                    <a:pt x="77002" y="302400"/>
                    <a:pt x="68468" y="298741"/>
                    <a:pt x="59933" y="296303"/>
                  </a:cubicBezTo>
                  <a:lnTo>
                    <a:pt x="59933" y="195096"/>
                  </a:lnTo>
                  <a:close/>
                  <a:moveTo>
                    <a:pt x="184613" y="79258"/>
                  </a:moveTo>
                  <a:cubicBezTo>
                    <a:pt x="185832" y="80477"/>
                    <a:pt x="187051" y="82916"/>
                    <a:pt x="188270" y="84135"/>
                  </a:cubicBezTo>
                  <a:cubicBezTo>
                    <a:pt x="195585" y="91452"/>
                    <a:pt x="204119" y="95109"/>
                    <a:pt x="212718" y="97548"/>
                  </a:cubicBezTo>
                  <a:lnTo>
                    <a:pt x="212718" y="181683"/>
                  </a:lnTo>
                  <a:cubicBezTo>
                    <a:pt x="195585" y="182903"/>
                    <a:pt x="179672" y="189000"/>
                    <a:pt x="165041" y="197535"/>
                  </a:cubicBezTo>
                  <a:lnTo>
                    <a:pt x="97793" y="158516"/>
                  </a:lnTo>
                  <a:cubicBezTo>
                    <a:pt x="100231" y="148761"/>
                    <a:pt x="100231" y="139006"/>
                    <a:pt x="96574" y="129251"/>
                  </a:cubicBezTo>
                  <a:lnTo>
                    <a:pt x="184613" y="79258"/>
                  </a:lnTo>
                  <a:close/>
                  <a:moveTo>
                    <a:pt x="257957" y="84135"/>
                  </a:moveTo>
                  <a:cubicBezTo>
                    <a:pt x="259176" y="82916"/>
                    <a:pt x="260395" y="81697"/>
                    <a:pt x="260395" y="80477"/>
                  </a:cubicBezTo>
                  <a:lnTo>
                    <a:pt x="347151" y="130470"/>
                  </a:lnTo>
                  <a:cubicBezTo>
                    <a:pt x="343494" y="140225"/>
                    <a:pt x="343494" y="149980"/>
                    <a:pt x="345932" y="158516"/>
                  </a:cubicBezTo>
                  <a:lnTo>
                    <a:pt x="281121" y="197535"/>
                  </a:lnTo>
                  <a:cubicBezTo>
                    <a:pt x="267710" y="189000"/>
                    <a:pt x="251797" y="182903"/>
                    <a:pt x="235947" y="181683"/>
                  </a:cubicBezTo>
                  <a:lnTo>
                    <a:pt x="235947" y="96329"/>
                  </a:lnTo>
                  <a:cubicBezTo>
                    <a:pt x="243263" y="95109"/>
                    <a:pt x="251797" y="90232"/>
                    <a:pt x="257957" y="84135"/>
                  </a:cubicBezTo>
                  <a:close/>
                  <a:moveTo>
                    <a:pt x="284844" y="258502"/>
                  </a:moveTo>
                  <a:cubicBezTo>
                    <a:pt x="250578" y="292645"/>
                    <a:pt x="196805" y="292645"/>
                    <a:pt x="162603" y="258502"/>
                  </a:cubicBezTo>
                  <a:cubicBezTo>
                    <a:pt x="157726" y="253625"/>
                    <a:pt x="154004" y="248748"/>
                    <a:pt x="150346" y="243870"/>
                  </a:cubicBezTo>
                  <a:cubicBezTo>
                    <a:pt x="154004" y="238993"/>
                    <a:pt x="157726" y="234115"/>
                    <a:pt x="162603" y="229238"/>
                  </a:cubicBezTo>
                  <a:cubicBezTo>
                    <a:pt x="196805" y="195096"/>
                    <a:pt x="250578" y="195096"/>
                    <a:pt x="284844" y="229238"/>
                  </a:cubicBezTo>
                  <a:cubicBezTo>
                    <a:pt x="289721" y="234115"/>
                    <a:pt x="293378" y="238993"/>
                    <a:pt x="297036" y="243870"/>
                  </a:cubicBezTo>
                  <a:cubicBezTo>
                    <a:pt x="292159" y="248748"/>
                    <a:pt x="288501" y="253625"/>
                    <a:pt x="284844" y="258502"/>
                  </a:cubicBezTo>
                  <a:close/>
                  <a:moveTo>
                    <a:pt x="360626" y="309716"/>
                  </a:moveTo>
                  <a:cubicBezTo>
                    <a:pt x="360626" y="309716"/>
                    <a:pt x="359343" y="309716"/>
                    <a:pt x="360626" y="309716"/>
                  </a:cubicBezTo>
                  <a:lnTo>
                    <a:pt x="299474" y="275574"/>
                  </a:lnTo>
                  <a:cubicBezTo>
                    <a:pt x="299474" y="275574"/>
                    <a:pt x="300693" y="275573"/>
                    <a:pt x="300693" y="274354"/>
                  </a:cubicBezTo>
                  <a:cubicBezTo>
                    <a:pt x="308008" y="267038"/>
                    <a:pt x="314168" y="258502"/>
                    <a:pt x="319045" y="248748"/>
                  </a:cubicBezTo>
                  <a:lnTo>
                    <a:pt x="321484" y="243870"/>
                  </a:lnTo>
                  <a:lnTo>
                    <a:pt x="319045" y="238993"/>
                  </a:lnTo>
                  <a:cubicBezTo>
                    <a:pt x="314168" y="229238"/>
                    <a:pt x="308008" y="220703"/>
                    <a:pt x="300693" y="213386"/>
                  </a:cubicBezTo>
                  <a:lnTo>
                    <a:pt x="359343" y="179245"/>
                  </a:lnTo>
                  <a:cubicBezTo>
                    <a:pt x="360626" y="180464"/>
                    <a:pt x="360626" y="180464"/>
                    <a:pt x="361846" y="181683"/>
                  </a:cubicBezTo>
                  <a:cubicBezTo>
                    <a:pt x="367942" y="187780"/>
                    <a:pt x="376476" y="192657"/>
                    <a:pt x="385011" y="195096"/>
                  </a:cubicBezTo>
                  <a:lnTo>
                    <a:pt x="385011" y="297522"/>
                  </a:lnTo>
                  <a:cubicBezTo>
                    <a:pt x="374038" y="298741"/>
                    <a:pt x="366723" y="303619"/>
                    <a:pt x="360626" y="309716"/>
                  </a:cubicBezTo>
                  <a:close/>
                  <a:moveTo>
                    <a:pt x="376476" y="128032"/>
                  </a:moveTo>
                  <a:cubicBezTo>
                    <a:pt x="387513" y="117058"/>
                    <a:pt x="403363" y="117058"/>
                    <a:pt x="414399" y="128032"/>
                  </a:cubicBezTo>
                  <a:cubicBezTo>
                    <a:pt x="419276" y="132910"/>
                    <a:pt x="421715" y="140225"/>
                    <a:pt x="421715" y="146322"/>
                  </a:cubicBezTo>
                  <a:cubicBezTo>
                    <a:pt x="421715" y="153638"/>
                    <a:pt x="419276" y="159735"/>
                    <a:pt x="414399" y="164613"/>
                  </a:cubicBezTo>
                  <a:cubicBezTo>
                    <a:pt x="409458" y="169490"/>
                    <a:pt x="402144" y="173148"/>
                    <a:pt x="394828" y="171928"/>
                  </a:cubicBezTo>
                  <a:cubicBezTo>
                    <a:pt x="387513" y="171928"/>
                    <a:pt x="381353" y="169490"/>
                    <a:pt x="376476" y="164613"/>
                  </a:cubicBezTo>
                  <a:cubicBezTo>
                    <a:pt x="367942" y="156077"/>
                    <a:pt x="365503" y="142664"/>
                    <a:pt x="372818" y="131690"/>
                  </a:cubicBezTo>
                  <a:cubicBezTo>
                    <a:pt x="374038" y="130470"/>
                    <a:pt x="375257" y="129251"/>
                    <a:pt x="376476" y="128032"/>
                  </a:cubicBezTo>
                  <a:close/>
                  <a:moveTo>
                    <a:pt x="204119" y="30484"/>
                  </a:moveTo>
                  <a:cubicBezTo>
                    <a:pt x="215157" y="19510"/>
                    <a:pt x="231006" y="19510"/>
                    <a:pt x="242043" y="30484"/>
                  </a:cubicBezTo>
                  <a:cubicBezTo>
                    <a:pt x="250578" y="39019"/>
                    <a:pt x="251797" y="51213"/>
                    <a:pt x="246920" y="60968"/>
                  </a:cubicBezTo>
                  <a:cubicBezTo>
                    <a:pt x="245701" y="63406"/>
                    <a:pt x="243263" y="65845"/>
                    <a:pt x="242043" y="68284"/>
                  </a:cubicBezTo>
                  <a:cubicBezTo>
                    <a:pt x="231006" y="79258"/>
                    <a:pt x="215157" y="79258"/>
                    <a:pt x="204119" y="68284"/>
                  </a:cubicBezTo>
                  <a:cubicBezTo>
                    <a:pt x="201681" y="65845"/>
                    <a:pt x="199243" y="63406"/>
                    <a:pt x="198024" y="59748"/>
                  </a:cubicBezTo>
                  <a:cubicBezTo>
                    <a:pt x="194366" y="49994"/>
                    <a:pt x="196805" y="37800"/>
                    <a:pt x="204119" y="30484"/>
                  </a:cubicBezTo>
                  <a:close/>
                  <a:moveTo>
                    <a:pt x="23229" y="146322"/>
                  </a:moveTo>
                  <a:cubicBezTo>
                    <a:pt x="23229" y="139006"/>
                    <a:pt x="25667" y="132910"/>
                    <a:pt x="30608" y="128032"/>
                  </a:cubicBezTo>
                  <a:cubicBezTo>
                    <a:pt x="41581" y="117058"/>
                    <a:pt x="57495" y="117058"/>
                    <a:pt x="68468" y="128032"/>
                  </a:cubicBezTo>
                  <a:cubicBezTo>
                    <a:pt x="69687" y="129251"/>
                    <a:pt x="70906" y="130470"/>
                    <a:pt x="72125" y="131690"/>
                  </a:cubicBezTo>
                  <a:cubicBezTo>
                    <a:pt x="79505" y="142664"/>
                    <a:pt x="78285" y="156077"/>
                    <a:pt x="68468" y="165832"/>
                  </a:cubicBezTo>
                  <a:cubicBezTo>
                    <a:pt x="63591" y="170709"/>
                    <a:pt x="56276" y="174367"/>
                    <a:pt x="48896" y="173148"/>
                  </a:cubicBezTo>
                  <a:cubicBezTo>
                    <a:pt x="41581" y="173148"/>
                    <a:pt x="35485" y="170709"/>
                    <a:pt x="30608" y="165832"/>
                  </a:cubicBezTo>
                  <a:cubicBezTo>
                    <a:pt x="25667" y="160954"/>
                    <a:pt x="23229" y="153638"/>
                    <a:pt x="23229" y="146322"/>
                  </a:cubicBezTo>
                  <a:close/>
                  <a:moveTo>
                    <a:pt x="30608" y="363367"/>
                  </a:moveTo>
                  <a:cubicBezTo>
                    <a:pt x="25667" y="358490"/>
                    <a:pt x="23229" y="351175"/>
                    <a:pt x="23229" y="345079"/>
                  </a:cubicBezTo>
                  <a:cubicBezTo>
                    <a:pt x="23229" y="337758"/>
                    <a:pt x="25667" y="331662"/>
                    <a:pt x="30608" y="326785"/>
                  </a:cubicBezTo>
                  <a:cubicBezTo>
                    <a:pt x="35485" y="321908"/>
                    <a:pt x="41581" y="319470"/>
                    <a:pt x="48896" y="319470"/>
                  </a:cubicBezTo>
                  <a:cubicBezTo>
                    <a:pt x="56276" y="319470"/>
                    <a:pt x="63591" y="321908"/>
                    <a:pt x="68468" y="326785"/>
                  </a:cubicBezTo>
                  <a:cubicBezTo>
                    <a:pt x="77002" y="335319"/>
                    <a:pt x="78285" y="348737"/>
                    <a:pt x="72125" y="358490"/>
                  </a:cubicBezTo>
                  <a:cubicBezTo>
                    <a:pt x="70906" y="360929"/>
                    <a:pt x="69687" y="362148"/>
                    <a:pt x="68468" y="364586"/>
                  </a:cubicBezTo>
                  <a:cubicBezTo>
                    <a:pt x="57495" y="374340"/>
                    <a:pt x="41581" y="374340"/>
                    <a:pt x="30608" y="363367"/>
                  </a:cubicBezTo>
                  <a:close/>
                  <a:moveTo>
                    <a:pt x="242043" y="457258"/>
                  </a:moveTo>
                  <a:cubicBezTo>
                    <a:pt x="231006" y="468231"/>
                    <a:pt x="215157" y="468231"/>
                    <a:pt x="204119" y="457258"/>
                  </a:cubicBezTo>
                  <a:cubicBezTo>
                    <a:pt x="196805" y="449943"/>
                    <a:pt x="194366" y="438964"/>
                    <a:pt x="198024" y="427991"/>
                  </a:cubicBezTo>
                  <a:cubicBezTo>
                    <a:pt x="199243" y="424334"/>
                    <a:pt x="201681" y="421895"/>
                    <a:pt x="204119" y="419457"/>
                  </a:cubicBezTo>
                  <a:cubicBezTo>
                    <a:pt x="215157" y="408484"/>
                    <a:pt x="231006" y="408484"/>
                    <a:pt x="242043" y="419457"/>
                  </a:cubicBezTo>
                  <a:cubicBezTo>
                    <a:pt x="244482" y="421895"/>
                    <a:pt x="245701" y="424334"/>
                    <a:pt x="246920" y="426772"/>
                  </a:cubicBezTo>
                  <a:cubicBezTo>
                    <a:pt x="251797" y="437745"/>
                    <a:pt x="250578" y="449943"/>
                    <a:pt x="242043" y="457258"/>
                  </a:cubicBezTo>
                  <a:close/>
                  <a:moveTo>
                    <a:pt x="414399" y="363367"/>
                  </a:moveTo>
                  <a:cubicBezTo>
                    <a:pt x="403363" y="374340"/>
                    <a:pt x="387513" y="374340"/>
                    <a:pt x="376476" y="363367"/>
                  </a:cubicBezTo>
                  <a:cubicBezTo>
                    <a:pt x="375257" y="360929"/>
                    <a:pt x="372818" y="359710"/>
                    <a:pt x="371600" y="357271"/>
                  </a:cubicBezTo>
                  <a:cubicBezTo>
                    <a:pt x="365503" y="347518"/>
                    <a:pt x="367942" y="334100"/>
                    <a:pt x="376476" y="325566"/>
                  </a:cubicBezTo>
                  <a:cubicBezTo>
                    <a:pt x="381353" y="320689"/>
                    <a:pt x="387513" y="318250"/>
                    <a:pt x="394828" y="318250"/>
                  </a:cubicBezTo>
                  <a:cubicBezTo>
                    <a:pt x="402144" y="318250"/>
                    <a:pt x="409458" y="320689"/>
                    <a:pt x="414399" y="325566"/>
                  </a:cubicBezTo>
                  <a:cubicBezTo>
                    <a:pt x="419276" y="330442"/>
                    <a:pt x="421715" y="337758"/>
                    <a:pt x="421715" y="343860"/>
                  </a:cubicBezTo>
                  <a:cubicBezTo>
                    <a:pt x="421715" y="352394"/>
                    <a:pt x="419276" y="358490"/>
                    <a:pt x="414399" y="363367"/>
                  </a:cubicBezTo>
                  <a:close/>
                  <a:moveTo>
                    <a:pt x="253016" y="243870"/>
                  </a:moveTo>
                  <a:cubicBezTo>
                    <a:pt x="253016" y="259722"/>
                    <a:pt x="240824" y="271916"/>
                    <a:pt x="224911" y="271916"/>
                  </a:cubicBezTo>
                  <a:cubicBezTo>
                    <a:pt x="209060" y="271916"/>
                    <a:pt x="196805" y="259722"/>
                    <a:pt x="196805" y="243870"/>
                  </a:cubicBezTo>
                  <a:cubicBezTo>
                    <a:pt x="196805" y="228019"/>
                    <a:pt x="209060" y="215825"/>
                    <a:pt x="224911" y="215825"/>
                  </a:cubicBezTo>
                  <a:cubicBezTo>
                    <a:pt x="239605" y="215825"/>
                    <a:pt x="253016" y="228019"/>
                    <a:pt x="253016" y="243870"/>
                  </a:cubicBezTo>
                  <a:close/>
                </a:path>
              </a:pathLst>
            </a:custGeom>
            <a:solidFill>
              <a:srgbClr val="2D5967"/>
            </a:solidFill>
            <a:ln w="6417" cap="flat">
              <a:noFill/>
              <a:prstDash val="solid"/>
              <a:miter/>
            </a:ln>
          </p:spPr>
          <p:txBody>
            <a:bodyPr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srgbClr val="7C8A98"/>
                </a:solidFill>
                <a:effectLst/>
                <a:uLnTx/>
                <a:uFillTx/>
                <a:latin typeface="Oracle Sans Tab"/>
                <a:ea typeface="+mn-ea"/>
                <a:cs typeface="+mn-cs"/>
              </a:endParaRPr>
            </a:p>
          </p:txBody>
        </p:sp>
      </p:grpSp>
      <p:grpSp>
        <p:nvGrpSpPr>
          <p:cNvPr id="52" name="Graphic 3">
            <a:extLst>
              <a:ext uri="{FF2B5EF4-FFF2-40B4-BE49-F238E27FC236}">
                <a16:creationId xmlns:a16="http://schemas.microsoft.com/office/drawing/2014/main" id="{6184B48A-B556-4F6B-0D57-1BF51E827767}"/>
              </a:ext>
            </a:extLst>
          </p:cNvPr>
          <p:cNvGrpSpPr/>
          <p:nvPr/>
        </p:nvGrpSpPr>
        <p:grpSpPr>
          <a:xfrm>
            <a:off x="5178751" y="4924363"/>
            <a:ext cx="549349" cy="549009"/>
            <a:chOff x="9189623" y="2363804"/>
            <a:chExt cx="472985" cy="513347"/>
          </a:xfrm>
        </p:grpSpPr>
        <p:sp>
          <p:nvSpPr>
            <p:cNvPr id="53" name="Freeform: Shape 52">
              <a:extLst>
                <a:ext uri="{FF2B5EF4-FFF2-40B4-BE49-F238E27FC236}">
                  <a16:creationId xmlns:a16="http://schemas.microsoft.com/office/drawing/2014/main" id="{5EFF0F23-2457-BDC6-3237-2EEB20B28CB8}"/>
                </a:ext>
              </a:extLst>
            </p:cNvPr>
            <p:cNvSpPr/>
            <p:nvPr/>
          </p:nvSpPr>
          <p:spPr>
            <a:xfrm>
              <a:off x="9189623" y="2363804"/>
              <a:ext cx="472985" cy="513347"/>
            </a:xfrm>
            <a:custGeom>
              <a:avLst/>
              <a:gdLst>
                <a:gd name="connsiteX0" fmla="*/ 235883 w 472985"/>
                <a:gd name="connsiteY0" fmla="*/ 12193 h 513347"/>
                <a:gd name="connsiteX1" fmla="*/ 271369 w 472985"/>
                <a:gd name="connsiteY1" fmla="*/ 26826 h 513347"/>
                <a:gd name="connsiteX2" fmla="*/ 284779 w 472985"/>
                <a:gd name="connsiteY2" fmla="*/ 73161 h 513347"/>
                <a:gd name="connsiteX3" fmla="*/ 374038 w 472985"/>
                <a:gd name="connsiteY3" fmla="*/ 124374 h 513347"/>
                <a:gd name="connsiteX4" fmla="*/ 407021 w 472985"/>
                <a:gd name="connsiteY4" fmla="*/ 109741 h 513347"/>
                <a:gd name="connsiteX5" fmla="*/ 442442 w 472985"/>
                <a:gd name="connsiteY5" fmla="*/ 124374 h 513347"/>
                <a:gd name="connsiteX6" fmla="*/ 457136 w 472985"/>
                <a:gd name="connsiteY6" fmla="*/ 159735 h 513347"/>
                <a:gd name="connsiteX7" fmla="*/ 442442 w 472985"/>
                <a:gd name="connsiteY7" fmla="*/ 195096 h 513347"/>
                <a:gd name="connsiteX8" fmla="*/ 417993 w 472985"/>
                <a:gd name="connsiteY8" fmla="*/ 209729 h 513347"/>
                <a:gd name="connsiteX9" fmla="*/ 417993 w 472985"/>
                <a:gd name="connsiteY9" fmla="*/ 312154 h 513347"/>
                <a:gd name="connsiteX10" fmla="*/ 442442 w 472985"/>
                <a:gd name="connsiteY10" fmla="*/ 324346 h 513347"/>
                <a:gd name="connsiteX11" fmla="*/ 457136 w 472985"/>
                <a:gd name="connsiteY11" fmla="*/ 359709 h 513347"/>
                <a:gd name="connsiteX12" fmla="*/ 442442 w 472985"/>
                <a:gd name="connsiteY12" fmla="*/ 395072 h 513347"/>
                <a:gd name="connsiteX13" fmla="*/ 407021 w 472985"/>
                <a:gd name="connsiteY13" fmla="*/ 409703 h 513347"/>
                <a:gd name="connsiteX14" fmla="*/ 371535 w 472985"/>
                <a:gd name="connsiteY14" fmla="*/ 395072 h 513347"/>
                <a:gd name="connsiteX15" fmla="*/ 370316 w 472985"/>
                <a:gd name="connsiteY15" fmla="*/ 392634 h 513347"/>
                <a:gd name="connsiteX16" fmla="*/ 283561 w 472985"/>
                <a:gd name="connsiteY16" fmla="*/ 442627 h 513347"/>
                <a:gd name="connsiteX17" fmla="*/ 270085 w 472985"/>
                <a:gd name="connsiteY17" fmla="*/ 487744 h 513347"/>
                <a:gd name="connsiteX18" fmla="*/ 234664 w 472985"/>
                <a:gd name="connsiteY18" fmla="*/ 502375 h 513347"/>
                <a:gd name="connsiteX19" fmla="*/ 199243 w 472985"/>
                <a:gd name="connsiteY19" fmla="*/ 487744 h 513347"/>
                <a:gd name="connsiteX20" fmla="*/ 185768 w 472985"/>
                <a:gd name="connsiteY20" fmla="*/ 443847 h 513347"/>
                <a:gd name="connsiteX21" fmla="*/ 97793 w 472985"/>
                <a:gd name="connsiteY21" fmla="*/ 390195 h 513347"/>
                <a:gd name="connsiteX22" fmla="*/ 96574 w 472985"/>
                <a:gd name="connsiteY22" fmla="*/ 391415 h 513347"/>
                <a:gd name="connsiteX23" fmla="*/ 61088 w 472985"/>
                <a:gd name="connsiteY23" fmla="*/ 406045 h 513347"/>
                <a:gd name="connsiteX24" fmla="*/ 25667 w 472985"/>
                <a:gd name="connsiteY24" fmla="*/ 391415 h 513347"/>
                <a:gd name="connsiteX25" fmla="*/ 12192 w 472985"/>
                <a:gd name="connsiteY25" fmla="*/ 357271 h 513347"/>
                <a:gd name="connsiteX26" fmla="*/ 26887 w 472985"/>
                <a:gd name="connsiteY26" fmla="*/ 321907 h 513347"/>
                <a:gd name="connsiteX27" fmla="*/ 48896 w 472985"/>
                <a:gd name="connsiteY27" fmla="*/ 309715 h 513347"/>
                <a:gd name="connsiteX28" fmla="*/ 48896 w 472985"/>
                <a:gd name="connsiteY28" fmla="*/ 207290 h 513347"/>
                <a:gd name="connsiteX29" fmla="*/ 26887 w 472985"/>
                <a:gd name="connsiteY29" fmla="*/ 195096 h 513347"/>
                <a:gd name="connsiteX30" fmla="*/ 12192 w 472985"/>
                <a:gd name="connsiteY30" fmla="*/ 158516 h 513347"/>
                <a:gd name="connsiteX31" fmla="*/ 26887 w 472985"/>
                <a:gd name="connsiteY31" fmla="*/ 123155 h 513347"/>
                <a:gd name="connsiteX32" fmla="*/ 61088 w 472985"/>
                <a:gd name="connsiteY32" fmla="*/ 109741 h 513347"/>
                <a:gd name="connsiteX33" fmla="*/ 95354 w 472985"/>
                <a:gd name="connsiteY33" fmla="*/ 123155 h 513347"/>
                <a:gd name="connsiteX34" fmla="*/ 185768 w 472985"/>
                <a:gd name="connsiteY34" fmla="*/ 70723 h 513347"/>
                <a:gd name="connsiteX35" fmla="*/ 199243 w 472985"/>
                <a:gd name="connsiteY35" fmla="*/ 26826 h 513347"/>
                <a:gd name="connsiteX36" fmla="*/ 235883 w 472985"/>
                <a:gd name="connsiteY36" fmla="*/ 12193 h 513347"/>
                <a:gd name="connsiteX37" fmla="*/ 235883 w 472985"/>
                <a:gd name="connsiteY37" fmla="*/ 0 h 513347"/>
                <a:gd name="connsiteX38" fmla="*/ 191864 w 472985"/>
                <a:gd name="connsiteY38" fmla="*/ 18291 h 513347"/>
                <a:gd name="connsiteX39" fmla="*/ 173576 w 472985"/>
                <a:gd name="connsiteY39" fmla="*/ 64626 h 513347"/>
                <a:gd name="connsiteX40" fmla="*/ 96574 w 472985"/>
                <a:gd name="connsiteY40" fmla="*/ 108522 h 513347"/>
                <a:gd name="connsiteX41" fmla="*/ 61088 w 472985"/>
                <a:gd name="connsiteY41" fmla="*/ 97548 h 513347"/>
                <a:gd name="connsiteX42" fmla="*/ 18352 w 472985"/>
                <a:gd name="connsiteY42" fmla="*/ 115839 h 513347"/>
                <a:gd name="connsiteX43" fmla="*/ 0 w 472985"/>
                <a:gd name="connsiteY43" fmla="*/ 159735 h 513347"/>
                <a:gd name="connsiteX44" fmla="*/ 18352 w 472985"/>
                <a:gd name="connsiteY44" fmla="*/ 203632 h 513347"/>
                <a:gd name="connsiteX45" fmla="*/ 36640 w 472985"/>
                <a:gd name="connsiteY45" fmla="*/ 215825 h 513347"/>
                <a:gd name="connsiteX46" fmla="*/ 36640 w 472985"/>
                <a:gd name="connsiteY46" fmla="*/ 301180 h 513347"/>
                <a:gd name="connsiteX47" fmla="*/ 18352 w 472985"/>
                <a:gd name="connsiteY47" fmla="*/ 313374 h 513347"/>
                <a:gd name="connsiteX48" fmla="*/ 0 w 472985"/>
                <a:gd name="connsiteY48" fmla="*/ 357271 h 513347"/>
                <a:gd name="connsiteX49" fmla="*/ 18352 w 472985"/>
                <a:gd name="connsiteY49" fmla="*/ 401168 h 513347"/>
                <a:gd name="connsiteX50" fmla="*/ 62307 w 472985"/>
                <a:gd name="connsiteY50" fmla="*/ 419456 h 513347"/>
                <a:gd name="connsiteX51" fmla="*/ 100231 w 472985"/>
                <a:gd name="connsiteY51" fmla="*/ 407264 h 513347"/>
                <a:gd name="connsiteX52" fmla="*/ 174795 w 472985"/>
                <a:gd name="connsiteY52" fmla="*/ 449943 h 513347"/>
                <a:gd name="connsiteX53" fmla="*/ 193083 w 472985"/>
                <a:gd name="connsiteY53" fmla="*/ 495059 h 513347"/>
                <a:gd name="connsiteX54" fmla="*/ 237103 w 472985"/>
                <a:gd name="connsiteY54" fmla="*/ 513347 h 513347"/>
                <a:gd name="connsiteX55" fmla="*/ 281122 w 472985"/>
                <a:gd name="connsiteY55" fmla="*/ 495059 h 513347"/>
                <a:gd name="connsiteX56" fmla="*/ 299474 w 472985"/>
                <a:gd name="connsiteY56" fmla="*/ 447504 h 513347"/>
                <a:gd name="connsiteX57" fmla="*/ 371535 w 472985"/>
                <a:gd name="connsiteY57" fmla="*/ 406045 h 513347"/>
                <a:gd name="connsiteX58" fmla="*/ 410678 w 472985"/>
                <a:gd name="connsiteY58" fmla="*/ 419456 h 513347"/>
                <a:gd name="connsiteX59" fmla="*/ 454697 w 472985"/>
                <a:gd name="connsiteY59" fmla="*/ 401168 h 513347"/>
                <a:gd name="connsiteX60" fmla="*/ 472985 w 472985"/>
                <a:gd name="connsiteY60" fmla="*/ 357271 h 513347"/>
                <a:gd name="connsiteX61" fmla="*/ 454697 w 472985"/>
                <a:gd name="connsiteY61" fmla="*/ 313374 h 513347"/>
                <a:gd name="connsiteX62" fmla="*/ 433907 w 472985"/>
                <a:gd name="connsiteY62" fmla="*/ 299960 h 513347"/>
                <a:gd name="connsiteX63" fmla="*/ 433907 w 472985"/>
                <a:gd name="connsiteY63" fmla="*/ 215825 h 513347"/>
                <a:gd name="connsiteX64" fmla="*/ 454697 w 472985"/>
                <a:gd name="connsiteY64" fmla="*/ 201193 h 513347"/>
                <a:gd name="connsiteX65" fmla="*/ 472985 w 472985"/>
                <a:gd name="connsiteY65" fmla="*/ 157297 h 513347"/>
                <a:gd name="connsiteX66" fmla="*/ 454697 w 472985"/>
                <a:gd name="connsiteY66" fmla="*/ 113400 h 513347"/>
                <a:gd name="connsiteX67" fmla="*/ 410678 w 472985"/>
                <a:gd name="connsiteY67" fmla="*/ 95110 h 513347"/>
                <a:gd name="connsiteX68" fmla="*/ 374038 w 472985"/>
                <a:gd name="connsiteY68" fmla="*/ 107303 h 513347"/>
                <a:gd name="connsiteX69" fmla="*/ 299474 w 472985"/>
                <a:gd name="connsiteY69" fmla="*/ 64626 h 513347"/>
                <a:gd name="connsiteX70" fmla="*/ 281122 w 472985"/>
                <a:gd name="connsiteY70" fmla="*/ 15852 h 513347"/>
                <a:gd name="connsiteX71" fmla="*/ 235883 w 472985"/>
                <a:gd name="connsiteY71" fmla="*/ 0 h 513347"/>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 ang="0">
                  <a:pos x="connsiteX39" y="connsiteY39"/>
                </a:cxn>
                <a:cxn ang="0">
                  <a:pos x="connsiteX40" y="connsiteY40"/>
                </a:cxn>
                <a:cxn ang="0">
                  <a:pos x="connsiteX41" y="connsiteY41"/>
                </a:cxn>
                <a:cxn ang="0">
                  <a:pos x="connsiteX42" y="connsiteY42"/>
                </a:cxn>
                <a:cxn ang="0">
                  <a:pos x="connsiteX43" y="connsiteY43"/>
                </a:cxn>
                <a:cxn ang="0">
                  <a:pos x="connsiteX44" y="connsiteY44"/>
                </a:cxn>
                <a:cxn ang="0">
                  <a:pos x="connsiteX45" y="connsiteY45"/>
                </a:cxn>
                <a:cxn ang="0">
                  <a:pos x="connsiteX46" y="connsiteY46"/>
                </a:cxn>
                <a:cxn ang="0">
                  <a:pos x="connsiteX47" y="connsiteY47"/>
                </a:cxn>
                <a:cxn ang="0">
                  <a:pos x="connsiteX48" y="connsiteY48"/>
                </a:cxn>
                <a:cxn ang="0">
                  <a:pos x="connsiteX49" y="connsiteY49"/>
                </a:cxn>
                <a:cxn ang="0">
                  <a:pos x="connsiteX50" y="connsiteY50"/>
                </a:cxn>
                <a:cxn ang="0">
                  <a:pos x="connsiteX51" y="connsiteY51"/>
                </a:cxn>
                <a:cxn ang="0">
                  <a:pos x="connsiteX52" y="connsiteY52"/>
                </a:cxn>
                <a:cxn ang="0">
                  <a:pos x="connsiteX53" y="connsiteY53"/>
                </a:cxn>
                <a:cxn ang="0">
                  <a:pos x="connsiteX54" y="connsiteY54"/>
                </a:cxn>
                <a:cxn ang="0">
                  <a:pos x="connsiteX55" y="connsiteY55"/>
                </a:cxn>
                <a:cxn ang="0">
                  <a:pos x="connsiteX56" y="connsiteY56"/>
                </a:cxn>
                <a:cxn ang="0">
                  <a:pos x="connsiteX57" y="connsiteY57"/>
                </a:cxn>
                <a:cxn ang="0">
                  <a:pos x="connsiteX58" y="connsiteY58"/>
                </a:cxn>
                <a:cxn ang="0">
                  <a:pos x="connsiteX59" y="connsiteY59"/>
                </a:cxn>
                <a:cxn ang="0">
                  <a:pos x="connsiteX60" y="connsiteY60"/>
                </a:cxn>
                <a:cxn ang="0">
                  <a:pos x="connsiteX61" y="connsiteY61"/>
                </a:cxn>
                <a:cxn ang="0">
                  <a:pos x="connsiteX62" y="connsiteY62"/>
                </a:cxn>
                <a:cxn ang="0">
                  <a:pos x="connsiteX63" y="connsiteY63"/>
                </a:cxn>
                <a:cxn ang="0">
                  <a:pos x="connsiteX64" y="connsiteY64"/>
                </a:cxn>
                <a:cxn ang="0">
                  <a:pos x="connsiteX65" y="connsiteY65"/>
                </a:cxn>
                <a:cxn ang="0">
                  <a:pos x="connsiteX66" y="connsiteY66"/>
                </a:cxn>
                <a:cxn ang="0">
                  <a:pos x="connsiteX67" y="connsiteY67"/>
                </a:cxn>
                <a:cxn ang="0">
                  <a:pos x="connsiteX68" y="connsiteY68"/>
                </a:cxn>
                <a:cxn ang="0">
                  <a:pos x="connsiteX69" y="connsiteY69"/>
                </a:cxn>
                <a:cxn ang="0">
                  <a:pos x="connsiteX70" y="connsiteY70"/>
                </a:cxn>
                <a:cxn ang="0">
                  <a:pos x="connsiteX71" y="connsiteY71"/>
                </a:cxn>
              </a:cxnLst>
              <a:rect l="l" t="t" r="r" b="b"/>
              <a:pathLst>
                <a:path w="472985" h="513347">
                  <a:moveTo>
                    <a:pt x="235883" y="12193"/>
                  </a:moveTo>
                  <a:cubicBezTo>
                    <a:pt x="248140" y="12193"/>
                    <a:pt x="261551" y="17071"/>
                    <a:pt x="271369" y="26826"/>
                  </a:cubicBezTo>
                  <a:cubicBezTo>
                    <a:pt x="283561" y="39020"/>
                    <a:pt x="288438" y="56090"/>
                    <a:pt x="284779" y="73161"/>
                  </a:cubicBezTo>
                  <a:lnTo>
                    <a:pt x="374038" y="124374"/>
                  </a:lnTo>
                  <a:cubicBezTo>
                    <a:pt x="382572" y="114619"/>
                    <a:pt x="394764" y="109741"/>
                    <a:pt x="407021" y="109741"/>
                  </a:cubicBezTo>
                  <a:cubicBezTo>
                    <a:pt x="419212" y="109741"/>
                    <a:pt x="432688" y="114619"/>
                    <a:pt x="442442" y="124374"/>
                  </a:cubicBezTo>
                  <a:cubicBezTo>
                    <a:pt x="452259" y="134129"/>
                    <a:pt x="457136" y="146323"/>
                    <a:pt x="457136" y="159735"/>
                  </a:cubicBezTo>
                  <a:cubicBezTo>
                    <a:pt x="457136" y="173148"/>
                    <a:pt x="452259" y="185342"/>
                    <a:pt x="442442" y="195096"/>
                  </a:cubicBezTo>
                  <a:cubicBezTo>
                    <a:pt x="435126" y="202412"/>
                    <a:pt x="426592" y="207290"/>
                    <a:pt x="417993" y="209729"/>
                  </a:cubicBezTo>
                  <a:lnTo>
                    <a:pt x="417993" y="312154"/>
                  </a:lnTo>
                  <a:cubicBezTo>
                    <a:pt x="427811" y="314593"/>
                    <a:pt x="435126" y="317032"/>
                    <a:pt x="442442" y="324346"/>
                  </a:cubicBezTo>
                  <a:cubicBezTo>
                    <a:pt x="452259" y="334106"/>
                    <a:pt x="457136" y="346298"/>
                    <a:pt x="457136" y="359709"/>
                  </a:cubicBezTo>
                  <a:cubicBezTo>
                    <a:pt x="457136" y="373120"/>
                    <a:pt x="452259" y="385319"/>
                    <a:pt x="442442" y="395072"/>
                  </a:cubicBezTo>
                  <a:cubicBezTo>
                    <a:pt x="432688" y="404826"/>
                    <a:pt x="420432" y="409703"/>
                    <a:pt x="407021" y="409703"/>
                  </a:cubicBezTo>
                  <a:cubicBezTo>
                    <a:pt x="394764" y="409703"/>
                    <a:pt x="381353" y="404826"/>
                    <a:pt x="371535" y="395072"/>
                  </a:cubicBezTo>
                  <a:cubicBezTo>
                    <a:pt x="370316" y="393853"/>
                    <a:pt x="370316" y="393853"/>
                    <a:pt x="370316" y="392634"/>
                  </a:cubicBezTo>
                  <a:lnTo>
                    <a:pt x="283561" y="442627"/>
                  </a:lnTo>
                  <a:cubicBezTo>
                    <a:pt x="287218" y="458477"/>
                    <a:pt x="282341" y="476765"/>
                    <a:pt x="270085" y="487744"/>
                  </a:cubicBezTo>
                  <a:cubicBezTo>
                    <a:pt x="260332" y="497498"/>
                    <a:pt x="248140" y="502375"/>
                    <a:pt x="234664" y="502375"/>
                  </a:cubicBezTo>
                  <a:cubicBezTo>
                    <a:pt x="221253" y="502375"/>
                    <a:pt x="208997" y="497498"/>
                    <a:pt x="199243" y="487744"/>
                  </a:cubicBezTo>
                  <a:cubicBezTo>
                    <a:pt x="188206" y="476765"/>
                    <a:pt x="182110" y="459696"/>
                    <a:pt x="185768" y="443847"/>
                  </a:cubicBezTo>
                  <a:lnTo>
                    <a:pt x="97793" y="390195"/>
                  </a:lnTo>
                  <a:lnTo>
                    <a:pt x="96574" y="391415"/>
                  </a:lnTo>
                  <a:cubicBezTo>
                    <a:pt x="86756" y="401168"/>
                    <a:pt x="74564" y="406045"/>
                    <a:pt x="61088" y="406045"/>
                  </a:cubicBezTo>
                  <a:cubicBezTo>
                    <a:pt x="48896" y="406045"/>
                    <a:pt x="35421" y="401168"/>
                    <a:pt x="25667" y="391415"/>
                  </a:cubicBezTo>
                  <a:cubicBezTo>
                    <a:pt x="17133" y="382874"/>
                    <a:pt x="12192" y="369463"/>
                    <a:pt x="12192" y="357271"/>
                  </a:cubicBezTo>
                  <a:cubicBezTo>
                    <a:pt x="12192" y="343859"/>
                    <a:pt x="17133" y="331661"/>
                    <a:pt x="26887" y="321907"/>
                  </a:cubicBezTo>
                  <a:cubicBezTo>
                    <a:pt x="32983" y="315813"/>
                    <a:pt x="40362" y="310935"/>
                    <a:pt x="48896" y="309715"/>
                  </a:cubicBezTo>
                  <a:lnTo>
                    <a:pt x="48896" y="207290"/>
                  </a:lnTo>
                  <a:cubicBezTo>
                    <a:pt x="40362" y="204851"/>
                    <a:pt x="32983" y="201193"/>
                    <a:pt x="26887" y="195096"/>
                  </a:cubicBezTo>
                  <a:cubicBezTo>
                    <a:pt x="17133" y="184122"/>
                    <a:pt x="12192" y="171929"/>
                    <a:pt x="12192" y="158516"/>
                  </a:cubicBezTo>
                  <a:cubicBezTo>
                    <a:pt x="12192" y="145103"/>
                    <a:pt x="17133" y="132910"/>
                    <a:pt x="26887" y="123155"/>
                  </a:cubicBezTo>
                  <a:cubicBezTo>
                    <a:pt x="36640" y="114619"/>
                    <a:pt x="48896" y="109741"/>
                    <a:pt x="61088" y="109741"/>
                  </a:cubicBezTo>
                  <a:cubicBezTo>
                    <a:pt x="73345" y="109741"/>
                    <a:pt x="85536" y="114619"/>
                    <a:pt x="95354" y="123155"/>
                  </a:cubicBezTo>
                  <a:lnTo>
                    <a:pt x="185768" y="70723"/>
                  </a:lnTo>
                  <a:cubicBezTo>
                    <a:pt x="182110" y="54871"/>
                    <a:pt x="186987" y="37800"/>
                    <a:pt x="199243" y="26826"/>
                  </a:cubicBezTo>
                  <a:cubicBezTo>
                    <a:pt x="210216" y="17071"/>
                    <a:pt x="222472" y="12193"/>
                    <a:pt x="235883" y="12193"/>
                  </a:cubicBezTo>
                  <a:close/>
                  <a:moveTo>
                    <a:pt x="235883" y="0"/>
                  </a:moveTo>
                  <a:cubicBezTo>
                    <a:pt x="220034" y="0"/>
                    <a:pt x="204120" y="6097"/>
                    <a:pt x="191864" y="18291"/>
                  </a:cubicBezTo>
                  <a:cubicBezTo>
                    <a:pt x="179672" y="30484"/>
                    <a:pt x="173576" y="47555"/>
                    <a:pt x="173576" y="64626"/>
                  </a:cubicBezTo>
                  <a:lnTo>
                    <a:pt x="96574" y="108522"/>
                  </a:lnTo>
                  <a:cubicBezTo>
                    <a:pt x="86756" y="101206"/>
                    <a:pt x="74564" y="97548"/>
                    <a:pt x="61088" y="97548"/>
                  </a:cubicBezTo>
                  <a:cubicBezTo>
                    <a:pt x="45239" y="97548"/>
                    <a:pt x="29325" y="103645"/>
                    <a:pt x="18352" y="115839"/>
                  </a:cubicBezTo>
                  <a:cubicBezTo>
                    <a:pt x="6096" y="128032"/>
                    <a:pt x="0" y="142664"/>
                    <a:pt x="0" y="159735"/>
                  </a:cubicBezTo>
                  <a:cubicBezTo>
                    <a:pt x="0" y="175587"/>
                    <a:pt x="6096" y="191438"/>
                    <a:pt x="18352" y="203632"/>
                  </a:cubicBezTo>
                  <a:cubicBezTo>
                    <a:pt x="23229" y="208510"/>
                    <a:pt x="30544" y="213387"/>
                    <a:pt x="36640" y="215825"/>
                  </a:cubicBezTo>
                  <a:lnTo>
                    <a:pt x="36640" y="301180"/>
                  </a:lnTo>
                  <a:cubicBezTo>
                    <a:pt x="29325" y="304838"/>
                    <a:pt x="23229" y="308496"/>
                    <a:pt x="18352" y="313374"/>
                  </a:cubicBezTo>
                  <a:cubicBezTo>
                    <a:pt x="6096" y="325565"/>
                    <a:pt x="0" y="340202"/>
                    <a:pt x="0" y="357271"/>
                  </a:cubicBezTo>
                  <a:cubicBezTo>
                    <a:pt x="0" y="373120"/>
                    <a:pt x="6096" y="388976"/>
                    <a:pt x="18352" y="401168"/>
                  </a:cubicBezTo>
                  <a:cubicBezTo>
                    <a:pt x="30544" y="413360"/>
                    <a:pt x="45239" y="419456"/>
                    <a:pt x="62307" y="419456"/>
                  </a:cubicBezTo>
                  <a:cubicBezTo>
                    <a:pt x="75783" y="419456"/>
                    <a:pt x="89194" y="414579"/>
                    <a:pt x="100231" y="407264"/>
                  </a:cubicBezTo>
                  <a:lnTo>
                    <a:pt x="174795" y="449943"/>
                  </a:lnTo>
                  <a:cubicBezTo>
                    <a:pt x="174795" y="467011"/>
                    <a:pt x="180891" y="482861"/>
                    <a:pt x="193083" y="495059"/>
                  </a:cubicBezTo>
                  <a:cubicBezTo>
                    <a:pt x="205339" y="507251"/>
                    <a:pt x="220034" y="513347"/>
                    <a:pt x="237103" y="513347"/>
                  </a:cubicBezTo>
                  <a:cubicBezTo>
                    <a:pt x="253016" y="513347"/>
                    <a:pt x="268866" y="507251"/>
                    <a:pt x="281122" y="495059"/>
                  </a:cubicBezTo>
                  <a:cubicBezTo>
                    <a:pt x="293314" y="482861"/>
                    <a:pt x="300693" y="464573"/>
                    <a:pt x="299474" y="447504"/>
                  </a:cubicBezTo>
                  <a:lnTo>
                    <a:pt x="371535" y="406045"/>
                  </a:lnTo>
                  <a:cubicBezTo>
                    <a:pt x="382572" y="414579"/>
                    <a:pt x="395983" y="419456"/>
                    <a:pt x="410678" y="419456"/>
                  </a:cubicBezTo>
                  <a:cubicBezTo>
                    <a:pt x="426592" y="419456"/>
                    <a:pt x="442442" y="413360"/>
                    <a:pt x="454697" y="401168"/>
                  </a:cubicBezTo>
                  <a:cubicBezTo>
                    <a:pt x="466890" y="388976"/>
                    <a:pt x="472985" y="374339"/>
                    <a:pt x="472985" y="357271"/>
                  </a:cubicBezTo>
                  <a:cubicBezTo>
                    <a:pt x="472985" y="341421"/>
                    <a:pt x="466890" y="325565"/>
                    <a:pt x="454697" y="313374"/>
                  </a:cubicBezTo>
                  <a:cubicBezTo>
                    <a:pt x="448537" y="307277"/>
                    <a:pt x="442442" y="303619"/>
                    <a:pt x="433907" y="299960"/>
                  </a:cubicBezTo>
                  <a:lnTo>
                    <a:pt x="433907" y="215825"/>
                  </a:lnTo>
                  <a:cubicBezTo>
                    <a:pt x="441222" y="212167"/>
                    <a:pt x="448537" y="207290"/>
                    <a:pt x="454697" y="201193"/>
                  </a:cubicBezTo>
                  <a:cubicBezTo>
                    <a:pt x="466890" y="189000"/>
                    <a:pt x="472985" y="174367"/>
                    <a:pt x="472985" y="157297"/>
                  </a:cubicBezTo>
                  <a:cubicBezTo>
                    <a:pt x="472985" y="141445"/>
                    <a:pt x="466890" y="125593"/>
                    <a:pt x="454697" y="113400"/>
                  </a:cubicBezTo>
                  <a:cubicBezTo>
                    <a:pt x="442442" y="101206"/>
                    <a:pt x="427811" y="95110"/>
                    <a:pt x="410678" y="95110"/>
                  </a:cubicBezTo>
                  <a:cubicBezTo>
                    <a:pt x="397203" y="95110"/>
                    <a:pt x="385011" y="98767"/>
                    <a:pt x="374038" y="107303"/>
                  </a:cubicBezTo>
                  <a:lnTo>
                    <a:pt x="299474" y="64626"/>
                  </a:lnTo>
                  <a:cubicBezTo>
                    <a:pt x="300693" y="46335"/>
                    <a:pt x="294533" y="29265"/>
                    <a:pt x="281122" y="15852"/>
                  </a:cubicBezTo>
                  <a:cubicBezTo>
                    <a:pt x="267646" y="6097"/>
                    <a:pt x="251797" y="0"/>
                    <a:pt x="235883" y="0"/>
                  </a:cubicBezTo>
                  <a:close/>
                </a:path>
              </a:pathLst>
            </a:custGeom>
            <a:solidFill>
              <a:srgbClr val="FFFFFF"/>
            </a:solidFill>
            <a:ln w="6417" cap="flat">
              <a:noFill/>
              <a:prstDash val="solid"/>
              <a:miter/>
            </a:ln>
          </p:spPr>
          <p:txBody>
            <a:bodyPr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srgbClr val="7C8A98"/>
                </a:solidFill>
                <a:effectLst/>
                <a:uLnTx/>
                <a:uFillTx/>
                <a:latin typeface="Oracle Sans Tab"/>
                <a:ea typeface="+mn-ea"/>
                <a:cs typeface="+mn-cs"/>
              </a:endParaRPr>
            </a:p>
          </p:txBody>
        </p:sp>
        <p:sp>
          <p:nvSpPr>
            <p:cNvPr id="54" name="Freeform: Shape 53">
              <a:extLst>
                <a:ext uri="{FF2B5EF4-FFF2-40B4-BE49-F238E27FC236}">
                  <a16:creationId xmlns:a16="http://schemas.microsoft.com/office/drawing/2014/main" id="{F7F9C33D-F5E3-4B49-048A-5C94D86F54ED}"/>
                </a:ext>
              </a:extLst>
            </p:cNvPr>
            <p:cNvSpPr/>
            <p:nvPr/>
          </p:nvSpPr>
          <p:spPr>
            <a:xfrm>
              <a:off x="9201815" y="2376001"/>
              <a:ext cx="446163" cy="487738"/>
            </a:xfrm>
            <a:custGeom>
              <a:avLst/>
              <a:gdLst>
                <a:gd name="connsiteX0" fmla="*/ 405801 w 446163"/>
                <a:gd name="connsiteY0" fmla="*/ 297522 h 487738"/>
                <a:gd name="connsiteX1" fmla="*/ 405801 w 446163"/>
                <a:gd name="connsiteY1" fmla="*/ 195096 h 487738"/>
                <a:gd name="connsiteX2" fmla="*/ 430250 w 446163"/>
                <a:gd name="connsiteY2" fmla="*/ 180464 h 487738"/>
                <a:gd name="connsiteX3" fmla="*/ 444944 w 446163"/>
                <a:gd name="connsiteY3" fmla="*/ 145103 h 487738"/>
                <a:gd name="connsiteX4" fmla="*/ 430250 w 446163"/>
                <a:gd name="connsiteY4" fmla="*/ 109741 h 487738"/>
                <a:gd name="connsiteX5" fmla="*/ 360626 w 446163"/>
                <a:gd name="connsiteY5" fmla="*/ 109741 h 487738"/>
                <a:gd name="connsiteX6" fmla="*/ 271369 w 446163"/>
                <a:gd name="connsiteY6" fmla="*/ 60968 h 487738"/>
                <a:gd name="connsiteX7" fmla="*/ 257957 w 446163"/>
                <a:gd name="connsiteY7" fmla="*/ 14632 h 487738"/>
                <a:gd name="connsiteX8" fmla="*/ 188270 w 446163"/>
                <a:gd name="connsiteY8" fmla="*/ 14632 h 487738"/>
                <a:gd name="connsiteX9" fmla="*/ 174795 w 446163"/>
                <a:gd name="connsiteY9" fmla="*/ 58529 h 487738"/>
                <a:gd name="connsiteX10" fmla="*/ 84382 w 446163"/>
                <a:gd name="connsiteY10" fmla="*/ 110961 h 487738"/>
                <a:gd name="connsiteX11" fmla="*/ 14695 w 446163"/>
                <a:gd name="connsiteY11" fmla="*/ 112181 h 487738"/>
                <a:gd name="connsiteX12" fmla="*/ 0 w 446163"/>
                <a:gd name="connsiteY12" fmla="*/ 146322 h 487738"/>
                <a:gd name="connsiteX13" fmla="*/ 14695 w 446163"/>
                <a:gd name="connsiteY13" fmla="*/ 181683 h 487738"/>
                <a:gd name="connsiteX14" fmla="*/ 36704 w 446163"/>
                <a:gd name="connsiteY14" fmla="*/ 193877 h 487738"/>
                <a:gd name="connsiteX15" fmla="*/ 36704 w 446163"/>
                <a:gd name="connsiteY15" fmla="*/ 296303 h 487738"/>
                <a:gd name="connsiteX16" fmla="*/ 14695 w 446163"/>
                <a:gd name="connsiteY16" fmla="*/ 308496 h 487738"/>
                <a:gd name="connsiteX17" fmla="*/ 0 w 446163"/>
                <a:gd name="connsiteY17" fmla="*/ 345079 h 487738"/>
                <a:gd name="connsiteX18" fmla="*/ 14695 w 446163"/>
                <a:gd name="connsiteY18" fmla="*/ 380436 h 487738"/>
                <a:gd name="connsiteX19" fmla="*/ 48896 w 446163"/>
                <a:gd name="connsiteY19" fmla="*/ 393854 h 487738"/>
                <a:gd name="connsiteX20" fmla="*/ 84382 w 446163"/>
                <a:gd name="connsiteY20" fmla="*/ 379217 h 487738"/>
                <a:gd name="connsiteX21" fmla="*/ 85600 w 446163"/>
                <a:gd name="connsiteY21" fmla="*/ 377998 h 487738"/>
                <a:gd name="connsiteX22" fmla="*/ 174795 w 446163"/>
                <a:gd name="connsiteY22" fmla="*/ 429210 h 487738"/>
                <a:gd name="connsiteX23" fmla="*/ 188270 w 446163"/>
                <a:gd name="connsiteY23" fmla="*/ 473108 h 487738"/>
                <a:gd name="connsiteX24" fmla="*/ 223691 w 446163"/>
                <a:gd name="connsiteY24" fmla="*/ 487738 h 487738"/>
                <a:gd name="connsiteX25" fmla="*/ 259176 w 446163"/>
                <a:gd name="connsiteY25" fmla="*/ 473108 h 487738"/>
                <a:gd name="connsiteX26" fmla="*/ 272587 w 446163"/>
                <a:gd name="connsiteY26" fmla="*/ 427991 h 487738"/>
                <a:gd name="connsiteX27" fmla="*/ 359343 w 446163"/>
                <a:gd name="connsiteY27" fmla="*/ 377998 h 487738"/>
                <a:gd name="connsiteX28" fmla="*/ 360626 w 446163"/>
                <a:gd name="connsiteY28" fmla="*/ 380436 h 487738"/>
                <a:gd name="connsiteX29" fmla="*/ 396047 w 446163"/>
                <a:gd name="connsiteY29" fmla="*/ 395073 h 487738"/>
                <a:gd name="connsiteX30" fmla="*/ 431468 w 446163"/>
                <a:gd name="connsiteY30" fmla="*/ 380436 h 487738"/>
                <a:gd name="connsiteX31" fmla="*/ 446163 w 446163"/>
                <a:gd name="connsiteY31" fmla="*/ 345079 h 487738"/>
                <a:gd name="connsiteX32" fmla="*/ 431468 w 446163"/>
                <a:gd name="connsiteY32" fmla="*/ 309716 h 487738"/>
                <a:gd name="connsiteX33" fmla="*/ 405801 w 446163"/>
                <a:gd name="connsiteY33" fmla="*/ 297522 h 487738"/>
                <a:gd name="connsiteX34" fmla="*/ 261615 w 446163"/>
                <a:gd name="connsiteY34" fmla="*/ 407265 h 487738"/>
                <a:gd name="connsiteX35" fmla="*/ 257957 w 446163"/>
                <a:gd name="connsiteY35" fmla="*/ 403607 h 487738"/>
                <a:gd name="connsiteX36" fmla="*/ 234728 w 446163"/>
                <a:gd name="connsiteY36" fmla="*/ 391415 h 487738"/>
                <a:gd name="connsiteX37" fmla="*/ 234728 w 446163"/>
                <a:gd name="connsiteY37" fmla="*/ 306057 h 487738"/>
                <a:gd name="connsiteX38" fmla="*/ 278683 w 446163"/>
                <a:gd name="connsiteY38" fmla="*/ 290206 h 487738"/>
                <a:gd name="connsiteX39" fmla="*/ 347151 w 446163"/>
                <a:gd name="connsiteY39" fmla="*/ 329223 h 487738"/>
                <a:gd name="connsiteX40" fmla="*/ 347151 w 446163"/>
                <a:gd name="connsiteY40" fmla="*/ 357271 h 487738"/>
                <a:gd name="connsiteX41" fmla="*/ 261615 w 446163"/>
                <a:gd name="connsiteY41" fmla="*/ 407265 h 487738"/>
                <a:gd name="connsiteX42" fmla="*/ 188270 w 446163"/>
                <a:gd name="connsiteY42" fmla="*/ 403607 h 487738"/>
                <a:gd name="connsiteX43" fmla="*/ 183393 w 446163"/>
                <a:gd name="connsiteY43" fmla="*/ 408484 h 487738"/>
                <a:gd name="connsiteX44" fmla="*/ 96574 w 446163"/>
                <a:gd name="connsiteY44" fmla="*/ 358490 h 487738"/>
                <a:gd name="connsiteX45" fmla="*/ 96574 w 446163"/>
                <a:gd name="connsiteY45" fmla="*/ 329223 h 487738"/>
                <a:gd name="connsiteX46" fmla="*/ 165041 w 446163"/>
                <a:gd name="connsiteY46" fmla="*/ 288986 h 487738"/>
                <a:gd name="connsiteX47" fmla="*/ 212718 w 446163"/>
                <a:gd name="connsiteY47" fmla="*/ 304838 h 487738"/>
                <a:gd name="connsiteX48" fmla="*/ 212718 w 446163"/>
                <a:gd name="connsiteY48" fmla="*/ 390190 h 487738"/>
                <a:gd name="connsiteX49" fmla="*/ 188270 w 446163"/>
                <a:gd name="connsiteY49" fmla="*/ 403607 h 487738"/>
                <a:gd name="connsiteX50" fmla="*/ 59933 w 446163"/>
                <a:gd name="connsiteY50" fmla="*/ 195096 h 487738"/>
                <a:gd name="connsiteX51" fmla="*/ 84382 w 446163"/>
                <a:gd name="connsiteY51" fmla="*/ 181683 h 487738"/>
                <a:gd name="connsiteX52" fmla="*/ 86820 w 446163"/>
                <a:gd name="connsiteY52" fmla="*/ 179245 h 487738"/>
                <a:gd name="connsiteX53" fmla="*/ 146689 w 446163"/>
                <a:gd name="connsiteY53" fmla="*/ 213386 h 487738"/>
                <a:gd name="connsiteX54" fmla="*/ 128337 w 446163"/>
                <a:gd name="connsiteY54" fmla="*/ 238993 h 487738"/>
                <a:gd name="connsiteX55" fmla="*/ 124679 w 446163"/>
                <a:gd name="connsiteY55" fmla="*/ 243870 h 487738"/>
                <a:gd name="connsiteX56" fmla="*/ 127117 w 446163"/>
                <a:gd name="connsiteY56" fmla="*/ 248748 h 487738"/>
                <a:gd name="connsiteX57" fmla="*/ 145470 w 446163"/>
                <a:gd name="connsiteY57" fmla="*/ 274354 h 487738"/>
                <a:gd name="connsiteX58" fmla="*/ 84382 w 446163"/>
                <a:gd name="connsiteY58" fmla="*/ 309716 h 487738"/>
                <a:gd name="connsiteX59" fmla="*/ 59933 w 446163"/>
                <a:gd name="connsiteY59" fmla="*/ 296303 h 487738"/>
                <a:gd name="connsiteX60" fmla="*/ 59933 w 446163"/>
                <a:gd name="connsiteY60" fmla="*/ 195096 h 487738"/>
                <a:gd name="connsiteX61" fmla="*/ 184613 w 446163"/>
                <a:gd name="connsiteY61" fmla="*/ 79258 h 487738"/>
                <a:gd name="connsiteX62" fmla="*/ 188270 w 446163"/>
                <a:gd name="connsiteY62" fmla="*/ 84135 h 487738"/>
                <a:gd name="connsiteX63" fmla="*/ 212718 w 446163"/>
                <a:gd name="connsiteY63" fmla="*/ 97548 h 487738"/>
                <a:gd name="connsiteX64" fmla="*/ 212718 w 446163"/>
                <a:gd name="connsiteY64" fmla="*/ 181683 h 487738"/>
                <a:gd name="connsiteX65" fmla="*/ 165041 w 446163"/>
                <a:gd name="connsiteY65" fmla="*/ 197535 h 487738"/>
                <a:gd name="connsiteX66" fmla="*/ 97793 w 446163"/>
                <a:gd name="connsiteY66" fmla="*/ 158516 h 487738"/>
                <a:gd name="connsiteX67" fmla="*/ 96574 w 446163"/>
                <a:gd name="connsiteY67" fmla="*/ 129251 h 487738"/>
                <a:gd name="connsiteX68" fmla="*/ 184613 w 446163"/>
                <a:gd name="connsiteY68" fmla="*/ 79258 h 487738"/>
                <a:gd name="connsiteX69" fmla="*/ 257957 w 446163"/>
                <a:gd name="connsiteY69" fmla="*/ 84135 h 487738"/>
                <a:gd name="connsiteX70" fmla="*/ 260395 w 446163"/>
                <a:gd name="connsiteY70" fmla="*/ 80477 h 487738"/>
                <a:gd name="connsiteX71" fmla="*/ 347151 w 446163"/>
                <a:gd name="connsiteY71" fmla="*/ 130470 h 487738"/>
                <a:gd name="connsiteX72" fmla="*/ 345932 w 446163"/>
                <a:gd name="connsiteY72" fmla="*/ 158516 h 487738"/>
                <a:gd name="connsiteX73" fmla="*/ 281121 w 446163"/>
                <a:gd name="connsiteY73" fmla="*/ 197535 h 487738"/>
                <a:gd name="connsiteX74" fmla="*/ 235947 w 446163"/>
                <a:gd name="connsiteY74" fmla="*/ 181683 h 487738"/>
                <a:gd name="connsiteX75" fmla="*/ 235947 w 446163"/>
                <a:gd name="connsiteY75" fmla="*/ 96329 h 487738"/>
                <a:gd name="connsiteX76" fmla="*/ 257957 w 446163"/>
                <a:gd name="connsiteY76" fmla="*/ 84135 h 487738"/>
                <a:gd name="connsiteX77" fmla="*/ 284844 w 446163"/>
                <a:gd name="connsiteY77" fmla="*/ 258502 h 487738"/>
                <a:gd name="connsiteX78" fmla="*/ 162603 w 446163"/>
                <a:gd name="connsiteY78" fmla="*/ 258502 h 487738"/>
                <a:gd name="connsiteX79" fmla="*/ 150346 w 446163"/>
                <a:gd name="connsiteY79" fmla="*/ 243870 h 487738"/>
                <a:gd name="connsiteX80" fmla="*/ 162603 w 446163"/>
                <a:gd name="connsiteY80" fmla="*/ 229238 h 487738"/>
                <a:gd name="connsiteX81" fmla="*/ 284844 w 446163"/>
                <a:gd name="connsiteY81" fmla="*/ 229238 h 487738"/>
                <a:gd name="connsiteX82" fmla="*/ 297036 w 446163"/>
                <a:gd name="connsiteY82" fmla="*/ 243870 h 487738"/>
                <a:gd name="connsiteX83" fmla="*/ 284844 w 446163"/>
                <a:gd name="connsiteY83" fmla="*/ 258502 h 487738"/>
                <a:gd name="connsiteX84" fmla="*/ 360626 w 446163"/>
                <a:gd name="connsiteY84" fmla="*/ 309716 h 487738"/>
                <a:gd name="connsiteX85" fmla="*/ 360626 w 446163"/>
                <a:gd name="connsiteY85" fmla="*/ 309716 h 487738"/>
                <a:gd name="connsiteX86" fmla="*/ 299474 w 446163"/>
                <a:gd name="connsiteY86" fmla="*/ 275574 h 487738"/>
                <a:gd name="connsiteX87" fmla="*/ 300693 w 446163"/>
                <a:gd name="connsiteY87" fmla="*/ 274354 h 487738"/>
                <a:gd name="connsiteX88" fmla="*/ 319045 w 446163"/>
                <a:gd name="connsiteY88" fmla="*/ 248748 h 487738"/>
                <a:gd name="connsiteX89" fmla="*/ 321484 w 446163"/>
                <a:gd name="connsiteY89" fmla="*/ 243870 h 487738"/>
                <a:gd name="connsiteX90" fmla="*/ 319045 w 446163"/>
                <a:gd name="connsiteY90" fmla="*/ 238993 h 487738"/>
                <a:gd name="connsiteX91" fmla="*/ 300693 w 446163"/>
                <a:gd name="connsiteY91" fmla="*/ 213386 h 487738"/>
                <a:gd name="connsiteX92" fmla="*/ 359343 w 446163"/>
                <a:gd name="connsiteY92" fmla="*/ 179245 h 487738"/>
                <a:gd name="connsiteX93" fmla="*/ 361846 w 446163"/>
                <a:gd name="connsiteY93" fmla="*/ 181683 h 487738"/>
                <a:gd name="connsiteX94" fmla="*/ 385011 w 446163"/>
                <a:gd name="connsiteY94" fmla="*/ 195096 h 487738"/>
                <a:gd name="connsiteX95" fmla="*/ 385011 w 446163"/>
                <a:gd name="connsiteY95" fmla="*/ 297522 h 487738"/>
                <a:gd name="connsiteX96" fmla="*/ 360626 w 446163"/>
                <a:gd name="connsiteY96" fmla="*/ 309716 h 487738"/>
                <a:gd name="connsiteX97" fmla="*/ 376476 w 446163"/>
                <a:gd name="connsiteY97" fmla="*/ 128032 h 487738"/>
                <a:gd name="connsiteX98" fmla="*/ 414399 w 446163"/>
                <a:gd name="connsiteY98" fmla="*/ 128032 h 487738"/>
                <a:gd name="connsiteX99" fmla="*/ 421715 w 446163"/>
                <a:gd name="connsiteY99" fmla="*/ 146322 h 487738"/>
                <a:gd name="connsiteX100" fmla="*/ 414399 w 446163"/>
                <a:gd name="connsiteY100" fmla="*/ 164613 h 487738"/>
                <a:gd name="connsiteX101" fmla="*/ 394828 w 446163"/>
                <a:gd name="connsiteY101" fmla="*/ 171928 h 487738"/>
                <a:gd name="connsiteX102" fmla="*/ 376476 w 446163"/>
                <a:gd name="connsiteY102" fmla="*/ 164613 h 487738"/>
                <a:gd name="connsiteX103" fmla="*/ 372818 w 446163"/>
                <a:gd name="connsiteY103" fmla="*/ 131690 h 487738"/>
                <a:gd name="connsiteX104" fmla="*/ 376476 w 446163"/>
                <a:gd name="connsiteY104" fmla="*/ 128032 h 487738"/>
                <a:gd name="connsiteX105" fmla="*/ 204119 w 446163"/>
                <a:gd name="connsiteY105" fmla="*/ 30484 h 487738"/>
                <a:gd name="connsiteX106" fmla="*/ 242043 w 446163"/>
                <a:gd name="connsiteY106" fmla="*/ 30484 h 487738"/>
                <a:gd name="connsiteX107" fmla="*/ 246920 w 446163"/>
                <a:gd name="connsiteY107" fmla="*/ 60968 h 487738"/>
                <a:gd name="connsiteX108" fmla="*/ 242043 w 446163"/>
                <a:gd name="connsiteY108" fmla="*/ 68284 h 487738"/>
                <a:gd name="connsiteX109" fmla="*/ 204119 w 446163"/>
                <a:gd name="connsiteY109" fmla="*/ 68284 h 487738"/>
                <a:gd name="connsiteX110" fmla="*/ 198024 w 446163"/>
                <a:gd name="connsiteY110" fmla="*/ 59748 h 487738"/>
                <a:gd name="connsiteX111" fmla="*/ 204119 w 446163"/>
                <a:gd name="connsiteY111" fmla="*/ 30484 h 487738"/>
                <a:gd name="connsiteX112" fmla="*/ 23229 w 446163"/>
                <a:gd name="connsiteY112" fmla="*/ 146322 h 487738"/>
                <a:gd name="connsiteX113" fmla="*/ 30608 w 446163"/>
                <a:gd name="connsiteY113" fmla="*/ 128032 h 487738"/>
                <a:gd name="connsiteX114" fmla="*/ 68468 w 446163"/>
                <a:gd name="connsiteY114" fmla="*/ 128032 h 487738"/>
                <a:gd name="connsiteX115" fmla="*/ 72125 w 446163"/>
                <a:gd name="connsiteY115" fmla="*/ 131690 h 487738"/>
                <a:gd name="connsiteX116" fmla="*/ 68468 w 446163"/>
                <a:gd name="connsiteY116" fmla="*/ 165832 h 487738"/>
                <a:gd name="connsiteX117" fmla="*/ 48896 w 446163"/>
                <a:gd name="connsiteY117" fmla="*/ 173148 h 487738"/>
                <a:gd name="connsiteX118" fmla="*/ 30608 w 446163"/>
                <a:gd name="connsiteY118" fmla="*/ 165832 h 487738"/>
                <a:gd name="connsiteX119" fmla="*/ 23229 w 446163"/>
                <a:gd name="connsiteY119" fmla="*/ 146322 h 487738"/>
                <a:gd name="connsiteX120" fmla="*/ 30608 w 446163"/>
                <a:gd name="connsiteY120" fmla="*/ 363367 h 487738"/>
                <a:gd name="connsiteX121" fmla="*/ 23229 w 446163"/>
                <a:gd name="connsiteY121" fmla="*/ 345079 h 487738"/>
                <a:gd name="connsiteX122" fmla="*/ 30608 w 446163"/>
                <a:gd name="connsiteY122" fmla="*/ 326785 h 487738"/>
                <a:gd name="connsiteX123" fmla="*/ 48896 w 446163"/>
                <a:gd name="connsiteY123" fmla="*/ 319470 h 487738"/>
                <a:gd name="connsiteX124" fmla="*/ 68468 w 446163"/>
                <a:gd name="connsiteY124" fmla="*/ 326785 h 487738"/>
                <a:gd name="connsiteX125" fmla="*/ 72125 w 446163"/>
                <a:gd name="connsiteY125" fmla="*/ 358490 h 487738"/>
                <a:gd name="connsiteX126" fmla="*/ 68468 w 446163"/>
                <a:gd name="connsiteY126" fmla="*/ 364586 h 487738"/>
                <a:gd name="connsiteX127" fmla="*/ 30608 w 446163"/>
                <a:gd name="connsiteY127" fmla="*/ 363367 h 487738"/>
                <a:gd name="connsiteX128" fmla="*/ 242043 w 446163"/>
                <a:gd name="connsiteY128" fmla="*/ 457258 h 487738"/>
                <a:gd name="connsiteX129" fmla="*/ 204119 w 446163"/>
                <a:gd name="connsiteY129" fmla="*/ 457258 h 487738"/>
                <a:gd name="connsiteX130" fmla="*/ 198024 w 446163"/>
                <a:gd name="connsiteY130" fmla="*/ 427991 h 487738"/>
                <a:gd name="connsiteX131" fmla="*/ 204119 w 446163"/>
                <a:gd name="connsiteY131" fmla="*/ 419457 h 487738"/>
                <a:gd name="connsiteX132" fmla="*/ 242043 w 446163"/>
                <a:gd name="connsiteY132" fmla="*/ 419457 h 487738"/>
                <a:gd name="connsiteX133" fmla="*/ 246920 w 446163"/>
                <a:gd name="connsiteY133" fmla="*/ 426772 h 487738"/>
                <a:gd name="connsiteX134" fmla="*/ 242043 w 446163"/>
                <a:gd name="connsiteY134" fmla="*/ 457258 h 487738"/>
                <a:gd name="connsiteX135" fmla="*/ 414399 w 446163"/>
                <a:gd name="connsiteY135" fmla="*/ 363367 h 487738"/>
                <a:gd name="connsiteX136" fmla="*/ 376476 w 446163"/>
                <a:gd name="connsiteY136" fmla="*/ 363367 h 487738"/>
                <a:gd name="connsiteX137" fmla="*/ 371600 w 446163"/>
                <a:gd name="connsiteY137" fmla="*/ 357271 h 487738"/>
                <a:gd name="connsiteX138" fmla="*/ 376476 w 446163"/>
                <a:gd name="connsiteY138" fmla="*/ 325566 h 487738"/>
                <a:gd name="connsiteX139" fmla="*/ 394828 w 446163"/>
                <a:gd name="connsiteY139" fmla="*/ 318250 h 487738"/>
                <a:gd name="connsiteX140" fmla="*/ 414399 w 446163"/>
                <a:gd name="connsiteY140" fmla="*/ 325566 h 487738"/>
                <a:gd name="connsiteX141" fmla="*/ 421715 w 446163"/>
                <a:gd name="connsiteY141" fmla="*/ 343860 h 487738"/>
                <a:gd name="connsiteX142" fmla="*/ 414399 w 446163"/>
                <a:gd name="connsiteY142" fmla="*/ 363367 h 487738"/>
                <a:gd name="connsiteX143" fmla="*/ 253016 w 446163"/>
                <a:gd name="connsiteY143" fmla="*/ 243870 h 487738"/>
                <a:gd name="connsiteX144" fmla="*/ 224911 w 446163"/>
                <a:gd name="connsiteY144" fmla="*/ 271916 h 487738"/>
                <a:gd name="connsiteX145" fmla="*/ 196805 w 446163"/>
                <a:gd name="connsiteY145" fmla="*/ 243870 h 487738"/>
                <a:gd name="connsiteX146" fmla="*/ 224911 w 446163"/>
                <a:gd name="connsiteY146" fmla="*/ 215825 h 487738"/>
                <a:gd name="connsiteX147" fmla="*/ 253016 w 446163"/>
                <a:gd name="connsiteY147" fmla="*/ 243870 h 487738"/>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 ang="0">
                  <a:pos x="connsiteX39" y="connsiteY39"/>
                </a:cxn>
                <a:cxn ang="0">
                  <a:pos x="connsiteX40" y="connsiteY40"/>
                </a:cxn>
                <a:cxn ang="0">
                  <a:pos x="connsiteX41" y="connsiteY41"/>
                </a:cxn>
                <a:cxn ang="0">
                  <a:pos x="connsiteX42" y="connsiteY42"/>
                </a:cxn>
                <a:cxn ang="0">
                  <a:pos x="connsiteX43" y="connsiteY43"/>
                </a:cxn>
                <a:cxn ang="0">
                  <a:pos x="connsiteX44" y="connsiteY44"/>
                </a:cxn>
                <a:cxn ang="0">
                  <a:pos x="connsiteX45" y="connsiteY45"/>
                </a:cxn>
                <a:cxn ang="0">
                  <a:pos x="connsiteX46" y="connsiteY46"/>
                </a:cxn>
                <a:cxn ang="0">
                  <a:pos x="connsiteX47" y="connsiteY47"/>
                </a:cxn>
                <a:cxn ang="0">
                  <a:pos x="connsiteX48" y="connsiteY48"/>
                </a:cxn>
                <a:cxn ang="0">
                  <a:pos x="connsiteX49" y="connsiteY49"/>
                </a:cxn>
                <a:cxn ang="0">
                  <a:pos x="connsiteX50" y="connsiteY50"/>
                </a:cxn>
                <a:cxn ang="0">
                  <a:pos x="connsiteX51" y="connsiteY51"/>
                </a:cxn>
                <a:cxn ang="0">
                  <a:pos x="connsiteX52" y="connsiteY52"/>
                </a:cxn>
                <a:cxn ang="0">
                  <a:pos x="connsiteX53" y="connsiteY53"/>
                </a:cxn>
                <a:cxn ang="0">
                  <a:pos x="connsiteX54" y="connsiteY54"/>
                </a:cxn>
                <a:cxn ang="0">
                  <a:pos x="connsiteX55" y="connsiteY55"/>
                </a:cxn>
                <a:cxn ang="0">
                  <a:pos x="connsiteX56" y="connsiteY56"/>
                </a:cxn>
                <a:cxn ang="0">
                  <a:pos x="connsiteX57" y="connsiteY57"/>
                </a:cxn>
                <a:cxn ang="0">
                  <a:pos x="connsiteX58" y="connsiteY58"/>
                </a:cxn>
                <a:cxn ang="0">
                  <a:pos x="connsiteX59" y="connsiteY59"/>
                </a:cxn>
                <a:cxn ang="0">
                  <a:pos x="connsiteX60" y="connsiteY60"/>
                </a:cxn>
                <a:cxn ang="0">
                  <a:pos x="connsiteX61" y="connsiteY61"/>
                </a:cxn>
                <a:cxn ang="0">
                  <a:pos x="connsiteX62" y="connsiteY62"/>
                </a:cxn>
                <a:cxn ang="0">
                  <a:pos x="connsiteX63" y="connsiteY63"/>
                </a:cxn>
                <a:cxn ang="0">
                  <a:pos x="connsiteX64" y="connsiteY64"/>
                </a:cxn>
                <a:cxn ang="0">
                  <a:pos x="connsiteX65" y="connsiteY65"/>
                </a:cxn>
                <a:cxn ang="0">
                  <a:pos x="connsiteX66" y="connsiteY66"/>
                </a:cxn>
                <a:cxn ang="0">
                  <a:pos x="connsiteX67" y="connsiteY67"/>
                </a:cxn>
                <a:cxn ang="0">
                  <a:pos x="connsiteX68" y="connsiteY68"/>
                </a:cxn>
                <a:cxn ang="0">
                  <a:pos x="connsiteX69" y="connsiteY69"/>
                </a:cxn>
                <a:cxn ang="0">
                  <a:pos x="connsiteX70" y="connsiteY70"/>
                </a:cxn>
                <a:cxn ang="0">
                  <a:pos x="connsiteX71" y="connsiteY71"/>
                </a:cxn>
                <a:cxn ang="0">
                  <a:pos x="connsiteX72" y="connsiteY72"/>
                </a:cxn>
                <a:cxn ang="0">
                  <a:pos x="connsiteX73" y="connsiteY73"/>
                </a:cxn>
                <a:cxn ang="0">
                  <a:pos x="connsiteX74" y="connsiteY74"/>
                </a:cxn>
                <a:cxn ang="0">
                  <a:pos x="connsiteX75" y="connsiteY75"/>
                </a:cxn>
                <a:cxn ang="0">
                  <a:pos x="connsiteX76" y="connsiteY76"/>
                </a:cxn>
                <a:cxn ang="0">
                  <a:pos x="connsiteX77" y="connsiteY77"/>
                </a:cxn>
                <a:cxn ang="0">
                  <a:pos x="connsiteX78" y="connsiteY78"/>
                </a:cxn>
                <a:cxn ang="0">
                  <a:pos x="connsiteX79" y="connsiteY79"/>
                </a:cxn>
                <a:cxn ang="0">
                  <a:pos x="connsiteX80" y="connsiteY80"/>
                </a:cxn>
                <a:cxn ang="0">
                  <a:pos x="connsiteX81" y="connsiteY81"/>
                </a:cxn>
                <a:cxn ang="0">
                  <a:pos x="connsiteX82" y="connsiteY82"/>
                </a:cxn>
                <a:cxn ang="0">
                  <a:pos x="connsiteX83" y="connsiteY83"/>
                </a:cxn>
                <a:cxn ang="0">
                  <a:pos x="connsiteX84" y="connsiteY84"/>
                </a:cxn>
                <a:cxn ang="0">
                  <a:pos x="connsiteX85" y="connsiteY85"/>
                </a:cxn>
                <a:cxn ang="0">
                  <a:pos x="connsiteX86" y="connsiteY86"/>
                </a:cxn>
                <a:cxn ang="0">
                  <a:pos x="connsiteX87" y="connsiteY87"/>
                </a:cxn>
                <a:cxn ang="0">
                  <a:pos x="connsiteX88" y="connsiteY88"/>
                </a:cxn>
                <a:cxn ang="0">
                  <a:pos x="connsiteX89" y="connsiteY89"/>
                </a:cxn>
                <a:cxn ang="0">
                  <a:pos x="connsiteX90" y="connsiteY90"/>
                </a:cxn>
                <a:cxn ang="0">
                  <a:pos x="connsiteX91" y="connsiteY91"/>
                </a:cxn>
                <a:cxn ang="0">
                  <a:pos x="connsiteX92" y="connsiteY92"/>
                </a:cxn>
                <a:cxn ang="0">
                  <a:pos x="connsiteX93" y="connsiteY93"/>
                </a:cxn>
                <a:cxn ang="0">
                  <a:pos x="connsiteX94" y="connsiteY94"/>
                </a:cxn>
                <a:cxn ang="0">
                  <a:pos x="connsiteX95" y="connsiteY95"/>
                </a:cxn>
                <a:cxn ang="0">
                  <a:pos x="connsiteX96" y="connsiteY96"/>
                </a:cxn>
                <a:cxn ang="0">
                  <a:pos x="connsiteX97" y="connsiteY97"/>
                </a:cxn>
                <a:cxn ang="0">
                  <a:pos x="connsiteX98" y="connsiteY98"/>
                </a:cxn>
                <a:cxn ang="0">
                  <a:pos x="connsiteX99" y="connsiteY99"/>
                </a:cxn>
                <a:cxn ang="0">
                  <a:pos x="connsiteX100" y="connsiteY100"/>
                </a:cxn>
                <a:cxn ang="0">
                  <a:pos x="connsiteX101" y="connsiteY101"/>
                </a:cxn>
                <a:cxn ang="0">
                  <a:pos x="connsiteX102" y="connsiteY102"/>
                </a:cxn>
                <a:cxn ang="0">
                  <a:pos x="connsiteX103" y="connsiteY103"/>
                </a:cxn>
                <a:cxn ang="0">
                  <a:pos x="connsiteX104" y="connsiteY104"/>
                </a:cxn>
                <a:cxn ang="0">
                  <a:pos x="connsiteX105" y="connsiteY105"/>
                </a:cxn>
                <a:cxn ang="0">
                  <a:pos x="connsiteX106" y="connsiteY106"/>
                </a:cxn>
                <a:cxn ang="0">
                  <a:pos x="connsiteX107" y="connsiteY107"/>
                </a:cxn>
                <a:cxn ang="0">
                  <a:pos x="connsiteX108" y="connsiteY108"/>
                </a:cxn>
                <a:cxn ang="0">
                  <a:pos x="connsiteX109" y="connsiteY109"/>
                </a:cxn>
                <a:cxn ang="0">
                  <a:pos x="connsiteX110" y="connsiteY110"/>
                </a:cxn>
                <a:cxn ang="0">
                  <a:pos x="connsiteX111" y="connsiteY111"/>
                </a:cxn>
                <a:cxn ang="0">
                  <a:pos x="connsiteX112" y="connsiteY112"/>
                </a:cxn>
                <a:cxn ang="0">
                  <a:pos x="connsiteX113" y="connsiteY113"/>
                </a:cxn>
                <a:cxn ang="0">
                  <a:pos x="connsiteX114" y="connsiteY114"/>
                </a:cxn>
                <a:cxn ang="0">
                  <a:pos x="connsiteX115" y="connsiteY115"/>
                </a:cxn>
                <a:cxn ang="0">
                  <a:pos x="connsiteX116" y="connsiteY116"/>
                </a:cxn>
                <a:cxn ang="0">
                  <a:pos x="connsiteX117" y="connsiteY117"/>
                </a:cxn>
                <a:cxn ang="0">
                  <a:pos x="connsiteX118" y="connsiteY118"/>
                </a:cxn>
                <a:cxn ang="0">
                  <a:pos x="connsiteX119" y="connsiteY119"/>
                </a:cxn>
                <a:cxn ang="0">
                  <a:pos x="connsiteX120" y="connsiteY120"/>
                </a:cxn>
                <a:cxn ang="0">
                  <a:pos x="connsiteX121" y="connsiteY121"/>
                </a:cxn>
                <a:cxn ang="0">
                  <a:pos x="connsiteX122" y="connsiteY122"/>
                </a:cxn>
                <a:cxn ang="0">
                  <a:pos x="connsiteX123" y="connsiteY123"/>
                </a:cxn>
                <a:cxn ang="0">
                  <a:pos x="connsiteX124" y="connsiteY124"/>
                </a:cxn>
                <a:cxn ang="0">
                  <a:pos x="connsiteX125" y="connsiteY125"/>
                </a:cxn>
                <a:cxn ang="0">
                  <a:pos x="connsiteX126" y="connsiteY126"/>
                </a:cxn>
                <a:cxn ang="0">
                  <a:pos x="connsiteX127" y="connsiteY127"/>
                </a:cxn>
                <a:cxn ang="0">
                  <a:pos x="connsiteX128" y="connsiteY128"/>
                </a:cxn>
                <a:cxn ang="0">
                  <a:pos x="connsiteX129" y="connsiteY129"/>
                </a:cxn>
                <a:cxn ang="0">
                  <a:pos x="connsiteX130" y="connsiteY130"/>
                </a:cxn>
                <a:cxn ang="0">
                  <a:pos x="connsiteX131" y="connsiteY131"/>
                </a:cxn>
                <a:cxn ang="0">
                  <a:pos x="connsiteX132" y="connsiteY132"/>
                </a:cxn>
                <a:cxn ang="0">
                  <a:pos x="connsiteX133" y="connsiteY133"/>
                </a:cxn>
                <a:cxn ang="0">
                  <a:pos x="connsiteX134" y="connsiteY134"/>
                </a:cxn>
                <a:cxn ang="0">
                  <a:pos x="connsiteX135" y="connsiteY135"/>
                </a:cxn>
                <a:cxn ang="0">
                  <a:pos x="connsiteX136" y="connsiteY136"/>
                </a:cxn>
                <a:cxn ang="0">
                  <a:pos x="connsiteX137" y="connsiteY137"/>
                </a:cxn>
                <a:cxn ang="0">
                  <a:pos x="connsiteX138" y="connsiteY138"/>
                </a:cxn>
                <a:cxn ang="0">
                  <a:pos x="connsiteX139" y="connsiteY139"/>
                </a:cxn>
                <a:cxn ang="0">
                  <a:pos x="connsiteX140" y="connsiteY140"/>
                </a:cxn>
                <a:cxn ang="0">
                  <a:pos x="connsiteX141" y="connsiteY141"/>
                </a:cxn>
                <a:cxn ang="0">
                  <a:pos x="connsiteX142" y="connsiteY142"/>
                </a:cxn>
                <a:cxn ang="0">
                  <a:pos x="connsiteX143" y="connsiteY143"/>
                </a:cxn>
                <a:cxn ang="0">
                  <a:pos x="connsiteX144" y="connsiteY144"/>
                </a:cxn>
                <a:cxn ang="0">
                  <a:pos x="connsiteX145" y="connsiteY145"/>
                </a:cxn>
                <a:cxn ang="0">
                  <a:pos x="connsiteX146" y="connsiteY146"/>
                </a:cxn>
                <a:cxn ang="0">
                  <a:pos x="connsiteX147" y="connsiteY147"/>
                </a:cxn>
              </a:cxnLst>
              <a:rect l="l" t="t" r="r" b="b"/>
              <a:pathLst>
                <a:path w="446163" h="487738">
                  <a:moveTo>
                    <a:pt x="405801" y="297522"/>
                  </a:moveTo>
                  <a:lnTo>
                    <a:pt x="405801" y="195096"/>
                  </a:lnTo>
                  <a:cubicBezTo>
                    <a:pt x="415619" y="192657"/>
                    <a:pt x="424153" y="187780"/>
                    <a:pt x="430250" y="180464"/>
                  </a:cubicBezTo>
                  <a:cubicBezTo>
                    <a:pt x="440067" y="170709"/>
                    <a:pt x="444944" y="158516"/>
                    <a:pt x="444944" y="145103"/>
                  </a:cubicBezTo>
                  <a:cubicBezTo>
                    <a:pt x="444944" y="131690"/>
                    <a:pt x="440067" y="119496"/>
                    <a:pt x="430250" y="109741"/>
                  </a:cubicBezTo>
                  <a:cubicBezTo>
                    <a:pt x="410678" y="90232"/>
                    <a:pt x="380134" y="90232"/>
                    <a:pt x="360626" y="109741"/>
                  </a:cubicBezTo>
                  <a:lnTo>
                    <a:pt x="271369" y="60968"/>
                  </a:lnTo>
                  <a:cubicBezTo>
                    <a:pt x="275026" y="45116"/>
                    <a:pt x="270149" y="26826"/>
                    <a:pt x="257957" y="14632"/>
                  </a:cubicBezTo>
                  <a:cubicBezTo>
                    <a:pt x="238386" y="-4877"/>
                    <a:pt x="207842" y="-4877"/>
                    <a:pt x="188270" y="14632"/>
                  </a:cubicBezTo>
                  <a:cubicBezTo>
                    <a:pt x="176014" y="26826"/>
                    <a:pt x="171137" y="42677"/>
                    <a:pt x="174795" y="58529"/>
                  </a:cubicBezTo>
                  <a:lnTo>
                    <a:pt x="84382" y="110961"/>
                  </a:lnTo>
                  <a:cubicBezTo>
                    <a:pt x="64810" y="92671"/>
                    <a:pt x="34266" y="92671"/>
                    <a:pt x="14695" y="112181"/>
                  </a:cubicBezTo>
                  <a:cubicBezTo>
                    <a:pt x="4941" y="120716"/>
                    <a:pt x="0" y="132910"/>
                    <a:pt x="0" y="146322"/>
                  </a:cubicBezTo>
                  <a:cubicBezTo>
                    <a:pt x="0" y="159735"/>
                    <a:pt x="4941" y="171928"/>
                    <a:pt x="14695" y="181683"/>
                  </a:cubicBezTo>
                  <a:cubicBezTo>
                    <a:pt x="20791" y="187780"/>
                    <a:pt x="28170" y="192657"/>
                    <a:pt x="36704" y="193877"/>
                  </a:cubicBezTo>
                  <a:lnTo>
                    <a:pt x="36704" y="296303"/>
                  </a:lnTo>
                  <a:cubicBezTo>
                    <a:pt x="28170" y="298741"/>
                    <a:pt x="20791" y="302400"/>
                    <a:pt x="14695" y="308496"/>
                  </a:cubicBezTo>
                  <a:cubicBezTo>
                    <a:pt x="4941" y="319470"/>
                    <a:pt x="0" y="331662"/>
                    <a:pt x="0" y="345079"/>
                  </a:cubicBezTo>
                  <a:cubicBezTo>
                    <a:pt x="0" y="358490"/>
                    <a:pt x="4941" y="370682"/>
                    <a:pt x="14695" y="380436"/>
                  </a:cubicBezTo>
                  <a:cubicBezTo>
                    <a:pt x="24448" y="388970"/>
                    <a:pt x="36704" y="393854"/>
                    <a:pt x="48896" y="393854"/>
                  </a:cubicBezTo>
                  <a:cubicBezTo>
                    <a:pt x="61153" y="393854"/>
                    <a:pt x="74564" y="388970"/>
                    <a:pt x="84382" y="379217"/>
                  </a:cubicBezTo>
                  <a:lnTo>
                    <a:pt x="85600" y="377998"/>
                  </a:lnTo>
                  <a:lnTo>
                    <a:pt x="174795" y="429210"/>
                  </a:lnTo>
                  <a:cubicBezTo>
                    <a:pt x="172356" y="445066"/>
                    <a:pt x="177233" y="460916"/>
                    <a:pt x="188270" y="473108"/>
                  </a:cubicBezTo>
                  <a:cubicBezTo>
                    <a:pt x="198024" y="482862"/>
                    <a:pt x="210280" y="487738"/>
                    <a:pt x="223691" y="487738"/>
                  </a:cubicBezTo>
                  <a:cubicBezTo>
                    <a:pt x="235947" y="487738"/>
                    <a:pt x="249358" y="482862"/>
                    <a:pt x="259176" y="473108"/>
                  </a:cubicBezTo>
                  <a:cubicBezTo>
                    <a:pt x="271369" y="460916"/>
                    <a:pt x="276245" y="443847"/>
                    <a:pt x="272587" y="427991"/>
                  </a:cubicBezTo>
                  <a:lnTo>
                    <a:pt x="359343" y="377998"/>
                  </a:lnTo>
                  <a:cubicBezTo>
                    <a:pt x="359343" y="379217"/>
                    <a:pt x="360626" y="379217"/>
                    <a:pt x="360626" y="380436"/>
                  </a:cubicBezTo>
                  <a:cubicBezTo>
                    <a:pt x="370380" y="390190"/>
                    <a:pt x="382572" y="395073"/>
                    <a:pt x="396047" y="395073"/>
                  </a:cubicBezTo>
                  <a:cubicBezTo>
                    <a:pt x="408239" y="395073"/>
                    <a:pt x="421715" y="390190"/>
                    <a:pt x="431468" y="380436"/>
                  </a:cubicBezTo>
                  <a:cubicBezTo>
                    <a:pt x="441286" y="370682"/>
                    <a:pt x="446163" y="358490"/>
                    <a:pt x="446163" y="345079"/>
                  </a:cubicBezTo>
                  <a:cubicBezTo>
                    <a:pt x="446163" y="331662"/>
                    <a:pt x="441286" y="319470"/>
                    <a:pt x="431468" y="309716"/>
                  </a:cubicBezTo>
                  <a:cubicBezTo>
                    <a:pt x="422934" y="302400"/>
                    <a:pt x="414399" y="299960"/>
                    <a:pt x="405801" y="297522"/>
                  </a:cubicBezTo>
                  <a:close/>
                  <a:moveTo>
                    <a:pt x="261615" y="407265"/>
                  </a:moveTo>
                  <a:cubicBezTo>
                    <a:pt x="260395" y="406046"/>
                    <a:pt x="259176" y="404826"/>
                    <a:pt x="257957" y="403607"/>
                  </a:cubicBezTo>
                  <a:cubicBezTo>
                    <a:pt x="251797" y="397511"/>
                    <a:pt x="243263" y="392634"/>
                    <a:pt x="234728" y="391415"/>
                  </a:cubicBezTo>
                  <a:lnTo>
                    <a:pt x="234728" y="306057"/>
                  </a:lnTo>
                  <a:cubicBezTo>
                    <a:pt x="250578" y="304838"/>
                    <a:pt x="265272" y="298741"/>
                    <a:pt x="278683" y="290206"/>
                  </a:cubicBezTo>
                  <a:lnTo>
                    <a:pt x="347151" y="329223"/>
                  </a:lnTo>
                  <a:cubicBezTo>
                    <a:pt x="344713" y="337758"/>
                    <a:pt x="343494" y="347518"/>
                    <a:pt x="347151" y="357271"/>
                  </a:cubicBezTo>
                  <a:lnTo>
                    <a:pt x="261615" y="407265"/>
                  </a:lnTo>
                  <a:close/>
                  <a:moveTo>
                    <a:pt x="188270" y="403607"/>
                  </a:moveTo>
                  <a:cubicBezTo>
                    <a:pt x="187051" y="404826"/>
                    <a:pt x="184613" y="407265"/>
                    <a:pt x="183393" y="408484"/>
                  </a:cubicBezTo>
                  <a:lnTo>
                    <a:pt x="96574" y="358490"/>
                  </a:lnTo>
                  <a:cubicBezTo>
                    <a:pt x="99011" y="348737"/>
                    <a:pt x="99011" y="338977"/>
                    <a:pt x="96574" y="329223"/>
                  </a:cubicBezTo>
                  <a:lnTo>
                    <a:pt x="165041" y="288986"/>
                  </a:lnTo>
                  <a:cubicBezTo>
                    <a:pt x="179672" y="297522"/>
                    <a:pt x="195585" y="303619"/>
                    <a:pt x="212718" y="304838"/>
                  </a:cubicBezTo>
                  <a:lnTo>
                    <a:pt x="212718" y="390190"/>
                  </a:lnTo>
                  <a:cubicBezTo>
                    <a:pt x="204119" y="392634"/>
                    <a:pt x="195585" y="396292"/>
                    <a:pt x="188270" y="403607"/>
                  </a:cubicBezTo>
                  <a:close/>
                  <a:moveTo>
                    <a:pt x="59933" y="195096"/>
                  </a:moveTo>
                  <a:cubicBezTo>
                    <a:pt x="69687" y="192657"/>
                    <a:pt x="78285" y="189000"/>
                    <a:pt x="84382" y="181683"/>
                  </a:cubicBezTo>
                  <a:cubicBezTo>
                    <a:pt x="85600" y="180464"/>
                    <a:pt x="85600" y="180464"/>
                    <a:pt x="86820" y="179245"/>
                  </a:cubicBezTo>
                  <a:lnTo>
                    <a:pt x="146689" y="213386"/>
                  </a:lnTo>
                  <a:cubicBezTo>
                    <a:pt x="139374" y="220703"/>
                    <a:pt x="133278" y="229238"/>
                    <a:pt x="128337" y="238993"/>
                  </a:cubicBezTo>
                  <a:lnTo>
                    <a:pt x="124679" y="243870"/>
                  </a:lnTo>
                  <a:lnTo>
                    <a:pt x="127117" y="248748"/>
                  </a:lnTo>
                  <a:cubicBezTo>
                    <a:pt x="132058" y="258502"/>
                    <a:pt x="138155" y="267038"/>
                    <a:pt x="145470" y="274354"/>
                  </a:cubicBezTo>
                  <a:lnTo>
                    <a:pt x="84382" y="309716"/>
                  </a:lnTo>
                  <a:cubicBezTo>
                    <a:pt x="77002" y="302400"/>
                    <a:pt x="68468" y="298741"/>
                    <a:pt x="59933" y="296303"/>
                  </a:cubicBezTo>
                  <a:lnTo>
                    <a:pt x="59933" y="195096"/>
                  </a:lnTo>
                  <a:close/>
                  <a:moveTo>
                    <a:pt x="184613" y="79258"/>
                  </a:moveTo>
                  <a:cubicBezTo>
                    <a:pt x="185832" y="80477"/>
                    <a:pt x="187051" y="82916"/>
                    <a:pt x="188270" y="84135"/>
                  </a:cubicBezTo>
                  <a:cubicBezTo>
                    <a:pt x="195585" y="91452"/>
                    <a:pt x="204119" y="95109"/>
                    <a:pt x="212718" y="97548"/>
                  </a:cubicBezTo>
                  <a:lnTo>
                    <a:pt x="212718" y="181683"/>
                  </a:lnTo>
                  <a:cubicBezTo>
                    <a:pt x="195585" y="182903"/>
                    <a:pt x="179672" y="189000"/>
                    <a:pt x="165041" y="197535"/>
                  </a:cubicBezTo>
                  <a:lnTo>
                    <a:pt x="97793" y="158516"/>
                  </a:lnTo>
                  <a:cubicBezTo>
                    <a:pt x="100231" y="148761"/>
                    <a:pt x="100231" y="139006"/>
                    <a:pt x="96574" y="129251"/>
                  </a:cubicBezTo>
                  <a:lnTo>
                    <a:pt x="184613" y="79258"/>
                  </a:lnTo>
                  <a:close/>
                  <a:moveTo>
                    <a:pt x="257957" y="84135"/>
                  </a:moveTo>
                  <a:cubicBezTo>
                    <a:pt x="259176" y="82916"/>
                    <a:pt x="260395" y="81697"/>
                    <a:pt x="260395" y="80477"/>
                  </a:cubicBezTo>
                  <a:lnTo>
                    <a:pt x="347151" y="130470"/>
                  </a:lnTo>
                  <a:cubicBezTo>
                    <a:pt x="343494" y="140225"/>
                    <a:pt x="343494" y="149980"/>
                    <a:pt x="345932" y="158516"/>
                  </a:cubicBezTo>
                  <a:lnTo>
                    <a:pt x="281121" y="197535"/>
                  </a:lnTo>
                  <a:cubicBezTo>
                    <a:pt x="267710" y="189000"/>
                    <a:pt x="251797" y="182903"/>
                    <a:pt x="235947" y="181683"/>
                  </a:cubicBezTo>
                  <a:lnTo>
                    <a:pt x="235947" y="96329"/>
                  </a:lnTo>
                  <a:cubicBezTo>
                    <a:pt x="243263" y="95109"/>
                    <a:pt x="251797" y="90232"/>
                    <a:pt x="257957" y="84135"/>
                  </a:cubicBezTo>
                  <a:close/>
                  <a:moveTo>
                    <a:pt x="284844" y="258502"/>
                  </a:moveTo>
                  <a:cubicBezTo>
                    <a:pt x="250578" y="292645"/>
                    <a:pt x="196805" y="292645"/>
                    <a:pt x="162603" y="258502"/>
                  </a:cubicBezTo>
                  <a:cubicBezTo>
                    <a:pt x="157726" y="253625"/>
                    <a:pt x="154004" y="248748"/>
                    <a:pt x="150346" y="243870"/>
                  </a:cubicBezTo>
                  <a:cubicBezTo>
                    <a:pt x="154004" y="238993"/>
                    <a:pt x="157726" y="234115"/>
                    <a:pt x="162603" y="229238"/>
                  </a:cubicBezTo>
                  <a:cubicBezTo>
                    <a:pt x="196805" y="195096"/>
                    <a:pt x="250578" y="195096"/>
                    <a:pt x="284844" y="229238"/>
                  </a:cubicBezTo>
                  <a:cubicBezTo>
                    <a:pt x="289721" y="234115"/>
                    <a:pt x="293378" y="238993"/>
                    <a:pt x="297036" y="243870"/>
                  </a:cubicBezTo>
                  <a:cubicBezTo>
                    <a:pt x="292159" y="248748"/>
                    <a:pt x="288501" y="253625"/>
                    <a:pt x="284844" y="258502"/>
                  </a:cubicBezTo>
                  <a:close/>
                  <a:moveTo>
                    <a:pt x="360626" y="309716"/>
                  </a:moveTo>
                  <a:cubicBezTo>
                    <a:pt x="360626" y="309716"/>
                    <a:pt x="359343" y="309716"/>
                    <a:pt x="360626" y="309716"/>
                  </a:cubicBezTo>
                  <a:lnTo>
                    <a:pt x="299474" y="275574"/>
                  </a:lnTo>
                  <a:cubicBezTo>
                    <a:pt x="299474" y="275574"/>
                    <a:pt x="300693" y="275573"/>
                    <a:pt x="300693" y="274354"/>
                  </a:cubicBezTo>
                  <a:cubicBezTo>
                    <a:pt x="308008" y="267038"/>
                    <a:pt x="314168" y="258502"/>
                    <a:pt x="319045" y="248748"/>
                  </a:cubicBezTo>
                  <a:lnTo>
                    <a:pt x="321484" y="243870"/>
                  </a:lnTo>
                  <a:lnTo>
                    <a:pt x="319045" y="238993"/>
                  </a:lnTo>
                  <a:cubicBezTo>
                    <a:pt x="314168" y="229238"/>
                    <a:pt x="308008" y="220703"/>
                    <a:pt x="300693" y="213386"/>
                  </a:cubicBezTo>
                  <a:lnTo>
                    <a:pt x="359343" y="179245"/>
                  </a:lnTo>
                  <a:cubicBezTo>
                    <a:pt x="360626" y="180464"/>
                    <a:pt x="360626" y="180464"/>
                    <a:pt x="361846" y="181683"/>
                  </a:cubicBezTo>
                  <a:cubicBezTo>
                    <a:pt x="367942" y="187780"/>
                    <a:pt x="376476" y="192657"/>
                    <a:pt x="385011" y="195096"/>
                  </a:cubicBezTo>
                  <a:lnTo>
                    <a:pt x="385011" y="297522"/>
                  </a:lnTo>
                  <a:cubicBezTo>
                    <a:pt x="374038" y="298741"/>
                    <a:pt x="366723" y="303619"/>
                    <a:pt x="360626" y="309716"/>
                  </a:cubicBezTo>
                  <a:close/>
                  <a:moveTo>
                    <a:pt x="376476" y="128032"/>
                  </a:moveTo>
                  <a:cubicBezTo>
                    <a:pt x="387513" y="117058"/>
                    <a:pt x="403363" y="117058"/>
                    <a:pt x="414399" y="128032"/>
                  </a:cubicBezTo>
                  <a:cubicBezTo>
                    <a:pt x="419276" y="132910"/>
                    <a:pt x="421715" y="140225"/>
                    <a:pt x="421715" y="146322"/>
                  </a:cubicBezTo>
                  <a:cubicBezTo>
                    <a:pt x="421715" y="153638"/>
                    <a:pt x="419276" y="159735"/>
                    <a:pt x="414399" y="164613"/>
                  </a:cubicBezTo>
                  <a:cubicBezTo>
                    <a:pt x="409458" y="169490"/>
                    <a:pt x="402144" y="173148"/>
                    <a:pt x="394828" y="171928"/>
                  </a:cubicBezTo>
                  <a:cubicBezTo>
                    <a:pt x="387513" y="171928"/>
                    <a:pt x="381353" y="169490"/>
                    <a:pt x="376476" y="164613"/>
                  </a:cubicBezTo>
                  <a:cubicBezTo>
                    <a:pt x="367942" y="156077"/>
                    <a:pt x="365503" y="142664"/>
                    <a:pt x="372818" y="131690"/>
                  </a:cubicBezTo>
                  <a:cubicBezTo>
                    <a:pt x="374038" y="130470"/>
                    <a:pt x="375257" y="129251"/>
                    <a:pt x="376476" y="128032"/>
                  </a:cubicBezTo>
                  <a:close/>
                  <a:moveTo>
                    <a:pt x="204119" y="30484"/>
                  </a:moveTo>
                  <a:cubicBezTo>
                    <a:pt x="215157" y="19510"/>
                    <a:pt x="231006" y="19510"/>
                    <a:pt x="242043" y="30484"/>
                  </a:cubicBezTo>
                  <a:cubicBezTo>
                    <a:pt x="250578" y="39019"/>
                    <a:pt x="251797" y="51213"/>
                    <a:pt x="246920" y="60968"/>
                  </a:cubicBezTo>
                  <a:cubicBezTo>
                    <a:pt x="245701" y="63406"/>
                    <a:pt x="243263" y="65845"/>
                    <a:pt x="242043" y="68284"/>
                  </a:cubicBezTo>
                  <a:cubicBezTo>
                    <a:pt x="231006" y="79258"/>
                    <a:pt x="215157" y="79258"/>
                    <a:pt x="204119" y="68284"/>
                  </a:cubicBezTo>
                  <a:cubicBezTo>
                    <a:pt x="201681" y="65845"/>
                    <a:pt x="199243" y="63406"/>
                    <a:pt x="198024" y="59748"/>
                  </a:cubicBezTo>
                  <a:cubicBezTo>
                    <a:pt x="194366" y="49994"/>
                    <a:pt x="196805" y="37800"/>
                    <a:pt x="204119" y="30484"/>
                  </a:cubicBezTo>
                  <a:close/>
                  <a:moveTo>
                    <a:pt x="23229" y="146322"/>
                  </a:moveTo>
                  <a:cubicBezTo>
                    <a:pt x="23229" y="139006"/>
                    <a:pt x="25667" y="132910"/>
                    <a:pt x="30608" y="128032"/>
                  </a:cubicBezTo>
                  <a:cubicBezTo>
                    <a:pt x="41581" y="117058"/>
                    <a:pt x="57495" y="117058"/>
                    <a:pt x="68468" y="128032"/>
                  </a:cubicBezTo>
                  <a:cubicBezTo>
                    <a:pt x="69687" y="129251"/>
                    <a:pt x="70906" y="130470"/>
                    <a:pt x="72125" y="131690"/>
                  </a:cubicBezTo>
                  <a:cubicBezTo>
                    <a:pt x="79505" y="142664"/>
                    <a:pt x="78285" y="156077"/>
                    <a:pt x="68468" y="165832"/>
                  </a:cubicBezTo>
                  <a:cubicBezTo>
                    <a:pt x="63591" y="170709"/>
                    <a:pt x="56276" y="174367"/>
                    <a:pt x="48896" y="173148"/>
                  </a:cubicBezTo>
                  <a:cubicBezTo>
                    <a:pt x="41581" y="173148"/>
                    <a:pt x="35485" y="170709"/>
                    <a:pt x="30608" y="165832"/>
                  </a:cubicBezTo>
                  <a:cubicBezTo>
                    <a:pt x="25667" y="160954"/>
                    <a:pt x="23229" y="153638"/>
                    <a:pt x="23229" y="146322"/>
                  </a:cubicBezTo>
                  <a:close/>
                  <a:moveTo>
                    <a:pt x="30608" y="363367"/>
                  </a:moveTo>
                  <a:cubicBezTo>
                    <a:pt x="25667" y="358490"/>
                    <a:pt x="23229" y="351175"/>
                    <a:pt x="23229" y="345079"/>
                  </a:cubicBezTo>
                  <a:cubicBezTo>
                    <a:pt x="23229" y="337758"/>
                    <a:pt x="25667" y="331662"/>
                    <a:pt x="30608" y="326785"/>
                  </a:cubicBezTo>
                  <a:cubicBezTo>
                    <a:pt x="35485" y="321908"/>
                    <a:pt x="41581" y="319470"/>
                    <a:pt x="48896" y="319470"/>
                  </a:cubicBezTo>
                  <a:cubicBezTo>
                    <a:pt x="56276" y="319470"/>
                    <a:pt x="63591" y="321908"/>
                    <a:pt x="68468" y="326785"/>
                  </a:cubicBezTo>
                  <a:cubicBezTo>
                    <a:pt x="77002" y="335319"/>
                    <a:pt x="78285" y="348737"/>
                    <a:pt x="72125" y="358490"/>
                  </a:cubicBezTo>
                  <a:cubicBezTo>
                    <a:pt x="70906" y="360929"/>
                    <a:pt x="69687" y="362148"/>
                    <a:pt x="68468" y="364586"/>
                  </a:cubicBezTo>
                  <a:cubicBezTo>
                    <a:pt x="57495" y="374340"/>
                    <a:pt x="41581" y="374340"/>
                    <a:pt x="30608" y="363367"/>
                  </a:cubicBezTo>
                  <a:close/>
                  <a:moveTo>
                    <a:pt x="242043" y="457258"/>
                  </a:moveTo>
                  <a:cubicBezTo>
                    <a:pt x="231006" y="468231"/>
                    <a:pt x="215157" y="468231"/>
                    <a:pt x="204119" y="457258"/>
                  </a:cubicBezTo>
                  <a:cubicBezTo>
                    <a:pt x="196805" y="449943"/>
                    <a:pt x="194366" y="438964"/>
                    <a:pt x="198024" y="427991"/>
                  </a:cubicBezTo>
                  <a:cubicBezTo>
                    <a:pt x="199243" y="424334"/>
                    <a:pt x="201681" y="421895"/>
                    <a:pt x="204119" y="419457"/>
                  </a:cubicBezTo>
                  <a:cubicBezTo>
                    <a:pt x="215157" y="408484"/>
                    <a:pt x="231006" y="408484"/>
                    <a:pt x="242043" y="419457"/>
                  </a:cubicBezTo>
                  <a:cubicBezTo>
                    <a:pt x="244482" y="421895"/>
                    <a:pt x="245701" y="424334"/>
                    <a:pt x="246920" y="426772"/>
                  </a:cubicBezTo>
                  <a:cubicBezTo>
                    <a:pt x="251797" y="437745"/>
                    <a:pt x="250578" y="449943"/>
                    <a:pt x="242043" y="457258"/>
                  </a:cubicBezTo>
                  <a:close/>
                  <a:moveTo>
                    <a:pt x="414399" y="363367"/>
                  </a:moveTo>
                  <a:cubicBezTo>
                    <a:pt x="403363" y="374340"/>
                    <a:pt x="387513" y="374340"/>
                    <a:pt x="376476" y="363367"/>
                  </a:cubicBezTo>
                  <a:cubicBezTo>
                    <a:pt x="375257" y="360929"/>
                    <a:pt x="372818" y="359710"/>
                    <a:pt x="371600" y="357271"/>
                  </a:cubicBezTo>
                  <a:cubicBezTo>
                    <a:pt x="365503" y="347518"/>
                    <a:pt x="367942" y="334100"/>
                    <a:pt x="376476" y="325566"/>
                  </a:cubicBezTo>
                  <a:cubicBezTo>
                    <a:pt x="381353" y="320689"/>
                    <a:pt x="387513" y="318250"/>
                    <a:pt x="394828" y="318250"/>
                  </a:cubicBezTo>
                  <a:cubicBezTo>
                    <a:pt x="402144" y="318250"/>
                    <a:pt x="409458" y="320689"/>
                    <a:pt x="414399" y="325566"/>
                  </a:cubicBezTo>
                  <a:cubicBezTo>
                    <a:pt x="419276" y="330442"/>
                    <a:pt x="421715" y="337758"/>
                    <a:pt x="421715" y="343860"/>
                  </a:cubicBezTo>
                  <a:cubicBezTo>
                    <a:pt x="421715" y="352394"/>
                    <a:pt x="419276" y="358490"/>
                    <a:pt x="414399" y="363367"/>
                  </a:cubicBezTo>
                  <a:close/>
                  <a:moveTo>
                    <a:pt x="253016" y="243870"/>
                  </a:moveTo>
                  <a:cubicBezTo>
                    <a:pt x="253016" y="259722"/>
                    <a:pt x="240824" y="271916"/>
                    <a:pt x="224911" y="271916"/>
                  </a:cubicBezTo>
                  <a:cubicBezTo>
                    <a:pt x="209060" y="271916"/>
                    <a:pt x="196805" y="259722"/>
                    <a:pt x="196805" y="243870"/>
                  </a:cubicBezTo>
                  <a:cubicBezTo>
                    <a:pt x="196805" y="228019"/>
                    <a:pt x="209060" y="215825"/>
                    <a:pt x="224911" y="215825"/>
                  </a:cubicBezTo>
                  <a:cubicBezTo>
                    <a:pt x="239605" y="215825"/>
                    <a:pt x="253016" y="228019"/>
                    <a:pt x="253016" y="243870"/>
                  </a:cubicBezTo>
                  <a:close/>
                </a:path>
              </a:pathLst>
            </a:custGeom>
            <a:solidFill>
              <a:srgbClr val="2D5967"/>
            </a:solidFill>
            <a:ln w="6417" cap="flat">
              <a:noFill/>
              <a:prstDash val="solid"/>
              <a:miter/>
            </a:ln>
          </p:spPr>
          <p:txBody>
            <a:bodyPr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srgbClr val="7C8A98"/>
                </a:solidFill>
                <a:effectLst/>
                <a:uLnTx/>
                <a:uFillTx/>
                <a:latin typeface="Oracle Sans Tab"/>
                <a:ea typeface="+mn-ea"/>
                <a:cs typeface="+mn-cs"/>
              </a:endParaRPr>
            </a:p>
          </p:txBody>
        </p:sp>
      </p:grpSp>
      <p:sp>
        <p:nvSpPr>
          <p:cNvPr id="55" name="Rectangle 54">
            <a:extLst>
              <a:ext uri="{FF2B5EF4-FFF2-40B4-BE49-F238E27FC236}">
                <a16:creationId xmlns:a16="http://schemas.microsoft.com/office/drawing/2014/main" id="{38D78FDC-5F08-7202-E57A-21C77ECCBE57}"/>
              </a:ext>
            </a:extLst>
          </p:cNvPr>
          <p:cNvSpPr/>
          <p:nvPr/>
        </p:nvSpPr>
        <p:spPr>
          <a:xfrm>
            <a:off x="4808805" y="2570764"/>
            <a:ext cx="1287195" cy="547624"/>
          </a:xfrm>
          <a:prstGeom prst="rect">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sz="1200" dirty="0"/>
              <a:t>Operations Manager AI</a:t>
            </a:r>
          </a:p>
        </p:txBody>
      </p:sp>
      <p:sp>
        <p:nvSpPr>
          <p:cNvPr id="56" name="Rectangle 55">
            <a:extLst>
              <a:ext uri="{FF2B5EF4-FFF2-40B4-BE49-F238E27FC236}">
                <a16:creationId xmlns:a16="http://schemas.microsoft.com/office/drawing/2014/main" id="{6066F248-C8DD-61AE-AE8E-1F6BD5470816}"/>
              </a:ext>
            </a:extLst>
          </p:cNvPr>
          <p:cNvSpPr/>
          <p:nvPr/>
        </p:nvSpPr>
        <p:spPr>
          <a:xfrm>
            <a:off x="4860270" y="4005065"/>
            <a:ext cx="1287195" cy="547624"/>
          </a:xfrm>
          <a:prstGeom prst="rect">
            <a:avLst/>
          </a:prstGeom>
          <a:solidFill>
            <a:schemeClr val="accent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sz="1200" dirty="0"/>
              <a:t>Team Collaboration AI</a:t>
            </a:r>
          </a:p>
        </p:txBody>
      </p:sp>
      <p:sp>
        <p:nvSpPr>
          <p:cNvPr id="57" name="Rectangle 56">
            <a:extLst>
              <a:ext uri="{FF2B5EF4-FFF2-40B4-BE49-F238E27FC236}">
                <a16:creationId xmlns:a16="http://schemas.microsoft.com/office/drawing/2014/main" id="{6E50132B-4B6C-1D19-94CA-8BB6882F096C}"/>
              </a:ext>
            </a:extLst>
          </p:cNvPr>
          <p:cNvSpPr/>
          <p:nvPr/>
        </p:nvSpPr>
        <p:spPr>
          <a:xfrm>
            <a:off x="4860270" y="5593679"/>
            <a:ext cx="1287195" cy="547624"/>
          </a:xfrm>
          <a:prstGeom prst="rect">
            <a:avLst/>
          </a:prstGeom>
          <a:solidFill>
            <a:srgbClr val="67605B"/>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sz="1200" dirty="0"/>
              <a:t>Project Manager AI</a:t>
            </a:r>
          </a:p>
        </p:txBody>
      </p:sp>
      <p:sp>
        <p:nvSpPr>
          <p:cNvPr id="59" name="Freeform 123">
            <a:extLst>
              <a:ext uri="{FF2B5EF4-FFF2-40B4-BE49-F238E27FC236}">
                <a16:creationId xmlns:a16="http://schemas.microsoft.com/office/drawing/2014/main" id="{5B1AAE1A-2105-8FEA-8C1D-E0CC76EF686F}"/>
              </a:ext>
            </a:extLst>
          </p:cNvPr>
          <p:cNvSpPr/>
          <p:nvPr/>
        </p:nvSpPr>
        <p:spPr>
          <a:xfrm>
            <a:off x="6086568" y="2255496"/>
            <a:ext cx="422704" cy="22740"/>
          </a:xfrm>
          <a:custGeom>
            <a:avLst/>
            <a:gdLst>
              <a:gd name="connsiteX0" fmla="*/ 0 w 3285066"/>
              <a:gd name="connsiteY0" fmla="*/ 0 h 0"/>
              <a:gd name="connsiteX1" fmla="*/ 3285066 w 3285066"/>
              <a:gd name="connsiteY1" fmla="*/ 0 h 0"/>
            </a:gdLst>
            <a:ahLst/>
            <a:cxnLst>
              <a:cxn ang="0">
                <a:pos x="connsiteX0" y="connsiteY0"/>
              </a:cxn>
              <a:cxn ang="0">
                <a:pos x="connsiteX1" y="connsiteY1"/>
              </a:cxn>
            </a:cxnLst>
            <a:rect l="l" t="t" r="r" b="b"/>
            <a:pathLst>
              <a:path w="3285066">
                <a:moveTo>
                  <a:pt x="0" y="0"/>
                </a:moveTo>
                <a:lnTo>
                  <a:pt x="3285066" y="0"/>
                </a:lnTo>
              </a:path>
            </a:pathLst>
          </a:custGeom>
          <a:noFill/>
          <a:ln w="9525" cap="flat" cmpd="sng" algn="ctr">
            <a:solidFill>
              <a:srgbClr val="312D2A"/>
            </a:solidFill>
            <a:prstDash val="solid"/>
            <a:miter lim="800000"/>
            <a:headEnd type="triangle" w="med" len="med"/>
            <a:tailEnd type="triangle" w="med" len="med"/>
          </a:ln>
          <a:effectLst/>
        </p:spPr>
        <p:txBody>
          <a:bodyPr rtlCol="0" anchor="ctr"/>
          <a:lstStyle/>
          <a:p>
            <a:pPr marL="0" marR="0" lvl="0" indent="0" algn="ctr" defTabSz="914400" eaLnBrk="1" fontAlgn="auto" latinLnBrk="0" hangingPunct="1">
              <a:lnSpc>
                <a:spcPct val="100000"/>
              </a:lnSpc>
              <a:spcBef>
                <a:spcPts val="0"/>
              </a:spcBef>
              <a:spcAft>
                <a:spcPts val="0"/>
              </a:spcAft>
              <a:buClrTx/>
              <a:buSzTx/>
              <a:buFontTx/>
              <a:buNone/>
              <a:tabLst/>
              <a:defRPr/>
            </a:pPr>
            <a:endParaRPr kumimoji="0" lang="en-US" sz="600" b="0" i="0" u="none" strike="noStrike" kern="0" cap="none" spc="0" normalizeH="0" baseline="0" noProof="0">
              <a:ln>
                <a:noFill/>
              </a:ln>
              <a:solidFill>
                <a:srgbClr val="FCFBFA"/>
              </a:solidFill>
              <a:effectLst/>
              <a:uLnTx/>
              <a:uFillTx/>
              <a:latin typeface="Oracle Sans"/>
              <a:ea typeface="+mn-ea"/>
              <a:cs typeface="+mn-cs"/>
            </a:endParaRPr>
          </a:p>
        </p:txBody>
      </p:sp>
      <p:sp>
        <p:nvSpPr>
          <p:cNvPr id="60" name="Freeform 124">
            <a:extLst>
              <a:ext uri="{FF2B5EF4-FFF2-40B4-BE49-F238E27FC236}">
                <a16:creationId xmlns:a16="http://schemas.microsoft.com/office/drawing/2014/main" id="{2646B95E-B95D-DEBD-97AA-E13AF1A1B23B}"/>
              </a:ext>
            </a:extLst>
          </p:cNvPr>
          <p:cNvSpPr/>
          <p:nvPr/>
        </p:nvSpPr>
        <p:spPr>
          <a:xfrm>
            <a:off x="6114034" y="3634975"/>
            <a:ext cx="422704" cy="22740"/>
          </a:xfrm>
          <a:custGeom>
            <a:avLst/>
            <a:gdLst>
              <a:gd name="connsiteX0" fmla="*/ 0 w 3285066"/>
              <a:gd name="connsiteY0" fmla="*/ 0 h 0"/>
              <a:gd name="connsiteX1" fmla="*/ 3285066 w 3285066"/>
              <a:gd name="connsiteY1" fmla="*/ 0 h 0"/>
            </a:gdLst>
            <a:ahLst/>
            <a:cxnLst>
              <a:cxn ang="0">
                <a:pos x="connsiteX0" y="connsiteY0"/>
              </a:cxn>
              <a:cxn ang="0">
                <a:pos x="connsiteX1" y="connsiteY1"/>
              </a:cxn>
            </a:cxnLst>
            <a:rect l="l" t="t" r="r" b="b"/>
            <a:pathLst>
              <a:path w="3285066">
                <a:moveTo>
                  <a:pt x="0" y="0"/>
                </a:moveTo>
                <a:lnTo>
                  <a:pt x="3285066" y="0"/>
                </a:lnTo>
              </a:path>
            </a:pathLst>
          </a:custGeom>
          <a:noFill/>
          <a:ln w="9525" cap="flat" cmpd="sng" algn="ctr">
            <a:solidFill>
              <a:srgbClr val="312D2A"/>
            </a:solidFill>
            <a:prstDash val="solid"/>
            <a:miter lim="800000"/>
            <a:headEnd type="triangle" w="med" len="med"/>
            <a:tailEnd type="triangle" w="med" len="med"/>
          </a:ln>
          <a:effectLst/>
        </p:spPr>
        <p:txBody>
          <a:bodyPr rtlCol="0" anchor="ctr"/>
          <a:lstStyle/>
          <a:p>
            <a:pPr marL="0" marR="0" lvl="0" indent="0" algn="ctr" defTabSz="914400" eaLnBrk="1" fontAlgn="auto" latinLnBrk="0" hangingPunct="1">
              <a:lnSpc>
                <a:spcPct val="100000"/>
              </a:lnSpc>
              <a:spcBef>
                <a:spcPts val="0"/>
              </a:spcBef>
              <a:spcAft>
                <a:spcPts val="0"/>
              </a:spcAft>
              <a:buClrTx/>
              <a:buSzTx/>
              <a:buFontTx/>
              <a:buNone/>
              <a:tabLst/>
              <a:defRPr/>
            </a:pPr>
            <a:endParaRPr kumimoji="0" lang="en-US" sz="600" b="0" i="0" u="none" strike="noStrike" kern="0" cap="none" spc="0" normalizeH="0" baseline="0" noProof="0">
              <a:ln>
                <a:noFill/>
              </a:ln>
              <a:solidFill>
                <a:srgbClr val="FCFBFA"/>
              </a:solidFill>
              <a:effectLst/>
              <a:uLnTx/>
              <a:uFillTx/>
              <a:latin typeface="Oracle Sans"/>
              <a:ea typeface="+mn-ea"/>
              <a:cs typeface="+mn-cs"/>
            </a:endParaRPr>
          </a:p>
        </p:txBody>
      </p:sp>
      <p:sp>
        <p:nvSpPr>
          <p:cNvPr id="61" name="Freeform 125">
            <a:extLst>
              <a:ext uri="{FF2B5EF4-FFF2-40B4-BE49-F238E27FC236}">
                <a16:creationId xmlns:a16="http://schemas.microsoft.com/office/drawing/2014/main" id="{8FC84A44-3CE7-8E64-5076-DD078779545A}"/>
              </a:ext>
            </a:extLst>
          </p:cNvPr>
          <p:cNvSpPr/>
          <p:nvPr/>
        </p:nvSpPr>
        <p:spPr>
          <a:xfrm>
            <a:off x="6089573" y="5171800"/>
            <a:ext cx="422704" cy="22740"/>
          </a:xfrm>
          <a:custGeom>
            <a:avLst/>
            <a:gdLst>
              <a:gd name="connsiteX0" fmla="*/ 0 w 3285066"/>
              <a:gd name="connsiteY0" fmla="*/ 0 h 0"/>
              <a:gd name="connsiteX1" fmla="*/ 3285066 w 3285066"/>
              <a:gd name="connsiteY1" fmla="*/ 0 h 0"/>
            </a:gdLst>
            <a:ahLst/>
            <a:cxnLst>
              <a:cxn ang="0">
                <a:pos x="connsiteX0" y="connsiteY0"/>
              </a:cxn>
              <a:cxn ang="0">
                <a:pos x="connsiteX1" y="connsiteY1"/>
              </a:cxn>
            </a:cxnLst>
            <a:rect l="l" t="t" r="r" b="b"/>
            <a:pathLst>
              <a:path w="3285066">
                <a:moveTo>
                  <a:pt x="0" y="0"/>
                </a:moveTo>
                <a:lnTo>
                  <a:pt x="3285066" y="0"/>
                </a:lnTo>
              </a:path>
            </a:pathLst>
          </a:custGeom>
          <a:noFill/>
          <a:ln w="9525" cap="flat" cmpd="sng" algn="ctr">
            <a:solidFill>
              <a:srgbClr val="312D2A"/>
            </a:solidFill>
            <a:prstDash val="solid"/>
            <a:miter lim="800000"/>
            <a:headEnd type="triangle" w="med" len="med"/>
            <a:tailEnd type="triangle" w="med" len="med"/>
          </a:ln>
          <a:effectLst/>
        </p:spPr>
        <p:txBody>
          <a:bodyPr rtlCol="0" anchor="ctr"/>
          <a:lstStyle/>
          <a:p>
            <a:pPr marL="0" marR="0" lvl="0" indent="0" algn="ctr" defTabSz="914400" eaLnBrk="1" fontAlgn="auto" latinLnBrk="0" hangingPunct="1">
              <a:lnSpc>
                <a:spcPct val="100000"/>
              </a:lnSpc>
              <a:spcBef>
                <a:spcPts val="0"/>
              </a:spcBef>
              <a:spcAft>
                <a:spcPts val="0"/>
              </a:spcAft>
              <a:buClrTx/>
              <a:buSzTx/>
              <a:buFontTx/>
              <a:buNone/>
              <a:tabLst/>
              <a:defRPr/>
            </a:pPr>
            <a:endParaRPr kumimoji="0" lang="en-US" sz="600" b="0" i="0" u="none" strike="noStrike" kern="0" cap="none" spc="0" normalizeH="0" baseline="0" noProof="0">
              <a:ln>
                <a:noFill/>
              </a:ln>
              <a:solidFill>
                <a:srgbClr val="FCFBFA"/>
              </a:solidFill>
              <a:effectLst/>
              <a:uLnTx/>
              <a:uFillTx/>
              <a:latin typeface="Oracle Sans"/>
              <a:ea typeface="+mn-ea"/>
              <a:cs typeface="+mn-cs"/>
            </a:endParaRPr>
          </a:p>
        </p:txBody>
      </p:sp>
      <p:sp>
        <p:nvSpPr>
          <p:cNvPr id="62" name="Rounded Rectangle 120">
            <a:extLst>
              <a:ext uri="{FF2B5EF4-FFF2-40B4-BE49-F238E27FC236}">
                <a16:creationId xmlns:a16="http://schemas.microsoft.com/office/drawing/2014/main" id="{2EFDAEF6-7F27-F19A-23B6-AC1D514A92BB}"/>
              </a:ext>
            </a:extLst>
          </p:cNvPr>
          <p:cNvSpPr/>
          <p:nvPr/>
        </p:nvSpPr>
        <p:spPr>
          <a:xfrm>
            <a:off x="6626140" y="4595036"/>
            <a:ext cx="5108660" cy="1278228"/>
          </a:xfrm>
          <a:prstGeom prst="roundRect">
            <a:avLst/>
          </a:prstGeom>
          <a:noFill/>
          <a:ln w="28575" cap="flat" cmpd="sng" algn="ctr">
            <a:solidFill>
              <a:srgbClr val="8B8580"/>
            </a:solidFill>
            <a:prstDash val="solid"/>
            <a:miter lim="800000"/>
          </a:ln>
          <a:effectLst/>
        </p:spPr>
        <p:txBody>
          <a:bodyPr rtlCol="0" anchor="ctr"/>
          <a:lstStyle/>
          <a:p>
            <a:pPr marL="0" marR="0" lvl="0" indent="0" algn="ctr" defTabSz="914400" eaLnBrk="1" fontAlgn="auto" latinLnBrk="0" hangingPunct="1">
              <a:lnSpc>
                <a:spcPct val="90000"/>
              </a:lnSpc>
              <a:spcBef>
                <a:spcPts val="0"/>
              </a:spcBef>
              <a:spcAft>
                <a:spcPts val="0"/>
              </a:spcAft>
              <a:buClrTx/>
              <a:buSzTx/>
              <a:buFontTx/>
              <a:buNone/>
              <a:tabLst/>
              <a:defRPr/>
            </a:pPr>
            <a:endParaRPr kumimoji="0" lang="en-US" sz="1333" b="0" i="0" u="none" strike="noStrike" kern="0" cap="none" spc="0" normalizeH="0" baseline="0" noProof="0" err="1">
              <a:ln>
                <a:noFill/>
              </a:ln>
              <a:solidFill>
                <a:srgbClr val="312D2A"/>
              </a:solidFill>
              <a:effectLst/>
              <a:uLnTx/>
              <a:uFillTx/>
              <a:latin typeface="Trebuchet MS" panose="020B0603020202020204" pitchFamily="34" charset="0"/>
              <a:ea typeface="+mn-ea"/>
              <a:cs typeface="+mn-cs"/>
            </a:endParaRPr>
          </a:p>
        </p:txBody>
      </p:sp>
      <p:sp>
        <p:nvSpPr>
          <p:cNvPr id="63" name="Rounded Rectangle 121">
            <a:extLst>
              <a:ext uri="{FF2B5EF4-FFF2-40B4-BE49-F238E27FC236}">
                <a16:creationId xmlns:a16="http://schemas.microsoft.com/office/drawing/2014/main" id="{D5B88501-8175-BFC3-199B-B9888A3CD521}"/>
              </a:ext>
            </a:extLst>
          </p:cNvPr>
          <p:cNvSpPr/>
          <p:nvPr/>
        </p:nvSpPr>
        <p:spPr>
          <a:xfrm>
            <a:off x="6641266" y="3088739"/>
            <a:ext cx="5108660" cy="1278228"/>
          </a:xfrm>
          <a:prstGeom prst="roundRect">
            <a:avLst/>
          </a:prstGeom>
          <a:noFill/>
          <a:ln w="28575" cap="flat" cmpd="sng" algn="ctr">
            <a:solidFill>
              <a:schemeClr val="accent2"/>
            </a:solidFill>
            <a:prstDash val="solid"/>
            <a:miter lim="800000"/>
          </a:ln>
          <a:effectLst/>
        </p:spPr>
        <p:txBody>
          <a:bodyPr rtlCol="0" anchor="ctr"/>
          <a:lstStyle/>
          <a:p>
            <a:pPr marL="0" marR="0" lvl="0" indent="0" algn="ctr" defTabSz="914400" eaLnBrk="1" fontAlgn="auto" latinLnBrk="0" hangingPunct="1">
              <a:lnSpc>
                <a:spcPct val="90000"/>
              </a:lnSpc>
              <a:spcBef>
                <a:spcPts val="0"/>
              </a:spcBef>
              <a:spcAft>
                <a:spcPts val="0"/>
              </a:spcAft>
              <a:buClrTx/>
              <a:buSzTx/>
              <a:buFontTx/>
              <a:buNone/>
              <a:tabLst/>
              <a:defRPr/>
            </a:pPr>
            <a:endParaRPr kumimoji="0" lang="en-US" sz="1333" b="0" i="0" u="none" strike="noStrike" kern="0" cap="none" spc="0" normalizeH="0" baseline="0" noProof="0" err="1">
              <a:ln>
                <a:noFill/>
              </a:ln>
              <a:solidFill>
                <a:srgbClr val="312D2A"/>
              </a:solidFill>
              <a:effectLst/>
              <a:uLnTx/>
              <a:uFillTx/>
              <a:latin typeface="Trebuchet MS" panose="020B0603020202020204" pitchFamily="34" charset="0"/>
              <a:ea typeface="+mn-ea"/>
              <a:cs typeface="+mn-cs"/>
            </a:endParaRPr>
          </a:p>
        </p:txBody>
      </p:sp>
      <p:sp>
        <p:nvSpPr>
          <p:cNvPr id="64" name="Rounded Rectangle 122">
            <a:extLst>
              <a:ext uri="{FF2B5EF4-FFF2-40B4-BE49-F238E27FC236}">
                <a16:creationId xmlns:a16="http://schemas.microsoft.com/office/drawing/2014/main" id="{EFFCD0D3-8BF8-BADB-A654-C8DC6C22B4CA}"/>
              </a:ext>
            </a:extLst>
          </p:cNvPr>
          <p:cNvSpPr/>
          <p:nvPr/>
        </p:nvSpPr>
        <p:spPr>
          <a:xfrm>
            <a:off x="6646729" y="1671675"/>
            <a:ext cx="5108660" cy="1278228"/>
          </a:xfrm>
          <a:prstGeom prst="roundRect">
            <a:avLst/>
          </a:prstGeom>
          <a:noFill/>
          <a:ln w="28575" cap="flat" cmpd="sng" algn="ctr">
            <a:solidFill>
              <a:schemeClr val="accent1"/>
            </a:solidFill>
            <a:prstDash val="solid"/>
            <a:miter lim="800000"/>
          </a:ln>
          <a:effectLst/>
        </p:spPr>
        <p:txBody>
          <a:bodyPr rtlCol="0" anchor="ctr"/>
          <a:lstStyle/>
          <a:p>
            <a:pPr marL="0" marR="0" lvl="0" indent="0" algn="ctr" defTabSz="914400" eaLnBrk="1" fontAlgn="auto" latinLnBrk="0" hangingPunct="1">
              <a:lnSpc>
                <a:spcPct val="90000"/>
              </a:lnSpc>
              <a:spcBef>
                <a:spcPts val="0"/>
              </a:spcBef>
              <a:spcAft>
                <a:spcPts val="0"/>
              </a:spcAft>
              <a:buClrTx/>
              <a:buSzTx/>
              <a:buFontTx/>
              <a:buNone/>
              <a:tabLst/>
              <a:defRPr/>
            </a:pPr>
            <a:endParaRPr kumimoji="0" lang="en-US" sz="1333" b="0" i="0" u="none" strike="noStrike" kern="0" cap="none" spc="0" normalizeH="0" baseline="0" noProof="0" err="1">
              <a:ln>
                <a:noFill/>
              </a:ln>
              <a:solidFill>
                <a:srgbClr val="312D2A"/>
              </a:solidFill>
              <a:effectLst/>
              <a:uLnTx/>
              <a:uFillTx/>
              <a:latin typeface="Trebuchet MS" panose="020B0603020202020204" pitchFamily="34" charset="0"/>
              <a:ea typeface="+mn-ea"/>
              <a:cs typeface="+mn-cs"/>
            </a:endParaRPr>
          </a:p>
        </p:txBody>
      </p:sp>
      <p:sp>
        <p:nvSpPr>
          <p:cNvPr id="65" name="Rectangle 64">
            <a:extLst>
              <a:ext uri="{FF2B5EF4-FFF2-40B4-BE49-F238E27FC236}">
                <a16:creationId xmlns:a16="http://schemas.microsoft.com/office/drawing/2014/main" id="{F5729CD7-C612-85DC-F6EA-2C043404EAA7}"/>
              </a:ext>
            </a:extLst>
          </p:cNvPr>
          <p:cNvSpPr/>
          <p:nvPr/>
        </p:nvSpPr>
        <p:spPr>
          <a:xfrm>
            <a:off x="6920269" y="1922687"/>
            <a:ext cx="1582304" cy="882944"/>
          </a:xfrm>
          <a:prstGeom prst="rect">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sz="1200" dirty="0"/>
              <a:t>Asset Management Applications</a:t>
            </a:r>
          </a:p>
        </p:txBody>
      </p:sp>
      <p:grpSp>
        <p:nvGrpSpPr>
          <p:cNvPr id="76" name="Group 75">
            <a:extLst>
              <a:ext uri="{FF2B5EF4-FFF2-40B4-BE49-F238E27FC236}">
                <a16:creationId xmlns:a16="http://schemas.microsoft.com/office/drawing/2014/main" id="{F5BCA882-BF2C-85AB-40B1-199AAFE26725}"/>
              </a:ext>
            </a:extLst>
          </p:cNvPr>
          <p:cNvGrpSpPr/>
          <p:nvPr/>
        </p:nvGrpSpPr>
        <p:grpSpPr>
          <a:xfrm>
            <a:off x="10692238" y="1884412"/>
            <a:ext cx="942408" cy="828627"/>
            <a:chOff x="10525113" y="1799991"/>
            <a:chExt cx="942408" cy="828627"/>
          </a:xfrm>
        </p:grpSpPr>
        <p:grpSp>
          <p:nvGrpSpPr>
            <p:cNvPr id="66" name="Graphic 3">
              <a:extLst>
                <a:ext uri="{FF2B5EF4-FFF2-40B4-BE49-F238E27FC236}">
                  <a16:creationId xmlns:a16="http://schemas.microsoft.com/office/drawing/2014/main" id="{D251A2AF-A3CC-D50F-01D2-45B2ABD49FE5}"/>
                </a:ext>
              </a:extLst>
            </p:cNvPr>
            <p:cNvGrpSpPr/>
            <p:nvPr/>
          </p:nvGrpSpPr>
          <p:grpSpPr>
            <a:xfrm>
              <a:off x="10692354" y="1799991"/>
              <a:ext cx="549349" cy="549009"/>
              <a:chOff x="9189623" y="2363804"/>
              <a:chExt cx="472985" cy="513347"/>
            </a:xfrm>
          </p:grpSpPr>
          <p:sp>
            <p:nvSpPr>
              <p:cNvPr id="67" name="Freeform: Shape 66">
                <a:extLst>
                  <a:ext uri="{FF2B5EF4-FFF2-40B4-BE49-F238E27FC236}">
                    <a16:creationId xmlns:a16="http://schemas.microsoft.com/office/drawing/2014/main" id="{CADDDD0C-2DFE-6644-8240-3C0C3EC7AC68}"/>
                  </a:ext>
                </a:extLst>
              </p:cNvPr>
              <p:cNvSpPr/>
              <p:nvPr/>
            </p:nvSpPr>
            <p:spPr>
              <a:xfrm>
                <a:off x="9189623" y="2363804"/>
                <a:ext cx="472985" cy="513347"/>
              </a:xfrm>
              <a:custGeom>
                <a:avLst/>
                <a:gdLst>
                  <a:gd name="connsiteX0" fmla="*/ 235883 w 472985"/>
                  <a:gd name="connsiteY0" fmla="*/ 12193 h 513347"/>
                  <a:gd name="connsiteX1" fmla="*/ 271369 w 472985"/>
                  <a:gd name="connsiteY1" fmla="*/ 26826 h 513347"/>
                  <a:gd name="connsiteX2" fmla="*/ 284779 w 472985"/>
                  <a:gd name="connsiteY2" fmla="*/ 73161 h 513347"/>
                  <a:gd name="connsiteX3" fmla="*/ 374038 w 472985"/>
                  <a:gd name="connsiteY3" fmla="*/ 124374 h 513347"/>
                  <a:gd name="connsiteX4" fmla="*/ 407021 w 472985"/>
                  <a:gd name="connsiteY4" fmla="*/ 109741 h 513347"/>
                  <a:gd name="connsiteX5" fmla="*/ 442442 w 472985"/>
                  <a:gd name="connsiteY5" fmla="*/ 124374 h 513347"/>
                  <a:gd name="connsiteX6" fmla="*/ 457136 w 472985"/>
                  <a:gd name="connsiteY6" fmla="*/ 159735 h 513347"/>
                  <a:gd name="connsiteX7" fmla="*/ 442442 w 472985"/>
                  <a:gd name="connsiteY7" fmla="*/ 195096 h 513347"/>
                  <a:gd name="connsiteX8" fmla="*/ 417993 w 472985"/>
                  <a:gd name="connsiteY8" fmla="*/ 209729 h 513347"/>
                  <a:gd name="connsiteX9" fmla="*/ 417993 w 472985"/>
                  <a:gd name="connsiteY9" fmla="*/ 312154 h 513347"/>
                  <a:gd name="connsiteX10" fmla="*/ 442442 w 472985"/>
                  <a:gd name="connsiteY10" fmla="*/ 324346 h 513347"/>
                  <a:gd name="connsiteX11" fmla="*/ 457136 w 472985"/>
                  <a:gd name="connsiteY11" fmla="*/ 359709 h 513347"/>
                  <a:gd name="connsiteX12" fmla="*/ 442442 w 472985"/>
                  <a:gd name="connsiteY12" fmla="*/ 395072 h 513347"/>
                  <a:gd name="connsiteX13" fmla="*/ 407021 w 472985"/>
                  <a:gd name="connsiteY13" fmla="*/ 409703 h 513347"/>
                  <a:gd name="connsiteX14" fmla="*/ 371535 w 472985"/>
                  <a:gd name="connsiteY14" fmla="*/ 395072 h 513347"/>
                  <a:gd name="connsiteX15" fmla="*/ 370316 w 472985"/>
                  <a:gd name="connsiteY15" fmla="*/ 392634 h 513347"/>
                  <a:gd name="connsiteX16" fmla="*/ 283561 w 472985"/>
                  <a:gd name="connsiteY16" fmla="*/ 442627 h 513347"/>
                  <a:gd name="connsiteX17" fmla="*/ 270085 w 472985"/>
                  <a:gd name="connsiteY17" fmla="*/ 487744 h 513347"/>
                  <a:gd name="connsiteX18" fmla="*/ 234664 w 472985"/>
                  <a:gd name="connsiteY18" fmla="*/ 502375 h 513347"/>
                  <a:gd name="connsiteX19" fmla="*/ 199243 w 472985"/>
                  <a:gd name="connsiteY19" fmla="*/ 487744 h 513347"/>
                  <a:gd name="connsiteX20" fmla="*/ 185768 w 472985"/>
                  <a:gd name="connsiteY20" fmla="*/ 443847 h 513347"/>
                  <a:gd name="connsiteX21" fmla="*/ 97793 w 472985"/>
                  <a:gd name="connsiteY21" fmla="*/ 390195 h 513347"/>
                  <a:gd name="connsiteX22" fmla="*/ 96574 w 472985"/>
                  <a:gd name="connsiteY22" fmla="*/ 391415 h 513347"/>
                  <a:gd name="connsiteX23" fmla="*/ 61088 w 472985"/>
                  <a:gd name="connsiteY23" fmla="*/ 406045 h 513347"/>
                  <a:gd name="connsiteX24" fmla="*/ 25667 w 472985"/>
                  <a:gd name="connsiteY24" fmla="*/ 391415 h 513347"/>
                  <a:gd name="connsiteX25" fmla="*/ 12192 w 472985"/>
                  <a:gd name="connsiteY25" fmla="*/ 357271 h 513347"/>
                  <a:gd name="connsiteX26" fmla="*/ 26887 w 472985"/>
                  <a:gd name="connsiteY26" fmla="*/ 321907 h 513347"/>
                  <a:gd name="connsiteX27" fmla="*/ 48896 w 472985"/>
                  <a:gd name="connsiteY27" fmla="*/ 309715 h 513347"/>
                  <a:gd name="connsiteX28" fmla="*/ 48896 w 472985"/>
                  <a:gd name="connsiteY28" fmla="*/ 207290 h 513347"/>
                  <a:gd name="connsiteX29" fmla="*/ 26887 w 472985"/>
                  <a:gd name="connsiteY29" fmla="*/ 195096 h 513347"/>
                  <a:gd name="connsiteX30" fmla="*/ 12192 w 472985"/>
                  <a:gd name="connsiteY30" fmla="*/ 158516 h 513347"/>
                  <a:gd name="connsiteX31" fmla="*/ 26887 w 472985"/>
                  <a:gd name="connsiteY31" fmla="*/ 123155 h 513347"/>
                  <a:gd name="connsiteX32" fmla="*/ 61088 w 472985"/>
                  <a:gd name="connsiteY32" fmla="*/ 109741 h 513347"/>
                  <a:gd name="connsiteX33" fmla="*/ 95354 w 472985"/>
                  <a:gd name="connsiteY33" fmla="*/ 123155 h 513347"/>
                  <a:gd name="connsiteX34" fmla="*/ 185768 w 472985"/>
                  <a:gd name="connsiteY34" fmla="*/ 70723 h 513347"/>
                  <a:gd name="connsiteX35" fmla="*/ 199243 w 472985"/>
                  <a:gd name="connsiteY35" fmla="*/ 26826 h 513347"/>
                  <a:gd name="connsiteX36" fmla="*/ 235883 w 472985"/>
                  <a:gd name="connsiteY36" fmla="*/ 12193 h 513347"/>
                  <a:gd name="connsiteX37" fmla="*/ 235883 w 472985"/>
                  <a:gd name="connsiteY37" fmla="*/ 0 h 513347"/>
                  <a:gd name="connsiteX38" fmla="*/ 191864 w 472985"/>
                  <a:gd name="connsiteY38" fmla="*/ 18291 h 513347"/>
                  <a:gd name="connsiteX39" fmla="*/ 173576 w 472985"/>
                  <a:gd name="connsiteY39" fmla="*/ 64626 h 513347"/>
                  <a:gd name="connsiteX40" fmla="*/ 96574 w 472985"/>
                  <a:gd name="connsiteY40" fmla="*/ 108522 h 513347"/>
                  <a:gd name="connsiteX41" fmla="*/ 61088 w 472985"/>
                  <a:gd name="connsiteY41" fmla="*/ 97548 h 513347"/>
                  <a:gd name="connsiteX42" fmla="*/ 18352 w 472985"/>
                  <a:gd name="connsiteY42" fmla="*/ 115839 h 513347"/>
                  <a:gd name="connsiteX43" fmla="*/ 0 w 472985"/>
                  <a:gd name="connsiteY43" fmla="*/ 159735 h 513347"/>
                  <a:gd name="connsiteX44" fmla="*/ 18352 w 472985"/>
                  <a:gd name="connsiteY44" fmla="*/ 203632 h 513347"/>
                  <a:gd name="connsiteX45" fmla="*/ 36640 w 472985"/>
                  <a:gd name="connsiteY45" fmla="*/ 215825 h 513347"/>
                  <a:gd name="connsiteX46" fmla="*/ 36640 w 472985"/>
                  <a:gd name="connsiteY46" fmla="*/ 301180 h 513347"/>
                  <a:gd name="connsiteX47" fmla="*/ 18352 w 472985"/>
                  <a:gd name="connsiteY47" fmla="*/ 313374 h 513347"/>
                  <a:gd name="connsiteX48" fmla="*/ 0 w 472985"/>
                  <a:gd name="connsiteY48" fmla="*/ 357271 h 513347"/>
                  <a:gd name="connsiteX49" fmla="*/ 18352 w 472985"/>
                  <a:gd name="connsiteY49" fmla="*/ 401168 h 513347"/>
                  <a:gd name="connsiteX50" fmla="*/ 62307 w 472985"/>
                  <a:gd name="connsiteY50" fmla="*/ 419456 h 513347"/>
                  <a:gd name="connsiteX51" fmla="*/ 100231 w 472985"/>
                  <a:gd name="connsiteY51" fmla="*/ 407264 h 513347"/>
                  <a:gd name="connsiteX52" fmla="*/ 174795 w 472985"/>
                  <a:gd name="connsiteY52" fmla="*/ 449943 h 513347"/>
                  <a:gd name="connsiteX53" fmla="*/ 193083 w 472985"/>
                  <a:gd name="connsiteY53" fmla="*/ 495059 h 513347"/>
                  <a:gd name="connsiteX54" fmla="*/ 237103 w 472985"/>
                  <a:gd name="connsiteY54" fmla="*/ 513347 h 513347"/>
                  <a:gd name="connsiteX55" fmla="*/ 281122 w 472985"/>
                  <a:gd name="connsiteY55" fmla="*/ 495059 h 513347"/>
                  <a:gd name="connsiteX56" fmla="*/ 299474 w 472985"/>
                  <a:gd name="connsiteY56" fmla="*/ 447504 h 513347"/>
                  <a:gd name="connsiteX57" fmla="*/ 371535 w 472985"/>
                  <a:gd name="connsiteY57" fmla="*/ 406045 h 513347"/>
                  <a:gd name="connsiteX58" fmla="*/ 410678 w 472985"/>
                  <a:gd name="connsiteY58" fmla="*/ 419456 h 513347"/>
                  <a:gd name="connsiteX59" fmla="*/ 454697 w 472985"/>
                  <a:gd name="connsiteY59" fmla="*/ 401168 h 513347"/>
                  <a:gd name="connsiteX60" fmla="*/ 472985 w 472985"/>
                  <a:gd name="connsiteY60" fmla="*/ 357271 h 513347"/>
                  <a:gd name="connsiteX61" fmla="*/ 454697 w 472985"/>
                  <a:gd name="connsiteY61" fmla="*/ 313374 h 513347"/>
                  <a:gd name="connsiteX62" fmla="*/ 433907 w 472985"/>
                  <a:gd name="connsiteY62" fmla="*/ 299960 h 513347"/>
                  <a:gd name="connsiteX63" fmla="*/ 433907 w 472985"/>
                  <a:gd name="connsiteY63" fmla="*/ 215825 h 513347"/>
                  <a:gd name="connsiteX64" fmla="*/ 454697 w 472985"/>
                  <a:gd name="connsiteY64" fmla="*/ 201193 h 513347"/>
                  <a:gd name="connsiteX65" fmla="*/ 472985 w 472985"/>
                  <a:gd name="connsiteY65" fmla="*/ 157297 h 513347"/>
                  <a:gd name="connsiteX66" fmla="*/ 454697 w 472985"/>
                  <a:gd name="connsiteY66" fmla="*/ 113400 h 513347"/>
                  <a:gd name="connsiteX67" fmla="*/ 410678 w 472985"/>
                  <a:gd name="connsiteY67" fmla="*/ 95110 h 513347"/>
                  <a:gd name="connsiteX68" fmla="*/ 374038 w 472985"/>
                  <a:gd name="connsiteY68" fmla="*/ 107303 h 513347"/>
                  <a:gd name="connsiteX69" fmla="*/ 299474 w 472985"/>
                  <a:gd name="connsiteY69" fmla="*/ 64626 h 513347"/>
                  <a:gd name="connsiteX70" fmla="*/ 281122 w 472985"/>
                  <a:gd name="connsiteY70" fmla="*/ 15852 h 513347"/>
                  <a:gd name="connsiteX71" fmla="*/ 235883 w 472985"/>
                  <a:gd name="connsiteY71" fmla="*/ 0 h 513347"/>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 ang="0">
                    <a:pos x="connsiteX39" y="connsiteY39"/>
                  </a:cxn>
                  <a:cxn ang="0">
                    <a:pos x="connsiteX40" y="connsiteY40"/>
                  </a:cxn>
                  <a:cxn ang="0">
                    <a:pos x="connsiteX41" y="connsiteY41"/>
                  </a:cxn>
                  <a:cxn ang="0">
                    <a:pos x="connsiteX42" y="connsiteY42"/>
                  </a:cxn>
                  <a:cxn ang="0">
                    <a:pos x="connsiteX43" y="connsiteY43"/>
                  </a:cxn>
                  <a:cxn ang="0">
                    <a:pos x="connsiteX44" y="connsiteY44"/>
                  </a:cxn>
                  <a:cxn ang="0">
                    <a:pos x="connsiteX45" y="connsiteY45"/>
                  </a:cxn>
                  <a:cxn ang="0">
                    <a:pos x="connsiteX46" y="connsiteY46"/>
                  </a:cxn>
                  <a:cxn ang="0">
                    <a:pos x="connsiteX47" y="connsiteY47"/>
                  </a:cxn>
                  <a:cxn ang="0">
                    <a:pos x="connsiteX48" y="connsiteY48"/>
                  </a:cxn>
                  <a:cxn ang="0">
                    <a:pos x="connsiteX49" y="connsiteY49"/>
                  </a:cxn>
                  <a:cxn ang="0">
                    <a:pos x="connsiteX50" y="connsiteY50"/>
                  </a:cxn>
                  <a:cxn ang="0">
                    <a:pos x="connsiteX51" y="connsiteY51"/>
                  </a:cxn>
                  <a:cxn ang="0">
                    <a:pos x="connsiteX52" y="connsiteY52"/>
                  </a:cxn>
                  <a:cxn ang="0">
                    <a:pos x="connsiteX53" y="connsiteY53"/>
                  </a:cxn>
                  <a:cxn ang="0">
                    <a:pos x="connsiteX54" y="connsiteY54"/>
                  </a:cxn>
                  <a:cxn ang="0">
                    <a:pos x="connsiteX55" y="connsiteY55"/>
                  </a:cxn>
                  <a:cxn ang="0">
                    <a:pos x="connsiteX56" y="connsiteY56"/>
                  </a:cxn>
                  <a:cxn ang="0">
                    <a:pos x="connsiteX57" y="connsiteY57"/>
                  </a:cxn>
                  <a:cxn ang="0">
                    <a:pos x="connsiteX58" y="connsiteY58"/>
                  </a:cxn>
                  <a:cxn ang="0">
                    <a:pos x="connsiteX59" y="connsiteY59"/>
                  </a:cxn>
                  <a:cxn ang="0">
                    <a:pos x="connsiteX60" y="connsiteY60"/>
                  </a:cxn>
                  <a:cxn ang="0">
                    <a:pos x="connsiteX61" y="connsiteY61"/>
                  </a:cxn>
                  <a:cxn ang="0">
                    <a:pos x="connsiteX62" y="connsiteY62"/>
                  </a:cxn>
                  <a:cxn ang="0">
                    <a:pos x="connsiteX63" y="connsiteY63"/>
                  </a:cxn>
                  <a:cxn ang="0">
                    <a:pos x="connsiteX64" y="connsiteY64"/>
                  </a:cxn>
                  <a:cxn ang="0">
                    <a:pos x="connsiteX65" y="connsiteY65"/>
                  </a:cxn>
                  <a:cxn ang="0">
                    <a:pos x="connsiteX66" y="connsiteY66"/>
                  </a:cxn>
                  <a:cxn ang="0">
                    <a:pos x="connsiteX67" y="connsiteY67"/>
                  </a:cxn>
                  <a:cxn ang="0">
                    <a:pos x="connsiteX68" y="connsiteY68"/>
                  </a:cxn>
                  <a:cxn ang="0">
                    <a:pos x="connsiteX69" y="connsiteY69"/>
                  </a:cxn>
                  <a:cxn ang="0">
                    <a:pos x="connsiteX70" y="connsiteY70"/>
                  </a:cxn>
                  <a:cxn ang="0">
                    <a:pos x="connsiteX71" y="connsiteY71"/>
                  </a:cxn>
                </a:cxnLst>
                <a:rect l="l" t="t" r="r" b="b"/>
                <a:pathLst>
                  <a:path w="472985" h="513347">
                    <a:moveTo>
                      <a:pt x="235883" y="12193"/>
                    </a:moveTo>
                    <a:cubicBezTo>
                      <a:pt x="248140" y="12193"/>
                      <a:pt x="261551" y="17071"/>
                      <a:pt x="271369" y="26826"/>
                    </a:cubicBezTo>
                    <a:cubicBezTo>
                      <a:pt x="283561" y="39020"/>
                      <a:pt x="288438" y="56090"/>
                      <a:pt x="284779" y="73161"/>
                    </a:cubicBezTo>
                    <a:lnTo>
                      <a:pt x="374038" y="124374"/>
                    </a:lnTo>
                    <a:cubicBezTo>
                      <a:pt x="382572" y="114619"/>
                      <a:pt x="394764" y="109741"/>
                      <a:pt x="407021" y="109741"/>
                    </a:cubicBezTo>
                    <a:cubicBezTo>
                      <a:pt x="419212" y="109741"/>
                      <a:pt x="432688" y="114619"/>
                      <a:pt x="442442" y="124374"/>
                    </a:cubicBezTo>
                    <a:cubicBezTo>
                      <a:pt x="452259" y="134129"/>
                      <a:pt x="457136" y="146323"/>
                      <a:pt x="457136" y="159735"/>
                    </a:cubicBezTo>
                    <a:cubicBezTo>
                      <a:pt x="457136" y="173148"/>
                      <a:pt x="452259" y="185342"/>
                      <a:pt x="442442" y="195096"/>
                    </a:cubicBezTo>
                    <a:cubicBezTo>
                      <a:pt x="435126" y="202412"/>
                      <a:pt x="426592" y="207290"/>
                      <a:pt x="417993" y="209729"/>
                    </a:cubicBezTo>
                    <a:lnTo>
                      <a:pt x="417993" y="312154"/>
                    </a:lnTo>
                    <a:cubicBezTo>
                      <a:pt x="427811" y="314593"/>
                      <a:pt x="435126" y="317032"/>
                      <a:pt x="442442" y="324346"/>
                    </a:cubicBezTo>
                    <a:cubicBezTo>
                      <a:pt x="452259" y="334106"/>
                      <a:pt x="457136" y="346298"/>
                      <a:pt x="457136" y="359709"/>
                    </a:cubicBezTo>
                    <a:cubicBezTo>
                      <a:pt x="457136" y="373120"/>
                      <a:pt x="452259" y="385319"/>
                      <a:pt x="442442" y="395072"/>
                    </a:cubicBezTo>
                    <a:cubicBezTo>
                      <a:pt x="432688" y="404826"/>
                      <a:pt x="420432" y="409703"/>
                      <a:pt x="407021" y="409703"/>
                    </a:cubicBezTo>
                    <a:cubicBezTo>
                      <a:pt x="394764" y="409703"/>
                      <a:pt x="381353" y="404826"/>
                      <a:pt x="371535" y="395072"/>
                    </a:cubicBezTo>
                    <a:cubicBezTo>
                      <a:pt x="370316" y="393853"/>
                      <a:pt x="370316" y="393853"/>
                      <a:pt x="370316" y="392634"/>
                    </a:cubicBezTo>
                    <a:lnTo>
                      <a:pt x="283561" y="442627"/>
                    </a:lnTo>
                    <a:cubicBezTo>
                      <a:pt x="287218" y="458477"/>
                      <a:pt x="282341" y="476765"/>
                      <a:pt x="270085" y="487744"/>
                    </a:cubicBezTo>
                    <a:cubicBezTo>
                      <a:pt x="260332" y="497498"/>
                      <a:pt x="248140" y="502375"/>
                      <a:pt x="234664" y="502375"/>
                    </a:cubicBezTo>
                    <a:cubicBezTo>
                      <a:pt x="221253" y="502375"/>
                      <a:pt x="208997" y="497498"/>
                      <a:pt x="199243" y="487744"/>
                    </a:cubicBezTo>
                    <a:cubicBezTo>
                      <a:pt x="188206" y="476765"/>
                      <a:pt x="182110" y="459696"/>
                      <a:pt x="185768" y="443847"/>
                    </a:cubicBezTo>
                    <a:lnTo>
                      <a:pt x="97793" y="390195"/>
                    </a:lnTo>
                    <a:lnTo>
                      <a:pt x="96574" y="391415"/>
                    </a:lnTo>
                    <a:cubicBezTo>
                      <a:pt x="86756" y="401168"/>
                      <a:pt x="74564" y="406045"/>
                      <a:pt x="61088" y="406045"/>
                    </a:cubicBezTo>
                    <a:cubicBezTo>
                      <a:pt x="48896" y="406045"/>
                      <a:pt x="35421" y="401168"/>
                      <a:pt x="25667" y="391415"/>
                    </a:cubicBezTo>
                    <a:cubicBezTo>
                      <a:pt x="17133" y="382874"/>
                      <a:pt x="12192" y="369463"/>
                      <a:pt x="12192" y="357271"/>
                    </a:cubicBezTo>
                    <a:cubicBezTo>
                      <a:pt x="12192" y="343859"/>
                      <a:pt x="17133" y="331661"/>
                      <a:pt x="26887" y="321907"/>
                    </a:cubicBezTo>
                    <a:cubicBezTo>
                      <a:pt x="32983" y="315813"/>
                      <a:pt x="40362" y="310935"/>
                      <a:pt x="48896" y="309715"/>
                    </a:cubicBezTo>
                    <a:lnTo>
                      <a:pt x="48896" y="207290"/>
                    </a:lnTo>
                    <a:cubicBezTo>
                      <a:pt x="40362" y="204851"/>
                      <a:pt x="32983" y="201193"/>
                      <a:pt x="26887" y="195096"/>
                    </a:cubicBezTo>
                    <a:cubicBezTo>
                      <a:pt x="17133" y="184122"/>
                      <a:pt x="12192" y="171929"/>
                      <a:pt x="12192" y="158516"/>
                    </a:cubicBezTo>
                    <a:cubicBezTo>
                      <a:pt x="12192" y="145103"/>
                      <a:pt x="17133" y="132910"/>
                      <a:pt x="26887" y="123155"/>
                    </a:cubicBezTo>
                    <a:cubicBezTo>
                      <a:pt x="36640" y="114619"/>
                      <a:pt x="48896" y="109741"/>
                      <a:pt x="61088" y="109741"/>
                    </a:cubicBezTo>
                    <a:cubicBezTo>
                      <a:pt x="73345" y="109741"/>
                      <a:pt x="85536" y="114619"/>
                      <a:pt x="95354" y="123155"/>
                    </a:cubicBezTo>
                    <a:lnTo>
                      <a:pt x="185768" y="70723"/>
                    </a:lnTo>
                    <a:cubicBezTo>
                      <a:pt x="182110" y="54871"/>
                      <a:pt x="186987" y="37800"/>
                      <a:pt x="199243" y="26826"/>
                    </a:cubicBezTo>
                    <a:cubicBezTo>
                      <a:pt x="210216" y="17071"/>
                      <a:pt x="222472" y="12193"/>
                      <a:pt x="235883" y="12193"/>
                    </a:cubicBezTo>
                    <a:close/>
                    <a:moveTo>
                      <a:pt x="235883" y="0"/>
                    </a:moveTo>
                    <a:cubicBezTo>
                      <a:pt x="220034" y="0"/>
                      <a:pt x="204120" y="6097"/>
                      <a:pt x="191864" y="18291"/>
                    </a:cubicBezTo>
                    <a:cubicBezTo>
                      <a:pt x="179672" y="30484"/>
                      <a:pt x="173576" y="47555"/>
                      <a:pt x="173576" y="64626"/>
                    </a:cubicBezTo>
                    <a:lnTo>
                      <a:pt x="96574" y="108522"/>
                    </a:lnTo>
                    <a:cubicBezTo>
                      <a:pt x="86756" y="101206"/>
                      <a:pt x="74564" y="97548"/>
                      <a:pt x="61088" y="97548"/>
                    </a:cubicBezTo>
                    <a:cubicBezTo>
                      <a:pt x="45239" y="97548"/>
                      <a:pt x="29325" y="103645"/>
                      <a:pt x="18352" y="115839"/>
                    </a:cubicBezTo>
                    <a:cubicBezTo>
                      <a:pt x="6096" y="128032"/>
                      <a:pt x="0" y="142664"/>
                      <a:pt x="0" y="159735"/>
                    </a:cubicBezTo>
                    <a:cubicBezTo>
                      <a:pt x="0" y="175587"/>
                      <a:pt x="6096" y="191438"/>
                      <a:pt x="18352" y="203632"/>
                    </a:cubicBezTo>
                    <a:cubicBezTo>
                      <a:pt x="23229" y="208510"/>
                      <a:pt x="30544" y="213387"/>
                      <a:pt x="36640" y="215825"/>
                    </a:cubicBezTo>
                    <a:lnTo>
                      <a:pt x="36640" y="301180"/>
                    </a:lnTo>
                    <a:cubicBezTo>
                      <a:pt x="29325" y="304838"/>
                      <a:pt x="23229" y="308496"/>
                      <a:pt x="18352" y="313374"/>
                    </a:cubicBezTo>
                    <a:cubicBezTo>
                      <a:pt x="6096" y="325565"/>
                      <a:pt x="0" y="340202"/>
                      <a:pt x="0" y="357271"/>
                    </a:cubicBezTo>
                    <a:cubicBezTo>
                      <a:pt x="0" y="373120"/>
                      <a:pt x="6096" y="388976"/>
                      <a:pt x="18352" y="401168"/>
                    </a:cubicBezTo>
                    <a:cubicBezTo>
                      <a:pt x="30544" y="413360"/>
                      <a:pt x="45239" y="419456"/>
                      <a:pt x="62307" y="419456"/>
                    </a:cubicBezTo>
                    <a:cubicBezTo>
                      <a:pt x="75783" y="419456"/>
                      <a:pt x="89194" y="414579"/>
                      <a:pt x="100231" y="407264"/>
                    </a:cubicBezTo>
                    <a:lnTo>
                      <a:pt x="174795" y="449943"/>
                    </a:lnTo>
                    <a:cubicBezTo>
                      <a:pt x="174795" y="467011"/>
                      <a:pt x="180891" y="482861"/>
                      <a:pt x="193083" y="495059"/>
                    </a:cubicBezTo>
                    <a:cubicBezTo>
                      <a:pt x="205339" y="507251"/>
                      <a:pt x="220034" y="513347"/>
                      <a:pt x="237103" y="513347"/>
                    </a:cubicBezTo>
                    <a:cubicBezTo>
                      <a:pt x="253016" y="513347"/>
                      <a:pt x="268866" y="507251"/>
                      <a:pt x="281122" y="495059"/>
                    </a:cubicBezTo>
                    <a:cubicBezTo>
                      <a:pt x="293314" y="482861"/>
                      <a:pt x="300693" y="464573"/>
                      <a:pt x="299474" y="447504"/>
                    </a:cubicBezTo>
                    <a:lnTo>
                      <a:pt x="371535" y="406045"/>
                    </a:lnTo>
                    <a:cubicBezTo>
                      <a:pt x="382572" y="414579"/>
                      <a:pt x="395983" y="419456"/>
                      <a:pt x="410678" y="419456"/>
                    </a:cubicBezTo>
                    <a:cubicBezTo>
                      <a:pt x="426592" y="419456"/>
                      <a:pt x="442442" y="413360"/>
                      <a:pt x="454697" y="401168"/>
                    </a:cubicBezTo>
                    <a:cubicBezTo>
                      <a:pt x="466890" y="388976"/>
                      <a:pt x="472985" y="374339"/>
                      <a:pt x="472985" y="357271"/>
                    </a:cubicBezTo>
                    <a:cubicBezTo>
                      <a:pt x="472985" y="341421"/>
                      <a:pt x="466890" y="325565"/>
                      <a:pt x="454697" y="313374"/>
                    </a:cubicBezTo>
                    <a:cubicBezTo>
                      <a:pt x="448537" y="307277"/>
                      <a:pt x="442442" y="303619"/>
                      <a:pt x="433907" y="299960"/>
                    </a:cubicBezTo>
                    <a:lnTo>
                      <a:pt x="433907" y="215825"/>
                    </a:lnTo>
                    <a:cubicBezTo>
                      <a:pt x="441222" y="212167"/>
                      <a:pt x="448537" y="207290"/>
                      <a:pt x="454697" y="201193"/>
                    </a:cubicBezTo>
                    <a:cubicBezTo>
                      <a:pt x="466890" y="189000"/>
                      <a:pt x="472985" y="174367"/>
                      <a:pt x="472985" y="157297"/>
                    </a:cubicBezTo>
                    <a:cubicBezTo>
                      <a:pt x="472985" y="141445"/>
                      <a:pt x="466890" y="125593"/>
                      <a:pt x="454697" y="113400"/>
                    </a:cubicBezTo>
                    <a:cubicBezTo>
                      <a:pt x="442442" y="101206"/>
                      <a:pt x="427811" y="95110"/>
                      <a:pt x="410678" y="95110"/>
                    </a:cubicBezTo>
                    <a:cubicBezTo>
                      <a:pt x="397203" y="95110"/>
                      <a:pt x="385011" y="98767"/>
                      <a:pt x="374038" y="107303"/>
                    </a:cubicBezTo>
                    <a:lnTo>
                      <a:pt x="299474" y="64626"/>
                    </a:lnTo>
                    <a:cubicBezTo>
                      <a:pt x="300693" y="46335"/>
                      <a:pt x="294533" y="29265"/>
                      <a:pt x="281122" y="15852"/>
                    </a:cubicBezTo>
                    <a:cubicBezTo>
                      <a:pt x="267646" y="6097"/>
                      <a:pt x="251797" y="0"/>
                      <a:pt x="235883" y="0"/>
                    </a:cubicBezTo>
                    <a:close/>
                  </a:path>
                </a:pathLst>
              </a:custGeom>
              <a:solidFill>
                <a:srgbClr val="FFFFFF"/>
              </a:solidFill>
              <a:ln w="6417" cap="flat">
                <a:noFill/>
                <a:prstDash val="solid"/>
                <a:miter/>
              </a:ln>
            </p:spPr>
            <p:txBody>
              <a:bodyPr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srgbClr val="7C8A98"/>
                  </a:solidFill>
                  <a:effectLst/>
                  <a:uLnTx/>
                  <a:uFillTx/>
                  <a:latin typeface="Oracle Sans Tab"/>
                  <a:ea typeface="+mn-ea"/>
                  <a:cs typeface="+mn-cs"/>
                </a:endParaRPr>
              </a:p>
            </p:txBody>
          </p:sp>
          <p:sp>
            <p:nvSpPr>
              <p:cNvPr id="68" name="Freeform: Shape 67">
                <a:extLst>
                  <a:ext uri="{FF2B5EF4-FFF2-40B4-BE49-F238E27FC236}">
                    <a16:creationId xmlns:a16="http://schemas.microsoft.com/office/drawing/2014/main" id="{580E2F14-3BA2-3BBF-2AB0-6A3D7F99B4A7}"/>
                  </a:ext>
                </a:extLst>
              </p:cNvPr>
              <p:cNvSpPr/>
              <p:nvPr/>
            </p:nvSpPr>
            <p:spPr>
              <a:xfrm>
                <a:off x="9201815" y="2376001"/>
                <a:ext cx="446163" cy="487738"/>
              </a:xfrm>
              <a:custGeom>
                <a:avLst/>
                <a:gdLst>
                  <a:gd name="connsiteX0" fmla="*/ 405801 w 446163"/>
                  <a:gd name="connsiteY0" fmla="*/ 297522 h 487738"/>
                  <a:gd name="connsiteX1" fmla="*/ 405801 w 446163"/>
                  <a:gd name="connsiteY1" fmla="*/ 195096 h 487738"/>
                  <a:gd name="connsiteX2" fmla="*/ 430250 w 446163"/>
                  <a:gd name="connsiteY2" fmla="*/ 180464 h 487738"/>
                  <a:gd name="connsiteX3" fmla="*/ 444944 w 446163"/>
                  <a:gd name="connsiteY3" fmla="*/ 145103 h 487738"/>
                  <a:gd name="connsiteX4" fmla="*/ 430250 w 446163"/>
                  <a:gd name="connsiteY4" fmla="*/ 109741 h 487738"/>
                  <a:gd name="connsiteX5" fmla="*/ 360626 w 446163"/>
                  <a:gd name="connsiteY5" fmla="*/ 109741 h 487738"/>
                  <a:gd name="connsiteX6" fmla="*/ 271369 w 446163"/>
                  <a:gd name="connsiteY6" fmla="*/ 60968 h 487738"/>
                  <a:gd name="connsiteX7" fmla="*/ 257957 w 446163"/>
                  <a:gd name="connsiteY7" fmla="*/ 14632 h 487738"/>
                  <a:gd name="connsiteX8" fmla="*/ 188270 w 446163"/>
                  <a:gd name="connsiteY8" fmla="*/ 14632 h 487738"/>
                  <a:gd name="connsiteX9" fmla="*/ 174795 w 446163"/>
                  <a:gd name="connsiteY9" fmla="*/ 58529 h 487738"/>
                  <a:gd name="connsiteX10" fmla="*/ 84382 w 446163"/>
                  <a:gd name="connsiteY10" fmla="*/ 110961 h 487738"/>
                  <a:gd name="connsiteX11" fmla="*/ 14695 w 446163"/>
                  <a:gd name="connsiteY11" fmla="*/ 112181 h 487738"/>
                  <a:gd name="connsiteX12" fmla="*/ 0 w 446163"/>
                  <a:gd name="connsiteY12" fmla="*/ 146322 h 487738"/>
                  <a:gd name="connsiteX13" fmla="*/ 14695 w 446163"/>
                  <a:gd name="connsiteY13" fmla="*/ 181683 h 487738"/>
                  <a:gd name="connsiteX14" fmla="*/ 36704 w 446163"/>
                  <a:gd name="connsiteY14" fmla="*/ 193877 h 487738"/>
                  <a:gd name="connsiteX15" fmla="*/ 36704 w 446163"/>
                  <a:gd name="connsiteY15" fmla="*/ 296303 h 487738"/>
                  <a:gd name="connsiteX16" fmla="*/ 14695 w 446163"/>
                  <a:gd name="connsiteY16" fmla="*/ 308496 h 487738"/>
                  <a:gd name="connsiteX17" fmla="*/ 0 w 446163"/>
                  <a:gd name="connsiteY17" fmla="*/ 345079 h 487738"/>
                  <a:gd name="connsiteX18" fmla="*/ 14695 w 446163"/>
                  <a:gd name="connsiteY18" fmla="*/ 380436 h 487738"/>
                  <a:gd name="connsiteX19" fmla="*/ 48896 w 446163"/>
                  <a:gd name="connsiteY19" fmla="*/ 393854 h 487738"/>
                  <a:gd name="connsiteX20" fmla="*/ 84382 w 446163"/>
                  <a:gd name="connsiteY20" fmla="*/ 379217 h 487738"/>
                  <a:gd name="connsiteX21" fmla="*/ 85600 w 446163"/>
                  <a:gd name="connsiteY21" fmla="*/ 377998 h 487738"/>
                  <a:gd name="connsiteX22" fmla="*/ 174795 w 446163"/>
                  <a:gd name="connsiteY22" fmla="*/ 429210 h 487738"/>
                  <a:gd name="connsiteX23" fmla="*/ 188270 w 446163"/>
                  <a:gd name="connsiteY23" fmla="*/ 473108 h 487738"/>
                  <a:gd name="connsiteX24" fmla="*/ 223691 w 446163"/>
                  <a:gd name="connsiteY24" fmla="*/ 487738 h 487738"/>
                  <a:gd name="connsiteX25" fmla="*/ 259176 w 446163"/>
                  <a:gd name="connsiteY25" fmla="*/ 473108 h 487738"/>
                  <a:gd name="connsiteX26" fmla="*/ 272587 w 446163"/>
                  <a:gd name="connsiteY26" fmla="*/ 427991 h 487738"/>
                  <a:gd name="connsiteX27" fmla="*/ 359343 w 446163"/>
                  <a:gd name="connsiteY27" fmla="*/ 377998 h 487738"/>
                  <a:gd name="connsiteX28" fmla="*/ 360626 w 446163"/>
                  <a:gd name="connsiteY28" fmla="*/ 380436 h 487738"/>
                  <a:gd name="connsiteX29" fmla="*/ 396047 w 446163"/>
                  <a:gd name="connsiteY29" fmla="*/ 395073 h 487738"/>
                  <a:gd name="connsiteX30" fmla="*/ 431468 w 446163"/>
                  <a:gd name="connsiteY30" fmla="*/ 380436 h 487738"/>
                  <a:gd name="connsiteX31" fmla="*/ 446163 w 446163"/>
                  <a:gd name="connsiteY31" fmla="*/ 345079 h 487738"/>
                  <a:gd name="connsiteX32" fmla="*/ 431468 w 446163"/>
                  <a:gd name="connsiteY32" fmla="*/ 309716 h 487738"/>
                  <a:gd name="connsiteX33" fmla="*/ 405801 w 446163"/>
                  <a:gd name="connsiteY33" fmla="*/ 297522 h 487738"/>
                  <a:gd name="connsiteX34" fmla="*/ 261615 w 446163"/>
                  <a:gd name="connsiteY34" fmla="*/ 407265 h 487738"/>
                  <a:gd name="connsiteX35" fmla="*/ 257957 w 446163"/>
                  <a:gd name="connsiteY35" fmla="*/ 403607 h 487738"/>
                  <a:gd name="connsiteX36" fmla="*/ 234728 w 446163"/>
                  <a:gd name="connsiteY36" fmla="*/ 391415 h 487738"/>
                  <a:gd name="connsiteX37" fmla="*/ 234728 w 446163"/>
                  <a:gd name="connsiteY37" fmla="*/ 306057 h 487738"/>
                  <a:gd name="connsiteX38" fmla="*/ 278683 w 446163"/>
                  <a:gd name="connsiteY38" fmla="*/ 290206 h 487738"/>
                  <a:gd name="connsiteX39" fmla="*/ 347151 w 446163"/>
                  <a:gd name="connsiteY39" fmla="*/ 329223 h 487738"/>
                  <a:gd name="connsiteX40" fmla="*/ 347151 w 446163"/>
                  <a:gd name="connsiteY40" fmla="*/ 357271 h 487738"/>
                  <a:gd name="connsiteX41" fmla="*/ 261615 w 446163"/>
                  <a:gd name="connsiteY41" fmla="*/ 407265 h 487738"/>
                  <a:gd name="connsiteX42" fmla="*/ 188270 w 446163"/>
                  <a:gd name="connsiteY42" fmla="*/ 403607 h 487738"/>
                  <a:gd name="connsiteX43" fmla="*/ 183393 w 446163"/>
                  <a:gd name="connsiteY43" fmla="*/ 408484 h 487738"/>
                  <a:gd name="connsiteX44" fmla="*/ 96574 w 446163"/>
                  <a:gd name="connsiteY44" fmla="*/ 358490 h 487738"/>
                  <a:gd name="connsiteX45" fmla="*/ 96574 w 446163"/>
                  <a:gd name="connsiteY45" fmla="*/ 329223 h 487738"/>
                  <a:gd name="connsiteX46" fmla="*/ 165041 w 446163"/>
                  <a:gd name="connsiteY46" fmla="*/ 288986 h 487738"/>
                  <a:gd name="connsiteX47" fmla="*/ 212718 w 446163"/>
                  <a:gd name="connsiteY47" fmla="*/ 304838 h 487738"/>
                  <a:gd name="connsiteX48" fmla="*/ 212718 w 446163"/>
                  <a:gd name="connsiteY48" fmla="*/ 390190 h 487738"/>
                  <a:gd name="connsiteX49" fmla="*/ 188270 w 446163"/>
                  <a:gd name="connsiteY49" fmla="*/ 403607 h 487738"/>
                  <a:gd name="connsiteX50" fmla="*/ 59933 w 446163"/>
                  <a:gd name="connsiteY50" fmla="*/ 195096 h 487738"/>
                  <a:gd name="connsiteX51" fmla="*/ 84382 w 446163"/>
                  <a:gd name="connsiteY51" fmla="*/ 181683 h 487738"/>
                  <a:gd name="connsiteX52" fmla="*/ 86820 w 446163"/>
                  <a:gd name="connsiteY52" fmla="*/ 179245 h 487738"/>
                  <a:gd name="connsiteX53" fmla="*/ 146689 w 446163"/>
                  <a:gd name="connsiteY53" fmla="*/ 213386 h 487738"/>
                  <a:gd name="connsiteX54" fmla="*/ 128337 w 446163"/>
                  <a:gd name="connsiteY54" fmla="*/ 238993 h 487738"/>
                  <a:gd name="connsiteX55" fmla="*/ 124679 w 446163"/>
                  <a:gd name="connsiteY55" fmla="*/ 243870 h 487738"/>
                  <a:gd name="connsiteX56" fmla="*/ 127117 w 446163"/>
                  <a:gd name="connsiteY56" fmla="*/ 248748 h 487738"/>
                  <a:gd name="connsiteX57" fmla="*/ 145470 w 446163"/>
                  <a:gd name="connsiteY57" fmla="*/ 274354 h 487738"/>
                  <a:gd name="connsiteX58" fmla="*/ 84382 w 446163"/>
                  <a:gd name="connsiteY58" fmla="*/ 309716 h 487738"/>
                  <a:gd name="connsiteX59" fmla="*/ 59933 w 446163"/>
                  <a:gd name="connsiteY59" fmla="*/ 296303 h 487738"/>
                  <a:gd name="connsiteX60" fmla="*/ 59933 w 446163"/>
                  <a:gd name="connsiteY60" fmla="*/ 195096 h 487738"/>
                  <a:gd name="connsiteX61" fmla="*/ 184613 w 446163"/>
                  <a:gd name="connsiteY61" fmla="*/ 79258 h 487738"/>
                  <a:gd name="connsiteX62" fmla="*/ 188270 w 446163"/>
                  <a:gd name="connsiteY62" fmla="*/ 84135 h 487738"/>
                  <a:gd name="connsiteX63" fmla="*/ 212718 w 446163"/>
                  <a:gd name="connsiteY63" fmla="*/ 97548 h 487738"/>
                  <a:gd name="connsiteX64" fmla="*/ 212718 w 446163"/>
                  <a:gd name="connsiteY64" fmla="*/ 181683 h 487738"/>
                  <a:gd name="connsiteX65" fmla="*/ 165041 w 446163"/>
                  <a:gd name="connsiteY65" fmla="*/ 197535 h 487738"/>
                  <a:gd name="connsiteX66" fmla="*/ 97793 w 446163"/>
                  <a:gd name="connsiteY66" fmla="*/ 158516 h 487738"/>
                  <a:gd name="connsiteX67" fmla="*/ 96574 w 446163"/>
                  <a:gd name="connsiteY67" fmla="*/ 129251 h 487738"/>
                  <a:gd name="connsiteX68" fmla="*/ 184613 w 446163"/>
                  <a:gd name="connsiteY68" fmla="*/ 79258 h 487738"/>
                  <a:gd name="connsiteX69" fmla="*/ 257957 w 446163"/>
                  <a:gd name="connsiteY69" fmla="*/ 84135 h 487738"/>
                  <a:gd name="connsiteX70" fmla="*/ 260395 w 446163"/>
                  <a:gd name="connsiteY70" fmla="*/ 80477 h 487738"/>
                  <a:gd name="connsiteX71" fmla="*/ 347151 w 446163"/>
                  <a:gd name="connsiteY71" fmla="*/ 130470 h 487738"/>
                  <a:gd name="connsiteX72" fmla="*/ 345932 w 446163"/>
                  <a:gd name="connsiteY72" fmla="*/ 158516 h 487738"/>
                  <a:gd name="connsiteX73" fmla="*/ 281121 w 446163"/>
                  <a:gd name="connsiteY73" fmla="*/ 197535 h 487738"/>
                  <a:gd name="connsiteX74" fmla="*/ 235947 w 446163"/>
                  <a:gd name="connsiteY74" fmla="*/ 181683 h 487738"/>
                  <a:gd name="connsiteX75" fmla="*/ 235947 w 446163"/>
                  <a:gd name="connsiteY75" fmla="*/ 96329 h 487738"/>
                  <a:gd name="connsiteX76" fmla="*/ 257957 w 446163"/>
                  <a:gd name="connsiteY76" fmla="*/ 84135 h 487738"/>
                  <a:gd name="connsiteX77" fmla="*/ 284844 w 446163"/>
                  <a:gd name="connsiteY77" fmla="*/ 258502 h 487738"/>
                  <a:gd name="connsiteX78" fmla="*/ 162603 w 446163"/>
                  <a:gd name="connsiteY78" fmla="*/ 258502 h 487738"/>
                  <a:gd name="connsiteX79" fmla="*/ 150346 w 446163"/>
                  <a:gd name="connsiteY79" fmla="*/ 243870 h 487738"/>
                  <a:gd name="connsiteX80" fmla="*/ 162603 w 446163"/>
                  <a:gd name="connsiteY80" fmla="*/ 229238 h 487738"/>
                  <a:gd name="connsiteX81" fmla="*/ 284844 w 446163"/>
                  <a:gd name="connsiteY81" fmla="*/ 229238 h 487738"/>
                  <a:gd name="connsiteX82" fmla="*/ 297036 w 446163"/>
                  <a:gd name="connsiteY82" fmla="*/ 243870 h 487738"/>
                  <a:gd name="connsiteX83" fmla="*/ 284844 w 446163"/>
                  <a:gd name="connsiteY83" fmla="*/ 258502 h 487738"/>
                  <a:gd name="connsiteX84" fmla="*/ 360626 w 446163"/>
                  <a:gd name="connsiteY84" fmla="*/ 309716 h 487738"/>
                  <a:gd name="connsiteX85" fmla="*/ 360626 w 446163"/>
                  <a:gd name="connsiteY85" fmla="*/ 309716 h 487738"/>
                  <a:gd name="connsiteX86" fmla="*/ 299474 w 446163"/>
                  <a:gd name="connsiteY86" fmla="*/ 275574 h 487738"/>
                  <a:gd name="connsiteX87" fmla="*/ 300693 w 446163"/>
                  <a:gd name="connsiteY87" fmla="*/ 274354 h 487738"/>
                  <a:gd name="connsiteX88" fmla="*/ 319045 w 446163"/>
                  <a:gd name="connsiteY88" fmla="*/ 248748 h 487738"/>
                  <a:gd name="connsiteX89" fmla="*/ 321484 w 446163"/>
                  <a:gd name="connsiteY89" fmla="*/ 243870 h 487738"/>
                  <a:gd name="connsiteX90" fmla="*/ 319045 w 446163"/>
                  <a:gd name="connsiteY90" fmla="*/ 238993 h 487738"/>
                  <a:gd name="connsiteX91" fmla="*/ 300693 w 446163"/>
                  <a:gd name="connsiteY91" fmla="*/ 213386 h 487738"/>
                  <a:gd name="connsiteX92" fmla="*/ 359343 w 446163"/>
                  <a:gd name="connsiteY92" fmla="*/ 179245 h 487738"/>
                  <a:gd name="connsiteX93" fmla="*/ 361846 w 446163"/>
                  <a:gd name="connsiteY93" fmla="*/ 181683 h 487738"/>
                  <a:gd name="connsiteX94" fmla="*/ 385011 w 446163"/>
                  <a:gd name="connsiteY94" fmla="*/ 195096 h 487738"/>
                  <a:gd name="connsiteX95" fmla="*/ 385011 w 446163"/>
                  <a:gd name="connsiteY95" fmla="*/ 297522 h 487738"/>
                  <a:gd name="connsiteX96" fmla="*/ 360626 w 446163"/>
                  <a:gd name="connsiteY96" fmla="*/ 309716 h 487738"/>
                  <a:gd name="connsiteX97" fmla="*/ 376476 w 446163"/>
                  <a:gd name="connsiteY97" fmla="*/ 128032 h 487738"/>
                  <a:gd name="connsiteX98" fmla="*/ 414399 w 446163"/>
                  <a:gd name="connsiteY98" fmla="*/ 128032 h 487738"/>
                  <a:gd name="connsiteX99" fmla="*/ 421715 w 446163"/>
                  <a:gd name="connsiteY99" fmla="*/ 146322 h 487738"/>
                  <a:gd name="connsiteX100" fmla="*/ 414399 w 446163"/>
                  <a:gd name="connsiteY100" fmla="*/ 164613 h 487738"/>
                  <a:gd name="connsiteX101" fmla="*/ 394828 w 446163"/>
                  <a:gd name="connsiteY101" fmla="*/ 171928 h 487738"/>
                  <a:gd name="connsiteX102" fmla="*/ 376476 w 446163"/>
                  <a:gd name="connsiteY102" fmla="*/ 164613 h 487738"/>
                  <a:gd name="connsiteX103" fmla="*/ 372818 w 446163"/>
                  <a:gd name="connsiteY103" fmla="*/ 131690 h 487738"/>
                  <a:gd name="connsiteX104" fmla="*/ 376476 w 446163"/>
                  <a:gd name="connsiteY104" fmla="*/ 128032 h 487738"/>
                  <a:gd name="connsiteX105" fmla="*/ 204119 w 446163"/>
                  <a:gd name="connsiteY105" fmla="*/ 30484 h 487738"/>
                  <a:gd name="connsiteX106" fmla="*/ 242043 w 446163"/>
                  <a:gd name="connsiteY106" fmla="*/ 30484 h 487738"/>
                  <a:gd name="connsiteX107" fmla="*/ 246920 w 446163"/>
                  <a:gd name="connsiteY107" fmla="*/ 60968 h 487738"/>
                  <a:gd name="connsiteX108" fmla="*/ 242043 w 446163"/>
                  <a:gd name="connsiteY108" fmla="*/ 68284 h 487738"/>
                  <a:gd name="connsiteX109" fmla="*/ 204119 w 446163"/>
                  <a:gd name="connsiteY109" fmla="*/ 68284 h 487738"/>
                  <a:gd name="connsiteX110" fmla="*/ 198024 w 446163"/>
                  <a:gd name="connsiteY110" fmla="*/ 59748 h 487738"/>
                  <a:gd name="connsiteX111" fmla="*/ 204119 w 446163"/>
                  <a:gd name="connsiteY111" fmla="*/ 30484 h 487738"/>
                  <a:gd name="connsiteX112" fmla="*/ 23229 w 446163"/>
                  <a:gd name="connsiteY112" fmla="*/ 146322 h 487738"/>
                  <a:gd name="connsiteX113" fmla="*/ 30608 w 446163"/>
                  <a:gd name="connsiteY113" fmla="*/ 128032 h 487738"/>
                  <a:gd name="connsiteX114" fmla="*/ 68468 w 446163"/>
                  <a:gd name="connsiteY114" fmla="*/ 128032 h 487738"/>
                  <a:gd name="connsiteX115" fmla="*/ 72125 w 446163"/>
                  <a:gd name="connsiteY115" fmla="*/ 131690 h 487738"/>
                  <a:gd name="connsiteX116" fmla="*/ 68468 w 446163"/>
                  <a:gd name="connsiteY116" fmla="*/ 165832 h 487738"/>
                  <a:gd name="connsiteX117" fmla="*/ 48896 w 446163"/>
                  <a:gd name="connsiteY117" fmla="*/ 173148 h 487738"/>
                  <a:gd name="connsiteX118" fmla="*/ 30608 w 446163"/>
                  <a:gd name="connsiteY118" fmla="*/ 165832 h 487738"/>
                  <a:gd name="connsiteX119" fmla="*/ 23229 w 446163"/>
                  <a:gd name="connsiteY119" fmla="*/ 146322 h 487738"/>
                  <a:gd name="connsiteX120" fmla="*/ 30608 w 446163"/>
                  <a:gd name="connsiteY120" fmla="*/ 363367 h 487738"/>
                  <a:gd name="connsiteX121" fmla="*/ 23229 w 446163"/>
                  <a:gd name="connsiteY121" fmla="*/ 345079 h 487738"/>
                  <a:gd name="connsiteX122" fmla="*/ 30608 w 446163"/>
                  <a:gd name="connsiteY122" fmla="*/ 326785 h 487738"/>
                  <a:gd name="connsiteX123" fmla="*/ 48896 w 446163"/>
                  <a:gd name="connsiteY123" fmla="*/ 319470 h 487738"/>
                  <a:gd name="connsiteX124" fmla="*/ 68468 w 446163"/>
                  <a:gd name="connsiteY124" fmla="*/ 326785 h 487738"/>
                  <a:gd name="connsiteX125" fmla="*/ 72125 w 446163"/>
                  <a:gd name="connsiteY125" fmla="*/ 358490 h 487738"/>
                  <a:gd name="connsiteX126" fmla="*/ 68468 w 446163"/>
                  <a:gd name="connsiteY126" fmla="*/ 364586 h 487738"/>
                  <a:gd name="connsiteX127" fmla="*/ 30608 w 446163"/>
                  <a:gd name="connsiteY127" fmla="*/ 363367 h 487738"/>
                  <a:gd name="connsiteX128" fmla="*/ 242043 w 446163"/>
                  <a:gd name="connsiteY128" fmla="*/ 457258 h 487738"/>
                  <a:gd name="connsiteX129" fmla="*/ 204119 w 446163"/>
                  <a:gd name="connsiteY129" fmla="*/ 457258 h 487738"/>
                  <a:gd name="connsiteX130" fmla="*/ 198024 w 446163"/>
                  <a:gd name="connsiteY130" fmla="*/ 427991 h 487738"/>
                  <a:gd name="connsiteX131" fmla="*/ 204119 w 446163"/>
                  <a:gd name="connsiteY131" fmla="*/ 419457 h 487738"/>
                  <a:gd name="connsiteX132" fmla="*/ 242043 w 446163"/>
                  <a:gd name="connsiteY132" fmla="*/ 419457 h 487738"/>
                  <a:gd name="connsiteX133" fmla="*/ 246920 w 446163"/>
                  <a:gd name="connsiteY133" fmla="*/ 426772 h 487738"/>
                  <a:gd name="connsiteX134" fmla="*/ 242043 w 446163"/>
                  <a:gd name="connsiteY134" fmla="*/ 457258 h 487738"/>
                  <a:gd name="connsiteX135" fmla="*/ 414399 w 446163"/>
                  <a:gd name="connsiteY135" fmla="*/ 363367 h 487738"/>
                  <a:gd name="connsiteX136" fmla="*/ 376476 w 446163"/>
                  <a:gd name="connsiteY136" fmla="*/ 363367 h 487738"/>
                  <a:gd name="connsiteX137" fmla="*/ 371600 w 446163"/>
                  <a:gd name="connsiteY137" fmla="*/ 357271 h 487738"/>
                  <a:gd name="connsiteX138" fmla="*/ 376476 w 446163"/>
                  <a:gd name="connsiteY138" fmla="*/ 325566 h 487738"/>
                  <a:gd name="connsiteX139" fmla="*/ 394828 w 446163"/>
                  <a:gd name="connsiteY139" fmla="*/ 318250 h 487738"/>
                  <a:gd name="connsiteX140" fmla="*/ 414399 w 446163"/>
                  <a:gd name="connsiteY140" fmla="*/ 325566 h 487738"/>
                  <a:gd name="connsiteX141" fmla="*/ 421715 w 446163"/>
                  <a:gd name="connsiteY141" fmla="*/ 343860 h 487738"/>
                  <a:gd name="connsiteX142" fmla="*/ 414399 w 446163"/>
                  <a:gd name="connsiteY142" fmla="*/ 363367 h 487738"/>
                  <a:gd name="connsiteX143" fmla="*/ 253016 w 446163"/>
                  <a:gd name="connsiteY143" fmla="*/ 243870 h 487738"/>
                  <a:gd name="connsiteX144" fmla="*/ 224911 w 446163"/>
                  <a:gd name="connsiteY144" fmla="*/ 271916 h 487738"/>
                  <a:gd name="connsiteX145" fmla="*/ 196805 w 446163"/>
                  <a:gd name="connsiteY145" fmla="*/ 243870 h 487738"/>
                  <a:gd name="connsiteX146" fmla="*/ 224911 w 446163"/>
                  <a:gd name="connsiteY146" fmla="*/ 215825 h 487738"/>
                  <a:gd name="connsiteX147" fmla="*/ 253016 w 446163"/>
                  <a:gd name="connsiteY147" fmla="*/ 243870 h 487738"/>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 ang="0">
                    <a:pos x="connsiteX39" y="connsiteY39"/>
                  </a:cxn>
                  <a:cxn ang="0">
                    <a:pos x="connsiteX40" y="connsiteY40"/>
                  </a:cxn>
                  <a:cxn ang="0">
                    <a:pos x="connsiteX41" y="connsiteY41"/>
                  </a:cxn>
                  <a:cxn ang="0">
                    <a:pos x="connsiteX42" y="connsiteY42"/>
                  </a:cxn>
                  <a:cxn ang="0">
                    <a:pos x="connsiteX43" y="connsiteY43"/>
                  </a:cxn>
                  <a:cxn ang="0">
                    <a:pos x="connsiteX44" y="connsiteY44"/>
                  </a:cxn>
                  <a:cxn ang="0">
                    <a:pos x="connsiteX45" y="connsiteY45"/>
                  </a:cxn>
                  <a:cxn ang="0">
                    <a:pos x="connsiteX46" y="connsiteY46"/>
                  </a:cxn>
                  <a:cxn ang="0">
                    <a:pos x="connsiteX47" y="connsiteY47"/>
                  </a:cxn>
                  <a:cxn ang="0">
                    <a:pos x="connsiteX48" y="connsiteY48"/>
                  </a:cxn>
                  <a:cxn ang="0">
                    <a:pos x="connsiteX49" y="connsiteY49"/>
                  </a:cxn>
                  <a:cxn ang="0">
                    <a:pos x="connsiteX50" y="connsiteY50"/>
                  </a:cxn>
                  <a:cxn ang="0">
                    <a:pos x="connsiteX51" y="connsiteY51"/>
                  </a:cxn>
                  <a:cxn ang="0">
                    <a:pos x="connsiteX52" y="connsiteY52"/>
                  </a:cxn>
                  <a:cxn ang="0">
                    <a:pos x="connsiteX53" y="connsiteY53"/>
                  </a:cxn>
                  <a:cxn ang="0">
                    <a:pos x="connsiteX54" y="connsiteY54"/>
                  </a:cxn>
                  <a:cxn ang="0">
                    <a:pos x="connsiteX55" y="connsiteY55"/>
                  </a:cxn>
                  <a:cxn ang="0">
                    <a:pos x="connsiteX56" y="connsiteY56"/>
                  </a:cxn>
                  <a:cxn ang="0">
                    <a:pos x="connsiteX57" y="connsiteY57"/>
                  </a:cxn>
                  <a:cxn ang="0">
                    <a:pos x="connsiteX58" y="connsiteY58"/>
                  </a:cxn>
                  <a:cxn ang="0">
                    <a:pos x="connsiteX59" y="connsiteY59"/>
                  </a:cxn>
                  <a:cxn ang="0">
                    <a:pos x="connsiteX60" y="connsiteY60"/>
                  </a:cxn>
                  <a:cxn ang="0">
                    <a:pos x="connsiteX61" y="connsiteY61"/>
                  </a:cxn>
                  <a:cxn ang="0">
                    <a:pos x="connsiteX62" y="connsiteY62"/>
                  </a:cxn>
                  <a:cxn ang="0">
                    <a:pos x="connsiteX63" y="connsiteY63"/>
                  </a:cxn>
                  <a:cxn ang="0">
                    <a:pos x="connsiteX64" y="connsiteY64"/>
                  </a:cxn>
                  <a:cxn ang="0">
                    <a:pos x="connsiteX65" y="connsiteY65"/>
                  </a:cxn>
                  <a:cxn ang="0">
                    <a:pos x="connsiteX66" y="connsiteY66"/>
                  </a:cxn>
                  <a:cxn ang="0">
                    <a:pos x="connsiteX67" y="connsiteY67"/>
                  </a:cxn>
                  <a:cxn ang="0">
                    <a:pos x="connsiteX68" y="connsiteY68"/>
                  </a:cxn>
                  <a:cxn ang="0">
                    <a:pos x="connsiteX69" y="connsiteY69"/>
                  </a:cxn>
                  <a:cxn ang="0">
                    <a:pos x="connsiteX70" y="connsiteY70"/>
                  </a:cxn>
                  <a:cxn ang="0">
                    <a:pos x="connsiteX71" y="connsiteY71"/>
                  </a:cxn>
                  <a:cxn ang="0">
                    <a:pos x="connsiteX72" y="connsiteY72"/>
                  </a:cxn>
                  <a:cxn ang="0">
                    <a:pos x="connsiteX73" y="connsiteY73"/>
                  </a:cxn>
                  <a:cxn ang="0">
                    <a:pos x="connsiteX74" y="connsiteY74"/>
                  </a:cxn>
                  <a:cxn ang="0">
                    <a:pos x="connsiteX75" y="connsiteY75"/>
                  </a:cxn>
                  <a:cxn ang="0">
                    <a:pos x="connsiteX76" y="connsiteY76"/>
                  </a:cxn>
                  <a:cxn ang="0">
                    <a:pos x="connsiteX77" y="connsiteY77"/>
                  </a:cxn>
                  <a:cxn ang="0">
                    <a:pos x="connsiteX78" y="connsiteY78"/>
                  </a:cxn>
                  <a:cxn ang="0">
                    <a:pos x="connsiteX79" y="connsiteY79"/>
                  </a:cxn>
                  <a:cxn ang="0">
                    <a:pos x="connsiteX80" y="connsiteY80"/>
                  </a:cxn>
                  <a:cxn ang="0">
                    <a:pos x="connsiteX81" y="connsiteY81"/>
                  </a:cxn>
                  <a:cxn ang="0">
                    <a:pos x="connsiteX82" y="connsiteY82"/>
                  </a:cxn>
                  <a:cxn ang="0">
                    <a:pos x="connsiteX83" y="connsiteY83"/>
                  </a:cxn>
                  <a:cxn ang="0">
                    <a:pos x="connsiteX84" y="connsiteY84"/>
                  </a:cxn>
                  <a:cxn ang="0">
                    <a:pos x="connsiteX85" y="connsiteY85"/>
                  </a:cxn>
                  <a:cxn ang="0">
                    <a:pos x="connsiteX86" y="connsiteY86"/>
                  </a:cxn>
                  <a:cxn ang="0">
                    <a:pos x="connsiteX87" y="connsiteY87"/>
                  </a:cxn>
                  <a:cxn ang="0">
                    <a:pos x="connsiteX88" y="connsiteY88"/>
                  </a:cxn>
                  <a:cxn ang="0">
                    <a:pos x="connsiteX89" y="connsiteY89"/>
                  </a:cxn>
                  <a:cxn ang="0">
                    <a:pos x="connsiteX90" y="connsiteY90"/>
                  </a:cxn>
                  <a:cxn ang="0">
                    <a:pos x="connsiteX91" y="connsiteY91"/>
                  </a:cxn>
                  <a:cxn ang="0">
                    <a:pos x="connsiteX92" y="connsiteY92"/>
                  </a:cxn>
                  <a:cxn ang="0">
                    <a:pos x="connsiteX93" y="connsiteY93"/>
                  </a:cxn>
                  <a:cxn ang="0">
                    <a:pos x="connsiteX94" y="connsiteY94"/>
                  </a:cxn>
                  <a:cxn ang="0">
                    <a:pos x="connsiteX95" y="connsiteY95"/>
                  </a:cxn>
                  <a:cxn ang="0">
                    <a:pos x="connsiteX96" y="connsiteY96"/>
                  </a:cxn>
                  <a:cxn ang="0">
                    <a:pos x="connsiteX97" y="connsiteY97"/>
                  </a:cxn>
                  <a:cxn ang="0">
                    <a:pos x="connsiteX98" y="connsiteY98"/>
                  </a:cxn>
                  <a:cxn ang="0">
                    <a:pos x="connsiteX99" y="connsiteY99"/>
                  </a:cxn>
                  <a:cxn ang="0">
                    <a:pos x="connsiteX100" y="connsiteY100"/>
                  </a:cxn>
                  <a:cxn ang="0">
                    <a:pos x="connsiteX101" y="connsiteY101"/>
                  </a:cxn>
                  <a:cxn ang="0">
                    <a:pos x="connsiteX102" y="connsiteY102"/>
                  </a:cxn>
                  <a:cxn ang="0">
                    <a:pos x="connsiteX103" y="connsiteY103"/>
                  </a:cxn>
                  <a:cxn ang="0">
                    <a:pos x="connsiteX104" y="connsiteY104"/>
                  </a:cxn>
                  <a:cxn ang="0">
                    <a:pos x="connsiteX105" y="connsiteY105"/>
                  </a:cxn>
                  <a:cxn ang="0">
                    <a:pos x="connsiteX106" y="connsiteY106"/>
                  </a:cxn>
                  <a:cxn ang="0">
                    <a:pos x="connsiteX107" y="connsiteY107"/>
                  </a:cxn>
                  <a:cxn ang="0">
                    <a:pos x="connsiteX108" y="connsiteY108"/>
                  </a:cxn>
                  <a:cxn ang="0">
                    <a:pos x="connsiteX109" y="connsiteY109"/>
                  </a:cxn>
                  <a:cxn ang="0">
                    <a:pos x="connsiteX110" y="connsiteY110"/>
                  </a:cxn>
                  <a:cxn ang="0">
                    <a:pos x="connsiteX111" y="connsiteY111"/>
                  </a:cxn>
                  <a:cxn ang="0">
                    <a:pos x="connsiteX112" y="connsiteY112"/>
                  </a:cxn>
                  <a:cxn ang="0">
                    <a:pos x="connsiteX113" y="connsiteY113"/>
                  </a:cxn>
                  <a:cxn ang="0">
                    <a:pos x="connsiteX114" y="connsiteY114"/>
                  </a:cxn>
                  <a:cxn ang="0">
                    <a:pos x="connsiteX115" y="connsiteY115"/>
                  </a:cxn>
                  <a:cxn ang="0">
                    <a:pos x="connsiteX116" y="connsiteY116"/>
                  </a:cxn>
                  <a:cxn ang="0">
                    <a:pos x="connsiteX117" y="connsiteY117"/>
                  </a:cxn>
                  <a:cxn ang="0">
                    <a:pos x="connsiteX118" y="connsiteY118"/>
                  </a:cxn>
                  <a:cxn ang="0">
                    <a:pos x="connsiteX119" y="connsiteY119"/>
                  </a:cxn>
                  <a:cxn ang="0">
                    <a:pos x="connsiteX120" y="connsiteY120"/>
                  </a:cxn>
                  <a:cxn ang="0">
                    <a:pos x="connsiteX121" y="connsiteY121"/>
                  </a:cxn>
                  <a:cxn ang="0">
                    <a:pos x="connsiteX122" y="connsiteY122"/>
                  </a:cxn>
                  <a:cxn ang="0">
                    <a:pos x="connsiteX123" y="connsiteY123"/>
                  </a:cxn>
                  <a:cxn ang="0">
                    <a:pos x="connsiteX124" y="connsiteY124"/>
                  </a:cxn>
                  <a:cxn ang="0">
                    <a:pos x="connsiteX125" y="connsiteY125"/>
                  </a:cxn>
                  <a:cxn ang="0">
                    <a:pos x="connsiteX126" y="connsiteY126"/>
                  </a:cxn>
                  <a:cxn ang="0">
                    <a:pos x="connsiteX127" y="connsiteY127"/>
                  </a:cxn>
                  <a:cxn ang="0">
                    <a:pos x="connsiteX128" y="connsiteY128"/>
                  </a:cxn>
                  <a:cxn ang="0">
                    <a:pos x="connsiteX129" y="connsiteY129"/>
                  </a:cxn>
                  <a:cxn ang="0">
                    <a:pos x="connsiteX130" y="connsiteY130"/>
                  </a:cxn>
                  <a:cxn ang="0">
                    <a:pos x="connsiteX131" y="connsiteY131"/>
                  </a:cxn>
                  <a:cxn ang="0">
                    <a:pos x="connsiteX132" y="connsiteY132"/>
                  </a:cxn>
                  <a:cxn ang="0">
                    <a:pos x="connsiteX133" y="connsiteY133"/>
                  </a:cxn>
                  <a:cxn ang="0">
                    <a:pos x="connsiteX134" y="connsiteY134"/>
                  </a:cxn>
                  <a:cxn ang="0">
                    <a:pos x="connsiteX135" y="connsiteY135"/>
                  </a:cxn>
                  <a:cxn ang="0">
                    <a:pos x="connsiteX136" y="connsiteY136"/>
                  </a:cxn>
                  <a:cxn ang="0">
                    <a:pos x="connsiteX137" y="connsiteY137"/>
                  </a:cxn>
                  <a:cxn ang="0">
                    <a:pos x="connsiteX138" y="connsiteY138"/>
                  </a:cxn>
                  <a:cxn ang="0">
                    <a:pos x="connsiteX139" y="connsiteY139"/>
                  </a:cxn>
                  <a:cxn ang="0">
                    <a:pos x="connsiteX140" y="connsiteY140"/>
                  </a:cxn>
                  <a:cxn ang="0">
                    <a:pos x="connsiteX141" y="connsiteY141"/>
                  </a:cxn>
                  <a:cxn ang="0">
                    <a:pos x="connsiteX142" y="connsiteY142"/>
                  </a:cxn>
                  <a:cxn ang="0">
                    <a:pos x="connsiteX143" y="connsiteY143"/>
                  </a:cxn>
                  <a:cxn ang="0">
                    <a:pos x="connsiteX144" y="connsiteY144"/>
                  </a:cxn>
                  <a:cxn ang="0">
                    <a:pos x="connsiteX145" y="connsiteY145"/>
                  </a:cxn>
                  <a:cxn ang="0">
                    <a:pos x="connsiteX146" y="connsiteY146"/>
                  </a:cxn>
                  <a:cxn ang="0">
                    <a:pos x="connsiteX147" y="connsiteY147"/>
                  </a:cxn>
                </a:cxnLst>
                <a:rect l="l" t="t" r="r" b="b"/>
                <a:pathLst>
                  <a:path w="446163" h="487738">
                    <a:moveTo>
                      <a:pt x="405801" y="297522"/>
                    </a:moveTo>
                    <a:lnTo>
                      <a:pt x="405801" y="195096"/>
                    </a:lnTo>
                    <a:cubicBezTo>
                      <a:pt x="415619" y="192657"/>
                      <a:pt x="424153" y="187780"/>
                      <a:pt x="430250" y="180464"/>
                    </a:cubicBezTo>
                    <a:cubicBezTo>
                      <a:pt x="440067" y="170709"/>
                      <a:pt x="444944" y="158516"/>
                      <a:pt x="444944" y="145103"/>
                    </a:cubicBezTo>
                    <a:cubicBezTo>
                      <a:pt x="444944" y="131690"/>
                      <a:pt x="440067" y="119496"/>
                      <a:pt x="430250" y="109741"/>
                    </a:cubicBezTo>
                    <a:cubicBezTo>
                      <a:pt x="410678" y="90232"/>
                      <a:pt x="380134" y="90232"/>
                      <a:pt x="360626" y="109741"/>
                    </a:cubicBezTo>
                    <a:lnTo>
                      <a:pt x="271369" y="60968"/>
                    </a:lnTo>
                    <a:cubicBezTo>
                      <a:pt x="275026" y="45116"/>
                      <a:pt x="270149" y="26826"/>
                      <a:pt x="257957" y="14632"/>
                    </a:cubicBezTo>
                    <a:cubicBezTo>
                      <a:pt x="238386" y="-4877"/>
                      <a:pt x="207842" y="-4877"/>
                      <a:pt x="188270" y="14632"/>
                    </a:cubicBezTo>
                    <a:cubicBezTo>
                      <a:pt x="176014" y="26826"/>
                      <a:pt x="171137" y="42677"/>
                      <a:pt x="174795" y="58529"/>
                    </a:cubicBezTo>
                    <a:lnTo>
                      <a:pt x="84382" y="110961"/>
                    </a:lnTo>
                    <a:cubicBezTo>
                      <a:pt x="64810" y="92671"/>
                      <a:pt x="34266" y="92671"/>
                      <a:pt x="14695" y="112181"/>
                    </a:cubicBezTo>
                    <a:cubicBezTo>
                      <a:pt x="4941" y="120716"/>
                      <a:pt x="0" y="132910"/>
                      <a:pt x="0" y="146322"/>
                    </a:cubicBezTo>
                    <a:cubicBezTo>
                      <a:pt x="0" y="159735"/>
                      <a:pt x="4941" y="171928"/>
                      <a:pt x="14695" y="181683"/>
                    </a:cubicBezTo>
                    <a:cubicBezTo>
                      <a:pt x="20791" y="187780"/>
                      <a:pt x="28170" y="192657"/>
                      <a:pt x="36704" y="193877"/>
                    </a:cubicBezTo>
                    <a:lnTo>
                      <a:pt x="36704" y="296303"/>
                    </a:lnTo>
                    <a:cubicBezTo>
                      <a:pt x="28170" y="298741"/>
                      <a:pt x="20791" y="302400"/>
                      <a:pt x="14695" y="308496"/>
                    </a:cubicBezTo>
                    <a:cubicBezTo>
                      <a:pt x="4941" y="319470"/>
                      <a:pt x="0" y="331662"/>
                      <a:pt x="0" y="345079"/>
                    </a:cubicBezTo>
                    <a:cubicBezTo>
                      <a:pt x="0" y="358490"/>
                      <a:pt x="4941" y="370682"/>
                      <a:pt x="14695" y="380436"/>
                    </a:cubicBezTo>
                    <a:cubicBezTo>
                      <a:pt x="24448" y="388970"/>
                      <a:pt x="36704" y="393854"/>
                      <a:pt x="48896" y="393854"/>
                    </a:cubicBezTo>
                    <a:cubicBezTo>
                      <a:pt x="61153" y="393854"/>
                      <a:pt x="74564" y="388970"/>
                      <a:pt x="84382" y="379217"/>
                    </a:cubicBezTo>
                    <a:lnTo>
                      <a:pt x="85600" y="377998"/>
                    </a:lnTo>
                    <a:lnTo>
                      <a:pt x="174795" y="429210"/>
                    </a:lnTo>
                    <a:cubicBezTo>
                      <a:pt x="172356" y="445066"/>
                      <a:pt x="177233" y="460916"/>
                      <a:pt x="188270" y="473108"/>
                    </a:cubicBezTo>
                    <a:cubicBezTo>
                      <a:pt x="198024" y="482862"/>
                      <a:pt x="210280" y="487738"/>
                      <a:pt x="223691" y="487738"/>
                    </a:cubicBezTo>
                    <a:cubicBezTo>
                      <a:pt x="235947" y="487738"/>
                      <a:pt x="249358" y="482862"/>
                      <a:pt x="259176" y="473108"/>
                    </a:cubicBezTo>
                    <a:cubicBezTo>
                      <a:pt x="271369" y="460916"/>
                      <a:pt x="276245" y="443847"/>
                      <a:pt x="272587" y="427991"/>
                    </a:cubicBezTo>
                    <a:lnTo>
                      <a:pt x="359343" y="377998"/>
                    </a:lnTo>
                    <a:cubicBezTo>
                      <a:pt x="359343" y="379217"/>
                      <a:pt x="360626" y="379217"/>
                      <a:pt x="360626" y="380436"/>
                    </a:cubicBezTo>
                    <a:cubicBezTo>
                      <a:pt x="370380" y="390190"/>
                      <a:pt x="382572" y="395073"/>
                      <a:pt x="396047" y="395073"/>
                    </a:cubicBezTo>
                    <a:cubicBezTo>
                      <a:pt x="408239" y="395073"/>
                      <a:pt x="421715" y="390190"/>
                      <a:pt x="431468" y="380436"/>
                    </a:cubicBezTo>
                    <a:cubicBezTo>
                      <a:pt x="441286" y="370682"/>
                      <a:pt x="446163" y="358490"/>
                      <a:pt x="446163" y="345079"/>
                    </a:cubicBezTo>
                    <a:cubicBezTo>
                      <a:pt x="446163" y="331662"/>
                      <a:pt x="441286" y="319470"/>
                      <a:pt x="431468" y="309716"/>
                    </a:cubicBezTo>
                    <a:cubicBezTo>
                      <a:pt x="422934" y="302400"/>
                      <a:pt x="414399" y="299960"/>
                      <a:pt x="405801" y="297522"/>
                    </a:cubicBezTo>
                    <a:close/>
                    <a:moveTo>
                      <a:pt x="261615" y="407265"/>
                    </a:moveTo>
                    <a:cubicBezTo>
                      <a:pt x="260395" y="406046"/>
                      <a:pt x="259176" y="404826"/>
                      <a:pt x="257957" y="403607"/>
                    </a:cubicBezTo>
                    <a:cubicBezTo>
                      <a:pt x="251797" y="397511"/>
                      <a:pt x="243263" y="392634"/>
                      <a:pt x="234728" y="391415"/>
                    </a:cubicBezTo>
                    <a:lnTo>
                      <a:pt x="234728" y="306057"/>
                    </a:lnTo>
                    <a:cubicBezTo>
                      <a:pt x="250578" y="304838"/>
                      <a:pt x="265272" y="298741"/>
                      <a:pt x="278683" y="290206"/>
                    </a:cubicBezTo>
                    <a:lnTo>
                      <a:pt x="347151" y="329223"/>
                    </a:lnTo>
                    <a:cubicBezTo>
                      <a:pt x="344713" y="337758"/>
                      <a:pt x="343494" y="347518"/>
                      <a:pt x="347151" y="357271"/>
                    </a:cubicBezTo>
                    <a:lnTo>
                      <a:pt x="261615" y="407265"/>
                    </a:lnTo>
                    <a:close/>
                    <a:moveTo>
                      <a:pt x="188270" y="403607"/>
                    </a:moveTo>
                    <a:cubicBezTo>
                      <a:pt x="187051" y="404826"/>
                      <a:pt x="184613" y="407265"/>
                      <a:pt x="183393" y="408484"/>
                    </a:cubicBezTo>
                    <a:lnTo>
                      <a:pt x="96574" y="358490"/>
                    </a:lnTo>
                    <a:cubicBezTo>
                      <a:pt x="99011" y="348737"/>
                      <a:pt x="99011" y="338977"/>
                      <a:pt x="96574" y="329223"/>
                    </a:cubicBezTo>
                    <a:lnTo>
                      <a:pt x="165041" y="288986"/>
                    </a:lnTo>
                    <a:cubicBezTo>
                      <a:pt x="179672" y="297522"/>
                      <a:pt x="195585" y="303619"/>
                      <a:pt x="212718" y="304838"/>
                    </a:cubicBezTo>
                    <a:lnTo>
                      <a:pt x="212718" y="390190"/>
                    </a:lnTo>
                    <a:cubicBezTo>
                      <a:pt x="204119" y="392634"/>
                      <a:pt x="195585" y="396292"/>
                      <a:pt x="188270" y="403607"/>
                    </a:cubicBezTo>
                    <a:close/>
                    <a:moveTo>
                      <a:pt x="59933" y="195096"/>
                    </a:moveTo>
                    <a:cubicBezTo>
                      <a:pt x="69687" y="192657"/>
                      <a:pt x="78285" y="189000"/>
                      <a:pt x="84382" y="181683"/>
                    </a:cubicBezTo>
                    <a:cubicBezTo>
                      <a:pt x="85600" y="180464"/>
                      <a:pt x="85600" y="180464"/>
                      <a:pt x="86820" y="179245"/>
                    </a:cubicBezTo>
                    <a:lnTo>
                      <a:pt x="146689" y="213386"/>
                    </a:lnTo>
                    <a:cubicBezTo>
                      <a:pt x="139374" y="220703"/>
                      <a:pt x="133278" y="229238"/>
                      <a:pt x="128337" y="238993"/>
                    </a:cubicBezTo>
                    <a:lnTo>
                      <a:pt x="124679" y="243870"/>
                    </a:lnTo>
                    <a:lnTo>
                      <a:pt x="127117" y="248748"/>
                    </a:lnTo>
                    <a:cubicBezTo>
                      <a:pt x="132058" y="258502"/>
                      <a:pt x="138155" y="267038"/>
                      <a:pt x="145470" y="274354"/>
                    </a:cubicBezTo>
                    <a:lnTo>
                      <a:pt x="84382" y="309716"/>
                    </a:lnTo>
                    <a:cubicBezTo>
                      <a:pt x="77002" y="302400"/>
                      <a:pt x="68468" y="298741"/>
                      <a:pt x="59933" y="296303"/>
                    </a:cubicBezTo>
                    <a:lnTo>
                      <a:pt x="59933" y="195096"/>
                    </a:lnTo>
                    <a:close/>
                    <a:moveTo>
                      <a:pt x="184613" y="79258"/>
                    </a:moveTo>
                    <a:cubicBezTo>
                      <a:pt x="185832" y="80477"/>
                      <a:pt x="187051" y="82916"/>
                      <a:pt x="188270" y="84135"/>
                    </a:cubicBezTo>
                    <a:cubicBezTo>
                      <a:pt x="195585" y="91452"/>
                      <a:pt x="204119" y="95109"/>
                      <a:pt x="212718" y="97548"/>
                    </a:cubicBezTo>
                    <a:lnTo>
                      <a:pt x="212718" y="181683"/>
                    </a:lnTo>
                    <a:cubicBezTo>
                      <a:pt x="195585" y="182903"/>
                      <a:pt x="179672" y="189000"/>
                      <a:pt x="165041" y="197535"/>
                    </a:cubicBezTo>
                    <a:lnTo>
                      <a:pt x="97793" y="158516"/>
                    </a:lnTo>
                    <a:cubicBezTo>
                      <a:pt x="100231" y="148761"/>
                      <a:pt x="100231" y="139006"/>
                      <a:pt x="96574" y="129251"/>
                    </a:cubicBezTo>
                    <a:lnTo>
                      <a:pt x="184613" y="79258"/>
                    </a:lnTo>
                    <a:close/>
                    <a:moveTo>
                      <a:pt x="257957" y="84135"/>
                    </a:moveTo>
                    <a:cubicBezTo>
                      <a:pt x="259176" y="82916"/>
                      <a:pt x="260395" y="81697"/>
                      <a:pt x="260395" y="80477"/>
                    </a:cubicBezTo>
                    <a:lnTo>
                      <a:pt x="347151" y="130470"/>
                    </a:lnTo>
                    <a:cubicBezTo>
                      <a:pt x="343494" y="140225"/>
                      <a:pt x="343494" y="149980"/>
                      <a:pt x="345932" y="158516"/>
                    </a:cubicBezTo>
                    <a:lnTo>
                      <a:pt x="281121" y="197535"/>
                    </a:lnTo>
                    <a:cubicBezTo>
                      <a:pt x="267710" y="189000"/>
                      <a:pt x="251797" y="182903"/>
                      <a:pt x="235947" y="181683"/>
                    </a:cubicBezTo>
                    <a:lnTo>
                      <a:pt x="235947" y="96329"/>
                    </a:lnTo>
                    <a:cubicBezTo>
                      <a:pt x="243263" y="95109"/>
                      <a:pt x="251797" y="90232"/>
                      <a:pt x="257957" y="84135"/>
                    </a:cubicBezTo>
                    <a:close/>
                    <a:moveTo>
                      <a:pt x="284844" y="258502"/>
                    </a:moveTo>
                    <a:cubicBezTo>
                      <a:pt x="250578" y="292645"/>
                      <a:pt x="196805" y="292645"/>
                      <a:pt x="162603" y="258502"/>
                    </a:cubicBezTo>
                    <a:cubicBezTo>
                      <a:pt x="157726" y="253625"/>
                      <a:pt x="154004" y="248748"/>
                      <a:pt x="150346" y="243870"/>
                    </a:cubicBezTo>
                    <a:cubicBezTo>
                      <a:pt x="154004" y="238993"/>
                      <a:pt x="157726" y="234115"/>
                      <a:pt x="162603" y="229238"/>
                    </a:cubicBezTo>
                    <a:cubicBezTo>
                      <a:pt x="196805" y="195096"/>
                      <a:pt x="250578" y="195096"/>
                      <a:pt x="284844" y="229238"/>
                    </a:cubicBezTo>
                    <a:cubicBezTo>
                      <a:pt x="289721" y="234115"/>
                      <a:pt x="293378" y="238993"/>
                      <a:pt x="297036" y="243870"/>
                    </a:cubicBezTo>
                    <a:cubicBezTo>
                      <a:pt x="292159" y="248748"/>
                      <a:pt x="288501" y="253625"/>
                      <a:pt x="284844" y="258502"/>
                    </a:cubicBezTo>
                    <a:close/>
                    <a:moveTo>
                      <a:pt x="360626" y="309716"/>
                    </a:moveTo>
                    <a:cubicBezTo>
                      <a:pt x="360626" y="309716"/>
                      <a:pt x="359343" y="309716"/>
                      <a:pt x="360626" y="309716"/>
                    </a:cubicBezTo>
                    <a:lnTo>
                      <a:pt x="299474" y="275574"/>
                    </a:lnTo>
                    <a:cubicBezTo>
                      <a:pt x="299474" y="275574"/>
                      <a:pt x="300693" y="275573"/>
                      <a:pt x="300693" y="274354"/>
                    </a:cubicBezTo>
                    <a:cubicBezTo>
                      <a:pt x="308008" y="267038"/>
                      <a:pt x="314168" y="258502"/>
                      <a:pt x="319045" y="248748"/>
                    </a:cubicBezTo>
                    <a:lnTo>
                      <a:pt x="321484" y="243870"/>
                    </a:lnTo>
                    <a:lnTo>
                      <a:pt x="319045" y="238993"/>
                    </a:lnTo>
                    <a:cubicBezTo>
                      <a:pt x="314168" y="229238"/>
                      <a:pt x="308008" y="220703"/>
                      <a:pt x="300693" y="213386"/>
                    </a:cubicBezTo>
                    <a:lnTo>
                      <a:pt x="359343" y="179245"/>
                    </a:lnTo>
                    <a:cubicBezTo>
                      <a:pt x="360626" y="180464"/>
                      <a:pt x="360626" y="180464"/>
                      <a:pt x="361846" y="181683"/>
                    </a:cubicBezTo>
                    <a:cubicBezTo>
                      <a:pt x="367942" y="187780"/>
                      <a:pt x="376476" y="192657"/>
                      <a:pt x="385011" y="195096"/>
                    </a:cubicBezTo>
                    <a:lnTo>
                      <a:pt x="385011" y="297522"/>
                    </a:lnTo>
                    <a:cubicBezTo>
                      <a:pt x="374038" y="298741"/>
                      <a:pt x="366723" y="303619"/>
                      <a:pt x="360626" y="309716"/>
                    </a:cubicBezTo>
                    <a:close/>
                    <a:moveTo>
                      <a:pt x="376476" y="128032"/>
                    </a:moveTo>
                    <a:cubicBezTo>
                      <a:pt x="387513" y="117058"/>
                      <a:pt x="403363" y="117058"/>
                      <a:pt x="414399" y="128032"/>
                    </a:cubicBezTo>
                    <a:cubicBezTo>
                      <a:pt x="419276" y="132910"/>
                      <a:pt x="421715" y="140225"/>
                      <a:pt x="421715" y="146322"/>
                    </a:cubicBezTo>
                    <a:cubicBezTo>
                      <a:pt x="421715" y="153638"/>
                      <a:pt x="419276" y="159735"/>
                      <a:pt x="414399" y="164613"/>
                    </a:cubicBezTo>
                    <a:cubicBezTo>
                      <a:pt x="409458" y="169490"/>
                      <a:pt x="402144" y="173148"/>
                      <a:pt x="394828" y="171928"/>
                    </a:cubicBezTo>
                    <a:cubicBezTo>
                      <a:pt x="387513" y="171928"/>
                      <a:pt x="381353" y="169490"/>
                      <a:pt x="376476" y="164613"/>
                    </a:cubicBezTo>
                    <a:cubicBezTo>
                      <a:pt x="367942" y="156077"/>
                      <a:pt x="365503" y="142664"/>
                      <a:pt x="372818" y="131690"/>
                    </a:cubicBezTo>
                    <a:cubicBezTo>
                      <a:pt x="374038" y="130470"/>
                      <a:pt x="375257" y="129251"/>
                      <a:pt x="376476" y="128032"/>
                    </a:cubicBezTo>
                    <a:close/>
                    <a:moveTo>
                      <a:pt x="204119" y="30484"/>
                    </a:moveTo>
                    <a:cubicBezTo>
                      <a:pt x="215157" y="19510"/>
                      <a:pt x="231006" y="19510"/>
                      <a:pt x="242043" y="30484"/>
                    </a:cubicBezTo>
                    <a:cubicBezTo>
                      <a:pt x="250578" y="39019"/>
                      <a:pt x="251797" y="51213"/>
                      <a:pt x="246920" y="60968"/>
                    </a:cubicBezTo>
                    <a:cubicBezTo>
                      <a:pt x="245701" y="63406"/>
                      <a:pt x="243263" y="65845"/>
                      <a:pt x="242043" y="68284"/>
                    </a:cubicBezTo>
                    <a:cubicBezTo>
                      <a:pt x="231006" y="79258"/>
                      <a:pt x="215157" y="79258"/>
                      <a:pt x="204119" y="68284"/>
                    </a:cubicBezTo>
                    <a:cubicBezTo>
                      <a:pt x="201681" y="65845"/>
                      <a:pt x="199243" y="63406"/>
                      <a:pt x="198024" y="59748"/>
                    </a:cubicBezTo>
                    <a:cubicBezTo>
                      <a:pt x="194366" y="49994"/>
                      <a:pt x="196805" y="37800"/>
                      <a:pt x="204119" y="30484"/>
                    </a:cubicBezTo>
                    <a:close/>
                    <a:moveTo>
                      <a:pt x="23229" y="146322"/>
                    </a:moveTo>
                    <a:cubicBezTo>
                      <a:pt x="23229" y="139006"/>
                      <a:pt x="25667" y="132910"/>
                      <a:pt x="30608" y="128032"/>
                    </a:cubicBezTo>
                    <a:cubicBezTo>
                      <a:pt x="41581" y="117058"/>
                      <a:pt x="57495" y="117058"/>
                      <a:pt x="68468" y="128032"/>
                    </a:cubicBezTo>
                    <a:cubicBezTo>
                      <a:pt x="69687" y="129251"/>
                      <a:pt x="70906" y="130470"/>
                      <a:pt x="72125" y="131690"/>
                    </a:cubicBezTo>
                    <a:cubicBezTo>
                      <a:pt x="79505" y="142664"/>
                      <a:pt x="78285" y="156077"/>
                      <a:pt x="68468" y="165832"/>
                    </a:cubicBezTo>
                    <a:cubicBezTo>
                      <a:pt x="63591" y="170709"/>
                      <a:pt x="56276" y="174367"/>
                      <a:pt x="48896" y="173148"/>
                    </a:cubicBezTo>
                    <a:cubicBezTo>
                      <a:pt x="41581" y="173148"/>
                      <a:pt x="35485" y="170709"/>
                      <a:pt x="30608" y="165832"/>
                    </a:cubicBezTo>
                    <a:cubicBezTo>
                      <a:pt x="25667" y="160954"/>
                      <a:pt x="23229" y="153638"/>
                      <a:pt x="23229" y="146322"/>
                    </a:cubicBezTo>
                    <a:close/>
                    <a:moveTo>
                      <a:pt x="30608" y="363367"/>
                    </a:moveTo>
                    <a:cubicBezTo>
                      <a:pt x="25667" y="358490"/>
                      <a:pt x="23229" y="351175"/>
                      <a:pt x="23229" y="345079"/>
                    </a:cubicBezTo>
                    <a:cubicBezTo>
                      <a:pt x="23229" y="337758"/>
                      <a:pt x="25667" y="331662"/>
                      <a:pt x="30608" y="326785"/>
                    </a:cubicBezTo>
                    <a:cubicBezTo>
                      <a:pt x="35485" y="321908"/>
                      <a:pt x="41581" y="319470"/>
                      <a:pt x="48896" y="319470"/>
                    </a:cubicBezTo>
                    <a:cubicBezTo>
                      <a:pt x="56276" y="319470"/>
                      <a:pt x="63591" y="321908"/>
                      <a:pt x="68468" y="326785"/>
                    </a:cubicBezTo>
                    <a:cubicBezTo>
                      <a:pt x="77002" y="335319"/>
                      <a:pt x="78285" y="348737"/>
                      <a:pt x="72125" y="358490"/>
                    </a:cubicBezTo>
                    <a:cubicBezTo>
                      <a:pt x="70906" y="360929"/>
                      <a:pt x="69687" y="362148"/>
                      <a:pt x="68468" y="364586"/>
                    </a:cubicBezTo>
                    <a:cubicBezTo>
                      <a:pt x="57495" y="374340"/>
                      <a:pt x="41581" y="374340"/>
                      <a:pt x="30608" y="363367"/>
                    </a:cubicBezTo>
                    <a:close/>
                    <a:moveTo>
                      <a:pt x="242043" y="457258"/>
                    </a:moveTo>
                    <a:cubicBezTo>
                      <a:pt x="231006" y="468231"/>
                      <a:pt x="215157" y="468231"/>
                      <a:pt x="204119" y="457258"/>
                    </a:cubicBezTo>
                    <a:cubicBezTo>
                      <a:pt x="196805" y="449943"/>
                      <a:pt x="194366" y="438964"/>
                      <a:pt x="198024" y="427991"/>
                    </a:cubicBezTo>
                    <a:cubicBezTo>
                      <a:pt x="199243" y="424334"/>
                      <a:pt x="201681" y="421895"/>
                      <a:pt x="204119" y="419457"/>
                    </a:cubicBezTo>
                    <a:cubicBezTo>
                      <a:pt x="215157" y="408484"/>
                      <a:pt x="231006" y="408484"/>
                      <a:pt x="242043" y="419457"/>
                    </a:cubicBezTo>
                    <a:cubicBezTo>
                      <a:pt x="244482" y="421895"/>
                      <a:pt x="245701" y="424334"/>
                      <a:pt x="246920" y="426772"/>
                    </a:cubicBezTo>
                    <a:cubicBezTo>
                      <a:pt x="251797" y="437745"/>
                      <a:pt x="250578" y="449943"/>
                      <a:pt x="242043" y="457258"/>
                    </a:cubicBezTo>
                    <a:close/>
                    <a:moveTo>
                      <a:pt x="414399" y="363367"/>
                    </a:moveTo>
                    <a:cubicBezTo>
                      <a:pt x="403363" y="374340"/>
                      <a:pt x="387513" y="374340"/>
                      <a:pt x="376476" y="363367"/>
                    </a:cubicBezTo>
                    <a:cubicBezTo>
                      <a:pt x="375257" y="360929"/>
                      <a:pt x="372818" y="359710"/>
                      <a:pt x="371600" y="357271"/>
                    </a:cubicBezTo>
                    <a:cubicBezTo>
                      <a:pt x="365503" y="347518"/>
                      <a:pt x="367942" y="334100"/>
                      <a:pt x="376476" y="325566"/>
                    </a:cubicBezTo>
                    <a:cubicBezTo>
                      <a:pt x="381353" y="320689"/>
                      <a:pt x="387513" y="318250"/>
                      <a:pt x="394828" y="318250"/>
                    </a:cubicBezTo>
                    <a:cubicBezTo>
                      <a:pt x="402144" y="318250"/>
                      <a:pt x="409458" y="320689"/>
                      <a:pt x="414399" y="325566"/>
                    </a:cubicBezTo>
                    <a:cubicBezTo>
                      <a:pt x="419276" y="330442"/>
                      <a:pt x="421715" y="337758"/>
                      <a:pt x="421715" y="343860"/>
                    </a:cubicBezTo>
                    <a:cubicBezTo>
                      <a:pt x="421715" y="352394"/>
                      <a:pt x="419276" y="358490"/>
                      <a:pt x="414399" y="363367"/>
                    </a:cubicBezTo>
                    <a:close/>
                    <a:moveTo>
                      <a:pt x="253016" y="243870"/>
                    </a:moveTo>
                    <a:cubicBezTo>
                      <a:pt x="253016" y="259722"/>
                      <a:pt x="240824" y="271916"/>
                      <a:pt x="224911" y="271916"/>
                    </a:cubicBezTo>
                    <a:cubicBezTo>
                      <a:pt x="209060" y="271916"/>
                      <a:pt x="196805" y="259722"/>
                      <a:pt x="196805" y="243870"/>
                    </a:cubicBezTo>
                    <a:cubicBezTo>
                      <a:pt x="196805" y="228019"/>
                      <a:pt x="209060" y="215825"/>
                      <a:pt x="224911" y="215825"/>
                    </a:cubicBezTo>
                    <a:cubicBezTo>
                      <a:pt x="239605" y="215825"/>
                      <a:pt x="253016" y="228019"/>
                      <a:pt x="253016" y="243870"/>
                    </a:cubicBezTo>
                    <a:close/>
                  </a:path>
                </a:pathLst>
              </a:custGeom>
              <a:solidFill>
                <a:srgbClr val="2D5967"/>
              </a:solidFill>
              <a:ln w="6417" cap="flat">
                <a:noFill/>
                <a:prstDash val="solid"/>
                <a:miter/>
              </a:ln>
            </p:spPr>
            <p:txBody>
              <a:bodyPr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dirty="0">
                  <a:ln>
                    <a:noFill/>
                  </a:ln>
                  <a:solidFill>
                    <a:srgbClr val="7C8A98"/>
                  </a:solidFill>
                  <a:effectLst/>
                  <a:uLnTx/>
                  <a:uFillTx/>
                  <a:latin typeface="Oracle Sans Tab"/>
                  <a:ea typeface="+mn-ea"/>
                  <a:cs typeface="+mn-cs"/>
                </a:endParaRPr>
              </a:p>
            </p:txBody>
          </p:sp>
        </p:grpSp>
        <p:sp>
          <p:nvSpPr>
            <p:cNvPr id="75" name="Rectangle 74">
              <a:extLst>
                <a:ext uri="{FF2B5EF4-FFF2-40B4-BE49-F238E27FC236}">
                  <a16:creationId xmlns:a16="http://schemas.microsoft.com/office/drawing/2014/main" id="{051789FA-62A2-392B-4EFF-4F15DF049270}"/>
                </a:ext>
              </a:extLst>
            </p:cNvPr>
            <p:cNvSpPr/>
            <p:nvPr/>
          </p:nvSpPr>
          <p:spPr>
            <a:xfrm>
              <a:off x="10525113" y="2373813"/>
              <a:ext cx="942408" cy="254805"/>
            </a:xfrm>
            <a:prstGeom prst="rect">
              <a:avLst/>
            </a:prstGeom>
            <a:noFill/>
            <a:ln w="12700" cap="flat" cmpd="sng" algn="ctr">
              <a:noFill/>
              <a:prstDash val="solid"/>
              <a:miter lim="800000"/>
            </a:ln>
            <a:effectLst/>
            <a:scene3d>
              <a:camera prst="orthographicFront"/>
              <a:lightRig rig="soft" dir="t">
                <a:rot lat="0" lon="0" rev="20400000"/>
              </a:lightRig>
            </a:scene3d>
            <a:sp3d prstMaterial="plastic"/>
          </p:spPr>
          <p:txBody>
            <a:bodyPr lIns="30480" tIns="15240" rIns="30480" bIns="15240" rtlCol="0" anchor="t"/>
            <a:lstStyle/>
            <a:p>
              <a:pPr marL="0" marR="0" lvl="0" indent="0" algn="ctr" defTabSz="914400" eaLnBrk="1" fontAlgn="auto" latinLnBrk="0" hangingPunct="1">
                <a:lnSpc>
                  <a:spcPct val="100000"/>
                </a:lnSpc>
                <a:spcBef>
                  <a:spcPts val="0"/>
                </a:spcBef>
                <a:spcAft>
                  <a:spcPts val="0"/>
                </a:spcAft>
                <a:buClrTx/>
                <a:buSzTx/>
                <a:buFontTx/>
                <a:buNone/>
                <a:tabLst/>
                <a:defRPr/>
              </a:pPr>
              <a:r>
                <a:rPr lang="en-US" sz="1050" kern="0" dirty="0">
                  <a:solidFill>
                    <a:srgbClr val="FCFBFA">
                      <a:lumMod val="10000"/>
                    </a:srgbClr>
                  </a:solidFill>
                  <a:cs typeface="NVIDIA Sans" panose="020B0503020203020204" pitchFamily="34" charset="0"/>
                </a:rPr>
                <a:t>Anomaly Detection</a:t>
              </a:r>
              <a:endParaRPr kumimoji="0" lang="en-US" sz="1050" b="0" i="0" u="none" strike="noStrike" kern="0" cap="none" spc="0" normalizeH="0" baseline="0" noProof="0" dirty="0">
                <a:ln>
                  <a:noFill/>
                </a:ln>
                <a:solidFill>
                  <a:srgbClr val="FCFBFA">
                    <a:lumMod val="10000"/>
                  </a:srgbClr>
                </a:solidFill>
                <a:effectLst/>
                <a:uLnTx/>
                <a:uFillTx/>
                <a:ea typeface="+mn-ea"/>
                <a:cs typeface="NVIDIA Sans" panose="020B0503020203020204" pitchFamily="34" charset="0"/>
              </a:endParaRPr>
            </a:p>
          </p:txBody>
        </p:sp>
      </p:grpSp>
      <p:grpSp>
        <p:nvGrpSpPr>
          <p:cNvPr id="77" name="Graphic 3">
            <a:extLst>
              <a:ext uri="{FF2B5EF4-FFF2-40B4-BE49-F238E27FC236}">
                <a16:creationId xmlns:a16="http://schemas.microsoft.com/office/drawing/2014/main" id="{32C7EB1E-025B-C346-A4E0-E6B466BF3B2C}"/>
              </a:ext>
            </a:extLst>
          </p:cNvPr>
          <p:cNvGrpSpPr/>
          <p:nvPr/>
        </p:nvGrpSpPr>
        <p:grpSpPr>
          <a:xfrm>
            <a:off x="8670437" y="1922687"/>
            <a:ext cx="1093568" cy="906894"/>
            <a:chOff x="10664059" y="2370940"/>
            <a:chExt cx="1093568" cy="906894"/>
          </a:xfrm>
        </p:grpSpPr>
        <p:grpSp>
          <p:nvGrpSpPr>
            <p:cNvPr id="78" name="Graphic 3">
              <a:extLst>
                <a:ext uri="{FF2B5EF4-FFF2-40B4-BE49-F238E27FC236}">
                  <a16:creationId xmlns:a16="http://schemas.microsoft.com/office/drawing/2014/main" id="{D5C35A50-979A-47AD-5189-08204F1EA4DB}"/>
                </a:ext>
              </a:extLst>
            </p:cNvPr>
            <p:cNvGrpSpPr/>
            <p:nvPr/>
          </p:nvGrpSpPr>
          <p:grpSpPr>
            <a:xfrm>
              <a:off x="10940715" y="2370940"/>
              <a:ext cx="513347" cy="506217"/>
              <a:chOff x="10940715" y="2370940"/>
              <a:chExt cx="513347" cy="506217"/>
            </a:xfrm>
          </p:grpSpPr>
          <p:sp>
            <p:nvSpPr>
              <p:cNvPr id="98" name="Freeform: Shape 97">
                <a:extLst>
                  <a:ext uri="{FF2B5EF4-FFF2-40B4-BE49-F238E27FC236}">
                    <a16:creationId xmlns:a16="http://schemas.microsoft.com/office/drawing/2014/main" id="{F84E7D74-61B4-B87E-20AF-E6CCF576F1E3}"/>
                  </a:ext>
                </a:extLst>
              </p:cNvPr>
              <p:cNvSpPr/>
              <p:nvPr/>
            </p:nvSpPr>
            <p:spPr>
              <a:xfrm>
                <a:off x="10940715" y="2370940"/>
                <a:ext cx="513347" cy="506217"/>
              </a:xfrm>
              <a:custGeom>
                <a:avLst/>
                <a:gdLst>
                  <a:gd name="connsiteX0" fmla="*/ 294019 w 513347"/>
                  <a:gd name="connsiteY0" fmla="*/ 12053 h 506217"/>
                  <a:gd name="connsiteX1" fmla="*/ 390400 w 513347"/>
                  <a:gd name="connsiteY1" fmla="*/ 71111 h 506217"/>
                  <a:gd name="connsiteX2" fmla="*/ 414464 w 513347"/>
                  <a:gd name="connsiteY2" fmla="*/ 90396 h 506217"/>
                  <a:gd name="connsiteX3" fmla="*/ 449436 w 513347"/>
                  <a:gd name="connsiteY3" fmla="*/ 104859 h 506217"/>
                  <a:gd name="connsiteX4" fmla="*/ 488001 w 513347"/>
                  <a:gd name="connsiteY4" fmla="*/ 249493 h 506217"/>
                  <a:gd name="connsiteX5" fmla="*/ 485563 w 513347"/>
                  <a:gd name="connsiteY5" fmla="*/ 255519 h 506217"/>
                  <a:gd name="connsiteX6" fmla="*/ 396433 w 513347"/>
                  <a:gd name="connsiteY6" fmla="*/ 255519 h 506217"/>
                  <a:gd name="connsiteX7" fmla="*/ 396433 w 513347"/>
                  <a:gd name="connsiteY7" fmla="*/ 447157 h 506217"/>
                  <a:gd name="connsiteX8" fmla="*/ 255455 w 513347"/>
                  <a:gd name="connsiteY8" fmla="*/ 447157 h 506217"/>
                  <a:gd name="connsiteX9" fmla="*/ 221702 w 513347"/>
                  <a:gd name="connsiteY9" fmla="*/ 471265 h 506217"/>
                  <a:gd name="connsiteX10" fmla="*/ 179543 w 513347"/>
                  <a:gd name="connsiteY10" fmla="*/ 494167 h 506217"/>
                  <a:gd name="connsiteX11" fmla="*/ 178324 w 513347"/>
                  <a:gd name="connsiteY11" fmla="*/ 494167 h 506217"/>
                  <a:gd name="connsiteX12" fmla="*/ 162667 w 513347"/>
                  <a:gd name="connsiteY12" fmla="*/ 488135 h 506217"/>
                  <a:gd name="connsiteX13" fmla="*/ 159074 w 513347"/>
                  <a:gd name="connsiteY13" fmla="*/ 485729 h 506217"/>
                  <a:gd name="connsiteX14" fmla="*/ 155416 w 513347"/>
                  <a:gd name="connsiteY14" fmla="*/ 488135 h 506217"/>
                  <a:gd name="connsiteX15" fmla="*/ 139759 w 513347"/>
                  <a:gd name="connsiteY15" fmla="*/ 494167 h 506217"/>
                  <a:gd name="connsiteX16" fmla="*/ 138539 w 513347"/>
                  <a:gd name="connsiteY16" fmla="*/ 494167 h 506217"/>
                  <a:gd name="connsiteX17" fmla="*/ 96381 w 513347"/>
                  <a:gd name="connsiteY17" fmla="*/ 471265 h 506217"/>
                  <a:gd name="connsiteX18" fmla="*/ 55442 w 513347"/>
                  <a:gd name="connsiteY18" fmla="*/ 421849 h 506217"/>
                  <a:gd name="connsiteX19" fmla="*/ 55442 w 513347"/>
                  <a:gd name="connsiteY19" fmla="*/ 419436 h 506217"/>
                  <a:gd name="connsiteX20" fmla="*/ 43378 w 513347"/>
                  <a:gd name="connsiteY20" fmla="*/ 386896 h 506217"/>
                  <a:gd name="connsiteX21" fmla="*/ 55442 w 513347"/>
                  <a:gd name="connsiteY21" fmla="*/ 354350 h 506217"/>
                  <a:gd name="connsiteX22" fmla="*/ 55442 w 513347"/>
                  <a:gd name="connsiteY22" fmla="*/ 351944 h 506217"/>
                  <a:gd name="connsiteX23" fmla="*/ 96381 w 513347"/>
                  <a:gd name="connsiteY23" fmla="*/ 302525 h 506217"/>
                  <a:gd name="connsiteX24" fmla="*/ 121727 w 513347"/>
                  <a:gd name="connsiteY24" fmla="*/ 283241 h 506217"/>
                  <a:gd name="connsiteX25" fmla="*/ 138539 w 513347"/>
                  <a:gd name="connsiteY25" fmla="*/ 279625 h 506217"/>
                  <a:gd name="connsiteX26" fmla="*/ 140978 w 513347"/>
                  <a:gd name="connsiteY26" fmla="*/ 279625 h 506217"/>
                  <a:gd name="connsiteX27" fmla="*/ 149384 w 513347"/>
                  <a:gd name="connsiteY27" fmla="*/ 282035 h 506217"/>
                  <a:gd name="connsiteX28" fmla="*/ 149384 w 513347"/>
                  <a:gd name="connsiteY28" fmla="*/ 255519 h 506217"/>
                  <a:gd name="connsiteX29" fmla="*/ 13283 w 513347"/>
                  <a:gd name="connsiteY29" fmla="*/ 255519 h 506217"/>
                  <a:gd name="connsiteX30" fmla="*/ 14438 w 513347"/>
                  <a:gd name="connsiteY30" fmla="*/ 244672 h 506217"/>
                  <a:gd name="connsiteX31" fmla="*/ 75911 w 513347"/>
                  <a:gd name="connsiteY31" fmla="*/ 150660 h 506217"/>
                  <a:gd name="connsiteX32" fmla="*/ 94007 w 513347"/>
                  <a:gd name="connsiteY32" fmla="*/ 126554 h 506217"/>
                  <a:gd name="connsiteX33" fmla="*/ 144572 w 513347"/>
                  <a:gd name="connsiteY33" fmla="*/ 63880 h 506217"/>
                  <a:gd name="connsiteX34" fmla="*/ 179543 w 513347"/>
                  <a:gd name="connsiteY34" fmla="*/ 56648 h 506217"/>
                  <a:gd name="connsiteX35" fmla="*/ 187950 w 513347"/>
                  <a:gd name="connsiteY35" fmla="*/ 56648 h 506217"/>
                  <a:gd name="connsiteX36" fmla="*/ 191607 w 513347"/>
                  <a:gd name="connsiteY36" fmla="*/ 56648 h 506217"/>
                  <a:gd name="connsiteX37" fmla="*/ 216890 w 513347"/>
                  <a:gd name="connsiteY37" fmla="*/ 45800 h 506217"/>
                  <a:gd name="connsiteX38" fmla="*/ 294019 w 513347"/>
                  <a:gd name="connsiteY38" fmla="*/ 12053 h 506217"/>
                  <a:gd name="connsiteX39" fmla="*/ 294019 w 513347"/>
                  <a:gd name="connsiteY39" fmla="*/ 0 h 506217"/>
                  <a:gd name="connsiteX40" fmla="*/ 206045 w 513347"/>
                  <a:gd name="connsiteY40" fmla="*/ 38568 h 506217"/>
                  <a:gd name="connsiteX41" fmla="*/ 190388 w 513347"/>
                  <a:gd name="connsiteY41" fmla="*/ 45800 h 506217"/>
                  <a:gd name="connsiteX42" fmla="*/ 187950 w 513347"/>
                  <a:gd name="connsiteY42" fmla="*/ 45800 h 506217"/>
                  <a:gd name="connsiteX43" fmla="*/ 178324 w 513347"/>
                  <a:gd name="connsiteY43" fmla="*/ 45800 h 506217"/>
                  <a:gd name="connsiteX44" fmla="*/ 138539 w 513347"/>
                  <a:gd name="connsiteY44" fmla="*/ 54237 h 506217"/>
                  <a:gd name="connsiteX45" fmla="*/ 81943 w 513347"/>
                  <a:gd name="connsiteY45" fmla="*/ 125349 h 506217"/>
                  <a:gd name="connsiteX46" fmla="*/ 69880 w 513347"/>
                  <a:gd name="connsiteY46" fmla="*/ 141018 h 506217"/>
                  <a:gd name="connsiteX47" fmla="*/ 2438 w 513347"/>
                  <a:gd name="connsiteY47" fmla="*/ 244672 h 506217"/>
                  <a:gd name="connsiteX48" fmla="*/ 1219 w 513347"/>
                  <a:gd name="connsiteY48" fmla="*/ 255519 h 506217"/>
                  <a:gd name="connsiteX49" fmla="*/ 0 w 513347"/>
                  <a:gd name="connsiteY49" fmla="*/ 267572 h 506217"/>
                  <a:gd name="connsiteX50" fmla="*/ 13283 w 513347"/>
                  <a:gd name="connsiteY50" fmla="*/ 267572 h 506217"/>
                  <a:gd name="connsiteX51" fmla="*/ 131353 w 513347"/>
                  <a:gd name="connsiteY51" fmla="*/ 267572 h 506217"/>
                  <a:gd name="connsiteX52" fmla="*/ 115696 w 513347"/>
                  <a:gd name="connsiteY52" fmla="*/ 271188 h 506217"/>
                  <a:gd name="connsiteX53" fmla="*/ 87975 w 513347"/>
                  <a:gd name="connsiteY53" fmla="*/ 291678 h 506217"/>
                  <a:gd name="connsiteX54" fmla="*/ 40939 w 513347"/>
                  <a:gd name="connsiteY54" fmla="*/ 350738 h 506217"/>
                  <a:gd name="connsiteX55" fmla="*/ 28940 w 513347"/>
                  <a:gd name="connsiteY55" fmla="*/ 386896 h 506217"/>
                  <a:gd name="connsiteX56" fmla="*/ 40939 w 513347"/>
                  <a:gd name="connsiteY56" fmla="*/ 423055 h 506217"/>
                  <a:gd name="connsiteX57" fmla="*/ 86756 w 513347"/>
                  <a:gd name="connsiteY57" fmla="*/ 482110 h 506217"/>
                  <a:gd name="connsiteX58" fmla="*/ 136165 w 513347"/>
                  <a:gd name="connsiteY58" fmla="*/ 506218 h 506217"/>
                  <a:gd name="connsiteX59" fmla="*/ 138539 w 513347"/>
                  <a:gd name="connsiteY59" fmla="*/ 506218 h 506217"/>
                  <a:gd name="connsiteX60" fmla="*/ 157854 w 513347"/>
                  <a:gd name="connsiteY60" fmla="*/ 500192 h 506217"/>
                  <a:gd name="connsiteX61" fmla="*/ 177105 w 513347"/>
                  <a:gd name="connsiteY61" fmla="*/ 506218 h 506217"/>
                  <a:gd name="connsiteX62" fmla="*/ 179543 w 513347"/>
                  <a:gd name="connsiteY62" fmla="*/ 506218 h 506217"/>
                  <a:gd name="connsiteX63" fmla="*/ 228953 w 513347"/>
                  <a:gd name="connsiteY63" fmla="*/ 482110 h 506217"/>
                  <a:gd name="connsiteX64" fmla="*/ 262642 w 513347"/>
                  <a:gd name="connsiteY64" fmla="*/ 459214 h 506217"/>
                  <a:gd name="connsiteX65" fmla="*/ 396433 w 513347"/>
                  <a:gd name="connsiteY65" fmla="*/ 459214 h 506217"/>
                  <a:gd name="connsiteX66" fmla="*/ 408496 w 513347"/>
                  <a:gd name="connsiteY66" fmla="*/ 459214 h 506217"/>
                  <a:gd name="connsiteX67" fmla="*/ 408496 w 513347"/>
                  <a:gd name="connsiteY67" fmla="*/ 447157 h 506217"/>
                  <a:gd name="connsiteX68" fmla="*/ 408496 w 513347"/>
                  <a:gd name="connsiteY68" fmla="*/ 267572 h 506217"/>
                  <a:gd name="connsiteX69" fmla="*/ 485563 w 513347"/>
                  <a:gd name="connsiteY69" fmla="*/ 267572 h 506217"/>
                  <a:gd name="connsiteX70" fmla="*/ 492814 w 513347"/>
                  <a:gd name="connsiteY70" fmla="*/ 267572 h 506217"/>
                  <a:gd name="connsiteX71" fmla="*/ 496407 w 513347"/>
                  <a:gd name="connsiteY71" fmla="*/ 261545 h 506217"/>
                  <a:gd name="connsiteX72" fmla="*/ 498845 w 513347"/>
                  <a:gd name="connsiteY72" fmla="*/ 255519 h 506217"/>
                  <a:gd name="connsiteX73" fmla="*/ 456687 w 513347"/>
                  <a:gd name="connsiteY73" fmla="*/ 94012 h 506217"/>
                  <a:gd name="connsiteX74" fmla="*/ 418122 w 513347"/>
                  <a:gd name="connsiteY74" fmla="*/ 78343 h 506217"/>
                  <a:gd name="connsiteX75" fmla="*/ 400026 w 513347"/>
                  <a:gd name="connsiteY75" fmla="*/ 66290 h 506217"/>
                  <a:gd name="connsiteX76" fmla="*/ 294019 w 513347"/>
                  <a:gd name="connsiteY76" fmla="*/ 0 h 506217"/>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 ang="0">
                    <a:pos x="connsiteX39" y="connsiteY39"/>
                  </a:cxn>
                  <a:cxn ang="0">
                    <a:pos x="connsiteX40" y="connsiteY40"/>
                  </a:cxn>
                  <a:cxn ang="0">
                    <a:pos x="connsiteX41" y="connsiteY41"/>
                  </a:cxn>
                  <a:cxn ang="0">
                    <a:pos x="connsiteX42" y="connsiteY42"/>
                  </a:cxn>
                  <a:cxn ang="0">
                    <a:pos x="connsiteX43" y="connsiteY43"/>
                  </a:cxn>
                  <a:cxn ang="0">
                    <a:pos x="connsiteX44" y="connsiteY44"/>
                  </a:cxn>
                  <a:cxn ang="0">
                    <a:pos x="connsiteX45" y="connsiteY45"/>
                  </a:cxn>
                  <a:cxn ang="0">
                    <a:pos x="connsiteX46" y="connsiteY46"/>
                  </a:cxn>
                  <a:cxn ang="0">
                    <a:pos x="connsiteX47" y="connsiteY47"/>
                  </a:cxn>
                  <a:cxn ang="0">
                    <a:pos x="connsiteX48" y="connsiteY48"/>
                  </a:cxn>
                  <a:cxn ang="0">
                    <a:pos x="connsiteX49" y="connsiteY49"/>
                  </a:cxn>
                  <a:cxn ang="0">
                    <a:pos x="connsiteX50" y="connsiteY50"/>
                  </a:cxn>
                  <a:cxn ang="0">
                    <a:pos x="connsiteX51" y="connsiteY51"/>
                  </a:cxn>
                  <a:cxn ang="0">
                    <a:pos x="connsiteX52" y="connsiteY52"/>
                  </a:cxn>
                  <a:cxn ang="0">
                    <a:pos x="connsiteX53" y="connsiteY53"/>
                  </a:cxn>
                  <a:cxn ang="0">
                    <a:pos x="connsiteX54" y="connsiteY54"/>
                  </a:cxn>
                  <a:cxn ang="0">
                    <a:pos x="connsiteX55" y="connsiteY55"/>
                  </a:cxn>
                  <a:cxn ang="0">
                    <a:pos x="connsiteX56" y="connsiteY56"/>
                  </a:cxn>
                  <a:cxn ang="0">
                    <a:pos x="connsiteX57" y="connsiteY57"/>
                  </a:cxn>
                  <a:cxn ang="0">
                    <a:pos x="connsiteX58" y="connsiteY58"/>
                  </a:cxn>
                  <a:cxn ang="0">
                    <a:pos x="connsiteX59" y="connsiteY59"/>
                  </a:cxn>
                  <a:cxn ang="0">
                    <a:pos x="connsiteX60" y="connsiteY60"/>
                  </a:cxn>
                  <a:cxn ang="0">
                    <a:pos x="connsiteX61" y="connsiteY61"/>
                  </a:cxn>
                  <a:cxn ang="0">
                    <a:pos x="connsiteX62" y="connsiteY62"/>
                  </a:cxn>
                  <a:cxn ang="0">
                    <a:pos x="connsiteX63" y="connsiteY63"/>
                  </a:cxn>
                  <a:cxn ang="0">
                    <a:pos x="connsiteX64" y="connsiteY64"/>
                  </a:cxn>
                  <a:cxn ang="0">
                    <a:pos x="connsiteX65" y="connsiteY65"/>
                  </a:cxn>
                  <a:cxn ang="0">
                    <a:pos x="connsiteX66" y="connsiteY66"/>
                  </a:cxn>
                  <a:cxn ang="0">
                    <a:pos x="connsiteX67" y="connsiteY67"/>
                  </a:cxn>
                  <a:cxn ang="0">
                    <a:pos x="connsiteX68" y="connsiteY68"/>
                  </a:cxn>
                  <a:cxn ang="0">
                    <a:pos x="connsiteX69" y="connsiteY69"/>
                  </a:cxn>
                  <a:cxn ang="0">
                    <a:pos x="connsiteX70" y="connsiteY70"/>
                  </a:cxn>
                  <a:cxn ang="0">
                    <a:pos x="connsiteX71" y="connsiteY71"/>
                  </a:cxn>
                  <a:cxn ang="0">
                    <a:pos x="connsiteX72" y="connsiteY72"/>
                  </a:cxn>
                  <a:cxn ang="0">
                    <a:pos x="connsiteX73" y="connsiteY73"/>
                  </a:cxn>
                  <a:cxn ang="0">
                    <a:pos x="connsiteX74" y="connsiteY74"/>
                  </a:cxn>
                  <a:cxn ang="0">
                    <a:pos x="connsiteX75" y="connsiteY75"/>
                  </a:cxn>
                  <a:cxn ang="0">
                    <a:pos x="connsiteX76" y="connsiteY76"/>
                  </a:cxn>
                </a:cxnLst>
                <a:rect l="l" t="t" r="r" b="b"/>
                <a:pathLst>
                  <a:path w="513347" h="506217">
                    <a:moveTo>
                      <a:pt x="294019" y="12053"/>
                    </a:moveTo>
                    <a:cubicBezTo>
                      <a:pt x="334959" y="12053"/>
                      <a:pt x="372305" y="34953"/>
                      <a:pt x="390400" y="71111"/>
                    </a:cubicBezTo>
                    <a:cubicBezTo>
                      <a:pt x="395213" y="80753"/>
                      <a:pt x="403620" y="87985"/>
                      <a:pt x="414464" y="90396"/>
                    </a:cubicBezTo>
                    <a:cubicBezTo>
                      <a:pt x="426527" y="92806"/>
                      <a:pt x="438591" y="97627"/>
                      <a:pt x="449436" y="104859"/>
                    </a:cubicBezTo>
                    <a:cubicBezTo>
                      <a:pt x="497626" y="134991"/>
                      <a:pt x="514503" y="198871"/>
                      <a:pt x="488001" y="249493"/>
                    </a:cubicBezTo>
                    <a:lnTo>
                      <a:pt x="485563" y="255519"/>
                    </a:lnTo>
                    <a:lnTo>
                      <a:pt x="396433" y="255519"/>
                    </a:lnTo>
                    <a:lnTo>
                      <a:pt x="396433" y="447157"/>
                    </a:lnTo>
                    <a:lnTo>
                      <a:pt x="255455" y="447157"/>
                    </a:lnTo>
                    <a:cubicBezTo>
                      <a:pt x="248204" y="459214"/>
                      <a:pt x="236140" y="468852"/>
                      <a:pt x="221702" y="471265"/>
                    </a:cubicBezTo>
                    <a:cubicBezTo>
                      <a:pt x="212077" y="485729"/>
                      <a:pt x="196419" y="494167"/>
                      <a:pt x="179543" y="494167"/>
                    </a:cubicBezTo>
                    <a:lnTo>
                      <a:pt x="178324" y="494167"/>
                    </a:lnTo>
                    <a:cubicBezTo>
                      <a:pt x="172292" y="494167"/>
                      <a:pt x="167479" y="490548"/>
                      <a:pt x="162667" y="488135"/>
                    </a:cubicBezTo>
                    <a:cubicBezTo>
                      <a:pt x="161448" y="486935"/>
                      <a:pt x="160228" y="486935"/>
                      <a:pt x="159074" y="485729"/>
                    </a:cubicBezTo>
                    <a:cubicBezTo>
                      <a:pt x="157854" y="486935"/>
                      <a:pt x="156635" y="486935"/>
                      <a:pt x="155416" y="488135"/>
                    </a:cubicBezTo>
                    <a:cubicBezTo>
                      <a:pt x="150603" y="490548"/>
                      <a:pt x="145790" y="494167"/>
                      <a:pt x="139759" y="494167"/>
                    </a:cubicBezTo>
                    <a:lnTo>
                      <a:pt x="138539" y="494167"/>
                    </a:lnTo>
                    <a:cubicBezTo>
                      <a:pt x="121727" y="494167"/>
                      <a:pt x="106006" y="485729"/>
                      <a:pt x="96381" y="471265"/>
                    </a:cubicBezTo>
                    <a:cubicBezTo>
                      <a:pt x="72318" y="466446"/>
                      <a:pt x="55442" y="445951"/>
                      <a:pt x="55442" y="421849"/>
                    </a:cubicBezTo>
                    <a:cubicBezTo>
                      <a:pt x="55442" y="420643"/>
                      <a:pt x="55442" y="420643"/>
                      <a:pt x="55442" y="419436"/>
                    </a:cubicBezTo>
                    <a:cubicBezTo>
                      <a:pt x="48191" y="409792"/>
                      <a:pt x="43378" y="398947"/>
                      <a:pt x="43378" y="386896"/>
                    </a:cubicBezTo>
                    <a:cubicBezTo>
                      <a:pt x="43378" y="374839"/>
                      <a:pt x="46971" y="363995"/>
                      <a:pt x="55442" y="354350"/>
                    </a:cubicBezTo>
                    <a:cubicBezTo>
                      <a:pt x="55442" y="353144"/>
                      <a:pt x="55442" y="353144"/>
                      <a:pt x="55442" y="351944"/>
                    </a:cubicBezTo>
                    <a:cubicBezTo>
                      <a:pt x="55442" y="327836"/>
                      <a:pt x="73473" y="306141"/>
                      <a:pt x="96381" y="302525"/>
                    </a:cubicBezTo>
                    <a:cubicBezTo>
                      <a:pt x="102413" y="294088"/>
                      <a:pt x="110883" y="286857"/>
                      <a:pt x="121727" y="283241"/>
                    </a:cubicBezTo>
                    <a:cubicBezTo>
                      <a:pt x="127695" y="280830"/>
                      <a:pt x="132572" y="279625"/>
                      <a:pt x="138539" y="279625"/>
                    </a:cubicBezTo>
                    <a:cubicBezTo>
                      <a:pt x="139759" y="279625"/>
                      <a:pt x="139759" y="279625"/>
                      <a:pt x="140978" y="279625"/>
                    </a:cubicBezTo>
                    <a:cubicBezTo>
                      <a:pt x="144572" y="279625"/>
                      <a:pt x="147010" y="280830"/>
                      <a:pt x="149384" y="282035"/>
                    </a:cubicBezTo>
                    <a:lnTo>
                      <a:pt x="149384" y="255519"/>
                    </a:lnTo>
                    <a:lnTo>
                      <a:pt x="13283" y="255519"/>
                    </a:lnTo>
                    <a:lnTo>
                      <a:pt x="14438" y="244672"/>
                    </a:lnTo>
                    <a:cubicBezTo>
                      <a:pt x="16876" y="204897"/>
                      <a:pt x="39784" y="169944"/>
                      <a:pt x="75911" y="150660"/>
                    </a:cubicBezTo>
                    <a:cubicBezTo>
                      <a:pt x="85536" y="145839"/>
                      <a:pt x="92787" y="136196"/>
                      <a:pt x="94007" y="126554"/>
                    </a:cubicBezTo>
                    <a:cubicBezTo>
                      <a:pt x="100038" y="98833"/>
                      <a:pt x="118070" y="75932"/>
                      <a:pt x="144572" y="63880"/>
                    </a:cubicBezTo>
                    <a:cubicBezTo>
                      <a:pt x="155416" y="59059"/>
                      <a:pt x="167479" y="56648"/>
                      <a:pt x="179543" y="56648"/>
                    </a:cubicBezTo>
                    <a:cubicBezTo>
                      <a:pt x="181917" y="56648"/>
                      <a:pt x="184356" y="56648"/>
                      <a:pt x="187950" y="56648"/>
                    </a:cubicBezTo>
                    <a:cubicBezTo>
                      <a:pt x="189168" y="56648"/>
                      <a:pt x="190388" y="56648"/>
                      <a:pt x="191607" y="56648"/>
                    </a:cubicBezTo>
                    <a:cubicBezTo>
                      <a:pt x="201232" y="56648"/>
                      <a:pt x="209639" y="53032"/>
                      <a:pt x="216890" y="45800"/>
                    </a:cubicBezTo>
                    <a:cubicBezTo>
                      <a:pt x="234985" y="24106"/>
                      <a:pt x="263861" y="12053"/>
                      <a:pt x="294019" y="12053"/>
                    </a:cubicBezTo>
                    <a:close/>
                    <a:moveTo>
                      <a:pt x="294019" y="0"/>
                    </a:moveTo>
                    <a:cubicBezTo>
                      <a:pt x="261486" y="0"/>
                      <a:pt x="228953" y="14463"/>
                      <a:pt x="206045" y="38568"/>
                    </a:cubicBezTo>
                    <a:cubicBezTo>
                      <a:pt x="202452" y="43390"/>
                      <a:pt x="196419" y="45800"/>
                      <a:pt x="190388" y="45800"/>
                    </a:cubicBezTo>
                    <a:cubicBezTo>
                      <a:pt x="189168" y="45800"/>
                      <a:pt x="189168" y="45800"/>
                      <a:pt x="187950" y="45800"/>
                    </a:cubicBezTo>
                    <a:cubicBezTo>
                      <a:pt x="184356" y="45800"/>
                      <a:pt x="181917" y="45800"/>
                      <a:pt x="178324" y="45800"/>
                    </a:cubicBezTo>
                    <a:cubicBezTo>
                      <a:pt x="165105" y="45800"/>
                      <a:pt x="150603" y="48211"/>
                      <a:pt x="138539" y="54237"/>
                    </a:cubicBezTo>
                    <a:cubicBezTo>
                      <a:pt x="109664" y="67496"/>
                      <a:pt x="87975" y="94012"/>
                      <a:pt x="81943" y="125349"/>
                    </a:cubicBezTo>
                    <a:cubicBezTo>
                      <a:pt x="80724" y="132580"/>
                      <a:pt x="75911" y="138607"/>
                      <a:pt x="69880" y="141018"/>
                    </a:cubicBezTo>
                    <a:cubicBezTo>
                      <a:pt x="31314" y="161507"/>
                      <a:pt x="4813" y="200077"/>
                      <a:pt x="2438" y="244672"/>
                    </a:cubicBezTo>
                    <a:lnTo>
                      <a:pt x="1219" y="255519"/>
                    </a:lnTo>
                    <a:lnTo>
                      <a:pt x="0" y="267572"/>
                    </a:lnTo>
                    <a:lnTo>
                      <a:pt x="13283" y="267572"/>
                    </a:lnTo>
                    <a:lnTo>
                      <a:pt x="131353" y="267572"/>
                    </a:lnTo>
                    <a:cubicBezTo>
                      <a:pt x="126540" y="267572"/>
                      <a:pt x="120508" y="268777"/>
                      <a:pt x="115696" y="271188"/>
                    </a:cubicBezTo>
                    <a:cubicBezTo>
                      <a:pt x="104851" y="274804"/>
                      <a:pt x="95161" y="282035"/>
                      <a:pt x="87975" y="291678"/>
                    </a:cubicBezTo>
                    <a:cubicBezTo>
                      <a:pt x="61473" y="298909"/>
                      <a:pt x="42158" y="323017"/>
                      <a:pt x="40939" y="350738"/>
                    </a:cubicBezTo>
                    <a:cubicBezTo>
                      <a:pt x="33753" y="361582"/>
                      <a:pt x="28940" y="373639"/>
                      <a:pt x="28940" y="386896"/>
                    </a:cubicBezTo>
                    <a:cubicBezTo>
                      <a:pt x="28940" y="400154"/>
                      <a:pt x="32533" y="412205"/>
                      <a:pt x="40939" y="423055"/>
                    </a:cubicBezTo>
                    <a:cubicBezTo>
                      <a:pt x="40939" y="450776"/>
                      <a:pt x="60254" y="474878"/>
                      <a:pt x="86756" y="482110"/>
                    </a:cubicBezTo>
                    <a:cubicBezTo>
                      <a:pt x="98820" y="497780"/>
                      <a:pt x="116850" y="506218"/>
                      <a:pt x="136165" y="506218"/>
                    </a:cubicBezTo>
                    <a:cubicBezTo>
                      <a:pt x="137385" y="506218"/>
                      <a:pt x="137385" y="506218"/>
                      <a:pt x="138539" y="506218"/>
                    </a:cubicBezTo>
                    <a:cubicBezTo>
                      <a:pt x="147010" y="506218"/>
                      <a:pt x="153042" y="502599"/>
                      <a:pt x="157854" y="500192"/>
                    </a:cubicBezTo>
                    <a:cubicBezTo>
                      <a:pt x="162667" y="503805"/>
                      <a:pt x="168699" y="506218"/>
                      <a:pt x="177105" y="506218"/>
                    </a:cubicBezTo>
                    <a:cubicBezTo>
                      <a:pt x="177105" y="506218"/>
                      <a:pt x="178324" y="506218"/>
                      <a:pt x="179543" y="506218"/>
                    </a:cubicBezTo>
                    <a:cubicBezTo>
                      <a:pt x="198794" y="506218"/>
                      <a:pt x="216890" y="497780"/>
                      <a:pt x="228953" y="482110"/>
                    </a:cubicBezTo>
                    <a:cubicBezTo>
                      <a:pt x="242172" y="478497"/>
                      <a:pt x="254235" y="470059"/>
                      <a:pt x="262642" y="459214"/>
                    </a:cubicBezTo>
                    <a:lnTo>
                      <a:pt x="396433" y="459214"/>
                    </a:lnTo>
                    <a:lnTo>
                      <a:pt x="408496" y="459214"/>
                    </a:lnTo>
                    <a:lnTo>
                      <a:pt x="408496" y="447157"/>
                    </a:lnTo>
                    <a:lnTo>
                      <a:pt x="408496" y="267572"/>
                    </a:lnTo>
                    <a:lnTo>
                      <a:pt x="485563" y="267572"/>
                    </a:lnTo>
                    <a:lnTo>
                      <a:pt x="492814" y="267572"/>
                    </a:lnTo>
                    <a:lnTo>
                      <a:pt x="496407" y="261545"/>
                    </a:lnTo>
                    <a:lnTo>
                      <a:pt x="498845" y="255519"/>
                    </a:lnTo>
                    <a:cubicBezTo>
                      <a:pt x="528941" y="198871"/>
                      <a:pt x="510909" y="128964"/>
                      <a:pt x="456687" y="94012"/>
                    </a:cubicBezTo>
                    <a:cubicBezTo>
                      <a:pt x="444623" y="86780"/>
                      <a:pt x="431340" y="80753"/>
                      <a:pt x="418122" y="78343"/>
                    </a:cubicBezTo>
                    <a:cubicBezTo>
                      <a:pt x="409651" y="77138"/>
                      <a:pt x="403620" y="72317"/>
                      <a:pt x="400026" y="66290"/>
                    </a:cubicBezTo>
                    <a:cubicBezTo>
                      <a:pt x="379556" y="25311"/>
                      <a:pt x="338553" y="0"/>
                      <a:pt x="294019" y="0"/>
                    </a:cubicBezTo>
                    <a:close/>
                  </a:path>
                </a:pathLst>
              </a:custGeom>
              <a:solidFill>
                <a:srgbClr val="FFFFFF"/>
              </a:solidFill>
              <a:ln w="6417" cap="flat">
                <a:noFill/>
                <a:prstDash val="solid"/>
                <a:miter/>
              </a:ln>
            </p:spPr>
            <p:txBody>
              <a:bodyPr rtlCol="0" anchor="ctr"/>
              <a:lstStyle/>
              <a:p>
                <a:endParaRPr lang="en-US"/>
              </a:p>
            </p:txBody>
          </p:sp>
          <p:grpSp>
            <p:nvGrpSpPr>
              <p:cNvPr id="83" name="Graphic 3">
                <a:extLst>
                  <a:ext uri="{FF2B5EF4-FFF2-40B4-BE49-F238E27FC236}">
                    <a16:creationId xmlns:a16="http://schemas.microsoft.com/office/drawing/2014/main" id="{DC03C435-2BDE-466A-A4D9-6BC74D6C6D69}"/>
                  </a:ext>
                </a:extLst>
              </p:cNvPr>
              <p:cNvGrpSpPr/>
              <p:nvPr/>
            </p:nvGrpSpPr>
            <p:grpSpPr>
              <a:xfrm>
                <a:off x="10952779" y="2382996"/>
                <a:ext cx="487704" cy="482103"/>
                <a:chOff x="10952779" y="2382996"/>
                <a:chExt cx="487704" cy="482103"/>
              </a:xfrm>
              <a:solidFill>
                <a:srgbClr val="2C5967"/>
              </a:solidFill>
            </p:grpSpPr>
            <p:sp>
              <p:nvSpPr>
                <p:cNvPr id="84" name="Freeform: Shape 83">
                  <a:extLst>
                    <a:ext uri="{FF2B5EF4-FFF2-40B4-BE49-F238E27FC236}">
                      <a16:creationId xmlns:a16="http://schemas.microsoft.com/office/drawing/2014/main" id="{25F43BB7-DE47-B382-B460-E98060BABF62}"/>
                    </a:ext>
                  </a:extLst>
                </p:cNvPr>
                <p:cNvSpPr/>
                <p:nvPr/>
              </p:nvSpPr>
              <p:spPr>
                <a:xfrm>
                  <a:off x="10952779" y="2382996"/>
                  <a:ext cx="487704" cy="243466"/>
                </a:xfrm>
                <a:custGeom>
                  <a:avLst/>
                  <a:gdLst>
                    <a:gd name="connsiteX0" fmla="*/ 437372 w 487704"/>
                    <a:gd name="connsiteY0" fmla="*/ 92806 h 243466"/>
                    <a:gd name="connsiteX1" fmla="*/ 402400 w 487704"/>
                    <a:gd name="connsiteY1" fmla="*/ 78343 h 243466"/>
                    <a:gd name="connsiteX2" fmla="*/ 378337 w 487704"/>
                    <a:gd name="connsiteY2" fmla="*/ 59059 h 243466"/>
                    <a:gd name="connsiteX3" fmla="*/ 281956 w 487704"/>
                    <a:gd name="connsiteY3" fmla="*/ 0 h 243466"/>
                    <a:gd name="connsiteX4" fmla="*/ 203606 w 487704"/>
                    <a:gd name="connsiteY4" fmla="*/ 33747 h 243466"/>
                    <a:gd name="connsiteX5" fmla="*/ 174730 w 487704"/>
                    <a:gd name="connsiteY5" fmla="*/ 44595 h 243466"/>
                    <a:gd name="connsiteX6" fmla="*/ 131353 w 487704"/>
                    <a:gd name="connsiteY6" fmla="*/ 51827 h 243466"/>
                    <a:gd name="connsiteX7" fmla="*/ 80724 w 487704"/>
                    <a:gd name="connsiteY7" fmla="*/ 114501 h 243466"/>
                    <a:gd name="connsiteX8" fmla="*/ 62628 w 487704"/>
                    <a:gd name="connsiteY8" fmla="*/ 138607 h 243466"/>
                    <a:gd name="connsiteX9" fmla="*/ 1219 w 487704"/>
                    <a:gd name="connsiteY9" fmla="*/ 232619 h 243466"/>
                    <a:gd name="connsiteX10" fmla="*/ 0 w 487704"/>
                    <a:gd name="connsiteY10" fmla="*/ 243467 h 243466"/>
                    <a:gd name="connsiteX11" fmla="*/ 118070 w 487704"/>
                    <a:gd name="connsiteY11" fmla="*/ 243467 h 243466"/>
                    <a:gd name="connsiteX12" fmla="*/ 118070 w 487704"/>
                    <a:gd name="connsiteY12" fmla="*/ 222976 h 243466"/>
                    <a:gd name="connsiteX13" fmla="*/ 24063 w 487704"/>
                    <a:gd name="connsiteY13" fmla="*/ 222976 h 243466"/>
                    <a:gd name="connsiteX14" fmla="*/ 72254 w 487704"/>
                    <a:gd name="connsiteY14" fmla="*/ 157892 h 243466"/>
                    <a:gd name="connsiteX15" fmla="*/ 101194 w 487704"/>
                    <a:gd name="connsiteY15" fmla="*/ 119322 h 243466"/>
                    <a:gd name="connsiteX16" fmla="*/ 138539 w 487704"/>
                    <a:gd name="connsiteY16" fmla="*/ 72317 h 243466"/>
                    <a:gd name="connsiteX17" fmla="*/ 171073 w 487704"/>
                    <a:gd name="connsiteY17" fmla="*/ 67496 h 243466"/>
                    <a:gd name="connsiteX18" fmla="*/ 216890 w 487704"/>
                    <a:gd name="connsiteY18" fmla="*/ 50622 h 243466"/>
                    <a:gd name="connsiteX19" fmla="*/ 280737 w 487704"/>
                    <a:gd name="connsiteY19" fmla="*/ 22900 h 243466"/>
                    <a:gd name="connsiteX20" fmla="*/ 357867 w 487704"/>
                    <a:gd name="connsiteY20" fmla="*/ 71111 h 243466"/>
                    <a:gd name="connsiteX21" fmla="*/ 397587 w 487704"/>
                    <a:gd name="connsiteY21" fmla="*/ 98833 h 243466"/>
                    <a:gd name="connsiteX22" fmla="*/ 425308 w 487704"/>
                    <a:gd name="connsiteY22" fmla="*/ 110886 h 243466"/>
                    <a:gd name="connsiteX23" fmla="*/ 459061 w 487704"/>
                    <a:gd name="connsiteY23" fmla="*/ 222976 h 243466"/>
                    <a:gd name="connsiteX24" fmla="*/ 398807 w 487704"/>
                    <a:gd name="connsiteY24" fmla="*/ 222976 h 243466"/>
                    <a:gd name="connsiteX25" fmla="*/ 398807 w 487704"/>
                    <a:gd name="connsiteY25" fmla="*/ 243467 h 243466"/>
                    <a:gd name="connsiteX26" fmla="*/ 471125 w 487704"/>
                    <a:gd name="connsiteY26" fmla="*/ 243467 h 243466"/>
                    <a:gd name="connsiteX27" fmla="*/ 473499 w 487704"/>
                    <a:gd name="connsiteY27" fmla="*/ 237440 h 243466"/>
                    <a:gd name="connsiteX28" fmla="*/ 437372 w 487704"/>
                    <a:gd name="connsiteY28" fmla="*/ 92806 h 243466"/>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Lst>
                  <a:rect l="l" t="t" r="r" b="b"/>
                  <a:pathLst>
                    <a:path w="487704" h="243466">
                      <a:moveTo>
                        <a:pt x="437372" y="92806"/>
                      </a:moveTo>
                      <a:cubicBezTo>
                        <a:pt x="426527" y="85574"/>
                        <a:pt x="414464" y="80753"/>
                        <a:pt x="402400" y="78343"/>
                      </a:cubicBezTo>
                      <a:cubicBezTo>
                        <a:pt x="391556" y="75932"/>
                        <a:pt x="383149" y="68701"/>
                        <a:pt x="378337" y="59059"/>
                      </a:cubicBezTo>
                      <a:cubicBezTo>
                        <a:pt x="360242" y="22900"/>
                        <a:pt x="322895" y="0"/>
                        <a:pt x="281956" y="0"/>
                      </a:cubicBezTo>
                      <a:cubicBezTo>
                        <a:pt x="251797" y="0"/>
                        <a:pt x="224076" y="12053"/>
                        <a:pt x="203606" y="33747"/>
                      </a:cubicBezTo>
                      <a:cubicBezTo>
                        <a:pt x="196419" y="40979"/>
                        <a:pt x="185575" y="45800"/>
                        <a:pt x="174730" y="44595"/>
                      </a:cubicBezTo>
                      <a:cubicBezTo>
                        <a:pt x="160228" y="43390"/>
                        <a:pt x="145790" y="45800"/>
                        <a:pt x="131353" y="51827"/>
                      </a:cubicBezTo>
                      <a:cubicBezTo>
                        <a:pt x="106006" y="62675"/>
                        <a:pt x="86756" y="86780"/>
                        <a:pt x="80724" y="114501"/>
                      </a:cubicBezTo>
                      <a:cubicBezTo>
                        <a:pt x="78285" y="125349"/>
                        <a:pt x="72254" y="133786"/>
                        <a:pt x="62628" y="138607"/>
                      </a:cubicBezTo>
                      <a:cubicBezTo>
                        <a:pt x="27720" y="156686"/>
                        <a:pt x="4813" y="191639"/>
                        <a:pt x="1219" y="232619"/>
                      </a:cubicBezTo>
                      <a:lnTo>
                        <a:pt x="0" y="243467"/>
                      </a:lnTo>
                      <a:lnTo>
                        <a:pt x="118070" y="243467"/>
                      </a:lnTo>
                      <a:lnTo>
                        <a:pt x="118070" y="222976"/>
                      </a:lnTo>
                      <a:lnTo>
                        <a:pt x="24063" y="222976"/>
                      </a:lnTo>
                      <a:cubicBezTo>
                        <a:pt x="30095" y="195255"/>
                        <a:pt x="46971" y="171149"/>
                        <a:pt x="72254" y="157892"/>
                      </a:cubicBezTo>
                      <a:cubicBezTo>
                        <a:pt x="87975" y="149455"/>
                        <a:pt x="98820" y="136196"/>
                        <a:pt x="101194" y="119322"/>
                      </a:cubicBezTo>
                      <a:cubicBezTo>
                        <a:pt x="104787" y="98833"/>
                        <a:pt x="119289" y="80753"/>
                        <a:pt x="138539" y="72317"/>
                      </a:cubicBezTo>
                      <a:cubicBezTo>
                        <a:pt x="148165" y="67496"/>
                        <a:pt x="160228" y="66290"/>
                        <a:pt x="171073" y="67496"/>
                      </a:cubicBezTo>
                      <a:cubicBezTo>
                        <a:pt x="187950" y="68701"/>
                        <a:pt x="204826" y="62675"/>
                        <a:pt x="216890" y="50622"/>
                      </a:cubicBezTo>
                      <a:cubicBezTo>
                        <a:pt x="233766" y="32542"/>
                        <a:pt x="256609" y="22900"/>
                        <a:pt x="280737" y="22900"/>
                      </a:cubicBezTo>
                      <a:cubicBezTo>
                        <a:pt x="313270" y="22900"/>
                        <a:pt x="343365" y="40979"/>
                        <a:pt x="357867" y="71111"/>
                      </a:cubicBezTo>
                      <a:cubicBezTo>
                        <a:pt x="366273" y="84369"/>
                        <a:pt x="380711" y="95217"/>
                        <a:pt x="397587" y="98833"/>
                      </a:cubicBezTo>
                      <a:cubicBezTo>
                        <a:pt x="407277" y="101243"/>
                        <a:pt x="416902" y="104859"/>
                        <a:pt x="425308" y="110886"/>
                      </a:cubicBezTo>
                      <a:cubicBezTo>
                        <a:pt x="462654" y="134991"/>
                        <a:pt x="477156" y="183202"/>
                        <a:pt x="459061" y="222976"/>
                      </a:cubicBezTo>
                      <a:lnTo>
                        <a:pt x="398807" y="222976"/>
                      </a:lnTo>
                      <a:lnTo>
                        <a:pt x="398807" y="243467"/>
                      </a:lnTo>
                      <a:lnTo>
                        <a:pt x="471125" y="243467"/>
                      </a:lnTo>
                      <a:lnTo>
                        <a:pt x="473499" y="237440"/>
                      </a:lnTo>
                      <a:cubicBezTo>
                        <a:pt x="502439" y="186818"/>
                        <a:pt x="485563" y="124143"/>
                        <a:pt x="437372" y="92806"/>
                      </a:cubicBezTo>
                      <a:close/>
                    </a:path>
                  </a:pathLst>
                </a:custGeom>
                <a:solidFill>
                  <a:srgbClr val="2C5967"/>
                </a:solidFill>
                <a:ln w="6417" cap="flat">
                  <a:noFill/>
                  <a:prstDash val="solid"/>
                  <a:miter/>
                </a:ln>
              </p:spPr>
              <p:txBody>
                <a:bodyPr rtlCol="0" anchor="ctr"/>
                <a:lstStyle/>
                <a:p>
                  <a:endParaRPr lang="en-US"/>
                </a:p>
              </p:txBody>
            </p:sp>
            <p:sp>
              <p:nvSpPr>
                <p:cNvPr id="85" name="Freeform: Shape 84">
                  <a:extLst>
                    <a:ext uri="{FF2B5EF4-FFF2-40B4-BE49-F238E27FC236}">
                      <a16:creationId xmlns:a16="http://schemas.microsoft.com/office/drawing/2014/main" id="{B0772E0B-9E5F-FC61-4BBE-40743648B62E}"/>
                    </a:ext>
                  </a:extLst>
                </p:cNvPr>
                <p:cNvSpPr/>
                <p:nvPr/>
              </p:nvSpPr>
              <p:spPr>
                <a:xfrm>
                  <a:off x="11087725" y="2503519"/>
                  <a:ext cx="248203" cy="314577"/>
                </a:xfrm>
                <a:custGeom>
                  <a:avLst/>
                  <a:gdLst>
                    <a:gd name="connsiteX0" fmla="*/ 248203 w 248203"/>
                    <a:gd name="connsiteY0" fmla="*/ 56648 h 314577"/>
                    <a:gd name="connsiteX1" fmla="*/ 191543 w 248203"/>
                    <a:gd name="connsiteY1" fmla="*/ 0 h 314577"/>
                    <a:gd name="connsiteX2" fmla="*/ 0 w 248203"/>
                    <a:gd name="connsiteY2" fmla="*/ 0 h 314577"/>
                    <a:gd name="connsiteX3" fmla="*/ 0 w 248203"/>
                    <a:gd name="connsiteY3" fmla="*/ 132581 h 314577"/>
                    <a:gd name="connsiteX4" fmla="*/ 10844 w 248203"/>
                    <a:gd name="connsiteY4" fmla="*/ 137402 h 314577"/>
                    <a:gd name="connsiteX5" fmla="*/ 21689 w 248203"/>
                    <a:gd name="connsiteY5" fmla="*/ 132581 h 314577"/>
                    <a:gd name="connsiteX6" fmla="*/ 21689 w 248203"/>
                    <a:gd name="connsiteY6" fmla="*/ 21695 h 314577"/>
                    <a:gd name="connsiteX7" fmla="*/ 171072 w 248203"/>
                    <a:gd name="connsiteY7" fmla="*/ 21695 h 314577"/>
                    <a:gd name="connsiteX8" fmla="*/ 171072 w 248203"/>
                    <a:gd name="connsiteY8" fmla="*/ 79548 h 314577"/>
                    <a:gd name="connsiteX9" fmla="*/ 228952 w 248203"/>
                    <a:gd name="connsiteY9" fmla="*/ 79548 h 314577"/>
                    <a:gd name="connsiteX10" fmla="*/ 228952 w 248203"/>
                    <a:gd name="connsiteY10" fmla="*/ 294089 h 314577"/>
                    <a:gd name="connsiteX11" fmla="*/ 130133 w 248203"/>
                    <a:gd name="connsiteY11" fmla="*/ 294089 h 314577"/>
                    <a:gd name="connsiteX12" fmla="*/ 125320 w 248203"/>
                    <a:gd name="connsiteY12" fmla="*/ 314578 h 314577"/>
                    <a:gd name="connsiteX13" fmla="*/ 248203 w 248203"/>
                    <a:gd name="connsiteY13" fmla="*/ 314578 h 314577"/>
                    <a:gd name="connsiteX14" fmla="*/ 248203 w 248203"/>
                    <a:gd name="connsiteY14" fmla="*/ 56648 h 314577"/>
                    <a:gd name="connsiteX15" fmla="*/ 191543 w 248203"/>
                    <a:gd name="connsiteY15" fmla="*/ 28926 h 314577"/>
                    <a:gd name="connsiteX16" fmla="*/ 220483 w 248203"/>
                    <a:gd name="connsiteY16" fmla="*/ 57854 h 314577"/>
                    <a:gd name="connsiteX17" fmla="*/ 191543 w 248203"/>
                    <a:gd name="connsiteY17" fmla="*/ 57854 h 314577"/>
                    <a:gd name="connsiteX18" fmla="*/ 191543 w 248203"/>
                    <a:gd name="connsiteY18" fmla="*/ 28926 h 314577"/>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Lst>
                  <a:rect l="l" t="t" r="r" b="b"/>
                  <a:pathLst>
                    <a:path w="248203" h="314577">
                      <a:moveTo>
                        <a:pt x="248203" y="56648"/>
                      </a:moveTo>
                      <a:lnTo>
                        <a:pt x="191543" y="0"/>
                      </a:lnTo>
                      <a:lnTo>
                        <a:pt x="0" y="0"/>
                      </a:lnTo>
                      <a:lnTo>
                        <a:pt x="0" y="132581"/>
                      </a:lnTo>
                      <a:cubicBezTo>
                        <a:pt x="3593" y="133786"/>
                        <a:pt x="7251" y="134991"/>
                        <a:pt x="10844" y="137402"/>
                      </a:cubicBezTo>
                      <a:cubicBezTo>
                        <a:pt x="14438" y="134991"/>
                        <a:pt x="18095" y="133786"/>
                        <a:pt x="21689" y="132581"/>
                      </a:cubicBezTo>
                      <a:lnTo>
                        <a:pt x="21689" y="21695"/>
                      </a:lnTo>
                      <a:lnTo>
                        <a:pt x="171072" y="21695"/>
                      </a:lnTo>
                      <a:lnTo>
                        <a:pt x="171072" y="79548"/>
                      </a:lnTo>
                      <a:lnTo>
                        <a:pt x="228952" y="79548"/>
                      </a:lnTo>
                      <a:lnTo>
                        <a:pt x="228952" y="294089"/>
                      </a:lnTo>
                      <a:lnTo>
                        <a:pt x="130133" y="294089"/>
                      </a:lnTo>
                      <a:cubicBezTo>
                        <a:pt x="130133" y="301321"/>
                        <a:pt x="127695" y="308553"/>
                        <a:pt x="125320" y="314578"/>
                      </a:cubicBezTo>
                      <a:lnTo>
                        <a:pt x="248203" y="314578"/>
                      </a:lnTo>
                      <a:lnTo>
                        <a:pt x="248203" y="56648"/>
                      </a:lnTo>
                      <a:close/>
                      <a:moveTo>
                        <a:pt x="191543" y="28926"/>
                      </a:moveTo>
                      <a:lnTo>
                        <a:pt x="220483" y="57854"/>
                      </a:lnTo>
                      <a:lnTo>
                        <a:pt x="191543" y="57854"/>
                      </a:lnTo>
                      <a:lnTo>
                        <a:pt x="191543" y="28926"/>
                      </a:lnTo>
                      <a:close/>
                    </a:path>
                  </a:pathLst>
                </a:custGeom>
                <a:solidFill>
                  <a:srgbClr val="2C5967"/>
                </a:solidFill>
                <a:ln w="6417" cap="flat">
                  <a:noFill/>
                  <a:prstDash val="solid"/>
                  <a:miter/>
                </a:ln>
              </p:spPr>
              <p:txBody>
                <a:bodyPr rtlCol="0" anchor="ctr"/>
                <a:lstStyle/>
                <a:p>
                  <a:endParaRPr lang="en-US"/>
                </a:p>
              </p:txBody>
            </p:sp>
            <p:sp>
              <p:nvSpPr>
                <p:cNvPr id="86" name="Freeform: Shape 85">
                  <a:extLst>
                    <a:ext uri="{FF2B5EF4-FFF2-40B4-BE49-F238E27FC236}">
                      <a16:creationId xmlns:a16="http://schemas.microsoft.com/office/drawing/2014/main" id="{101730E9-9C8F-84A6-3C67-7C1C32990C72}"/>
                    </a:ext>
                  </a:extLst>
                </p:cNvPr>
                <p:cNvSpPr/>
                <p:nvPr/>
              </p:nvSpPr>
              <p:spPr>
                <a:xfrm>
                  <a:off x="11162417" y="2650560"/>
                  <a:ext cx="125320" cy="20483"/>
                </a:xfrm>
                <a:custGeom>
                  <a:avLst/>
                  <a:gdLst>
                    <a:gd name="connsiteX0" fmla="*/ 124102 w 125320"/>
                    <a:gd name="connsiteY0" fmla="*/ 0 h 20483"/>
                    <a:gd name="connsiteX1" fmla="*/ 0 w 125320"/>
                    <a:gd name="connsiteY1" fmla="*/ 0 h 20483"/>
                    <a:gd name="connsiteX2" fmla="*/ 8470 w 125320"/>
                    <a:gd name="connsiteY2" fmla="*/ 8434 h 20483"/>
                    <a:gd name="connsiteX3" fmla="*/ 32533 w 125320"/>
                    <a:gd name="connsiteY3" fmla="*/ 20483 h 20483"/>
                    <a:gd name="connsiteX4" fmla="*/ 125320 w 125320"/>
                    <a:gd name="connsiteY4" fmla="*/ 20483 h 20483"/>
                    <a:gd name="connsiteX5" fmla="*/ 125320 w 125320"/>
                    <a:gd name="connsiteY5" fmla="*/ 0 h 20483"/>
                    <a:gd name="connsiteX6" fmla="*/ 124102 w 125320"/>
                    <a:gd name="connsiteY6" fmla="*/ 0 h 20483"/>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Lst>
                  <a:rect l="l" t="t" r="r" b="b"/>
                  <a:pathLst>
                    <a:path w="125320" h="20483">
                      <a:moveTo>
                        <a:pt x="124102" y="0"/>
                      </a:moveTo>
                      <a:lnTo>
                        <a:pt x="0" y="0"/>
                      </a:lnTo>
                      <a:cubicBezTo>
                        <a:pt x="3593" y="2409"/>
                        <a:pt x="6031" y="6025"/>
                        <a:pt x="8470" y="8434"/>
                      </a:cubicBezTo>
                      <a:cubicBezTo>
                        <a:pt x="16876" y="10844"/>
                        <a:pt x="25282" y="15664"/>
                        <a:pt x="32533" y="20483"/>
                      </a:cubicBezTo>
                      <a:lnTo>
                        <a:pt x="125320" y="20483"/>
                      </a:lnTo>
                      <a:lnTo>
                        <a:pt x="125320" y="0"/>
                      </a:lnTo>
                      <a:lnTo>
                        <a:pt x="124102" y="0"/>
                      </a:lnTo>
                      <a:close/>
                    </a:path>
                  </a:pathLst>
                </a:custGeom>
                <a:solidFill>
                  <a:srgbClr val="2C5967"/>
                </a:solidFill>
                <a:ln w="6417" cap="flat">
                  <a:noFill/>
                  <a:prstDash val="solid"/>
                  <a:miter/>
                </a:ln>
              </p:spPr>
              <p:txBody>
                <a:bodyPr rtlCol="0" anchor="ctr"/>
                <a:lstStyle/>
                <a:p>
                  <a:endParaRPr lang="en-US"/>
                </a:p>
              </p:txBody>
            </p:sp>
            <p:sp>
              <p:nvSpPr>
                <p:cNvPr id="87" name="Freeform: Shape 86">
                  <a:extLst>
                    <a:ext uri="{FF2B5EF4-FFF2-40B4-BE49-F238E27FC236}">
                      <a16:creationId xmlns:a16="http://schemas.microsoft.com/office/drawing/2014/main" id="{BA5EC00B-17D3-EBFA-1EF1-683A10E95368}"/>
                    </a:ext>
                  </a:extLst>
                </p:cNvPr>
                <p:cNvSpPr/>
                <p:nvPr/>
              </p:nvSpPr>
              <p:spPr>
                <a:xfrm>
                  <a:off x="11228703" y="2750604"/>
                  <a:ext cx="57815" cy="21688"/>
                </a:xfrm>
                <a:custGeom>
                  <a:avLst/>
                  <a:gdLst>
                    <a:gd name="connsiteX0" fmla="*/ 57816 w 57815"/>
                    <a:gd name="connsiteY0" fmla="*/ 20483 h 21688"/>
                    <a:gd name="connsiteX1" fmla="*/ 57816 w 57815"/>
                    <a:gd name="connsiteY1" fmla="*/ 0 h 21688"/>
                    <a:gd name="connsiteX2" fmla="*/ 1219 w 57815"/>
                    <a:gd name="connsiteY2" fmla="*/ 0 h 21688"/>
                    <a:gd name="connsiteX3" fmla="*/ 1219 w 57815"/>
                    <a:gd name="connsiteY3" fmla="*/ 8432 h 21688"/>
                    <a:gd name="connsiteX4" fmla="*/ 0 w 57815"/>
                    <a:gd name="connsiteY4" fmla="*/ 21689 h 21688"/>
                    <a:gd name="connsiteX5" fmla="*/ 57816 w 57815"/>
                    <a:gd name="connsiteY5" fmla="*/ 21689 h 21688"/>
                    <a:gd name="connsiteX6" fmla="*/ 57816 w 57815"/>
                    <a:gd name="connsiteY6" fmla="*/ 20483 h 21688"/>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Lst>
                  <a:rect l="l" t="t" r="r" b="b"/>
                  <a:pathLst>
                    <a:path w="57815" h="21688">
                      <a:moveTo>
                        <a:pt x="57816" y="20483"/>
                      </a:moveTo>
                      <a:lnTo>
                        <a:pt x="57816" y="0"/>
                      </a:lnTo>
                      <a:lnTo>
                        <a:pt x="1219" y="0"/>
                      </a:lnTo>
                      <a:cubicBezTo>
                        <a:pt x="1219" y="2406"/>
                        <a:pt x="1219" y="4819"/>
                        <a:pt x="1219" y="8432"/>
                      </a:cubicBezTo>
                      <a:cubicBezTo>
                        <a:pt x="1219" y="13251"/>
                        <a:pt x="1219" y="16870"/>
                        <a:pt x="0" y="21689"/>
                      </a:cubicBezTo>
                      <a:lnTo>
                        <a:pt x="57816" y="21689"/>
                      </a:lnTo>
                      <a:lnTo>
                        <a:pt x="57816" y="20483"/>
                      </a:lnTo>
                      <a:close/>
                    </a:path>
                  </a:pathLst>
                </a:custGeom>
                <a:solidFill>
                  <a:srgbClr val="2C5967"/>
                </a:solidFill>
                <a:ln w="6417" cap="flat">
                  <a:noFill/>
                  <a:prstDash val="solid"/>
                  <a:miter/>
                </a:ln>
              </p:spPr>
              <p:txBody>
                <a:bodyPr rtlCol="0" anchor="ctr"/>
                <a:lstStyle/>
                <a:p>
                  <a:endParaRPr lang="en-US"/>
                </a:p>
              </p:txBody>
            </p:sp>
            <p:sp>
              <p:nvSpPr>
                <p:cNvPr id="88" name="Freeform: Shape 87">
                  <a:extLst>
                    <a:ext uri="{FF2B5EF4-FFF2-40B4-BE49-F238E27FC236}">
                      <a16:creationId xmlns:a16="http://schemas.microsoft.com/office/drawing/2014/main" id="{76045B5C-F7DA-C2C0-AC3A-E4E17A662A5C}"/>
                    </a:ext>
                  </a:extLst>
                </p:cNvPr>
                <p:cNvSpPr/>
                <p:nvPr/>
              </p:nvSpPr>
              <p:spPr>
                <a:xfrm>
                  <a:off x="11215421" y="2702395"/>
                  <a:ext cx="72317" cy="20482"/>
                </a:xfrm>
                <a:custGeom>
                  <a:avLst/>
                  <a:gdLst>
                    <a:gd name="connsiteX0" fmla="*/ 71098 w 72317"/>
                    <a:gd name="connsiteY0" fmla="*/ 0 h 20482"/>
                    <a:gd name="connsiteX1" fmla="*/ 0 w 72317"/>
                    <a:gd name="connsiteY1" fmla="*/ 0 h 20482"/>
                    <a:gd name="connsiteX2" fmla="*/ 3657 w 72317"/>
                    <a:gd name="connsiteY2" fmla="*/ 16863 h 20482"/>
                    <a:gd name="connsiteX3" fmla="*/ 6031 w 72317"/>
                    <a:gd name="connsiteY3" fmla="*/ 20483 h 20482"/>
                    <a:gd name="connsiteX4" fmla="*/ 72317 w 72317"/>
                    <a:gd name="connsiteY4" fmla="*/ 20483 h 20482"/>
                    <a:gd name="connsiteX5" fmla="*/ 72317 w 72317"/>
                    <a:gd name="connsiteY5" fmla="*/ 0 h 20482"/>
                    <a:gd name="connsiteX6" fmla="*/ 71098 w 72317"/>
                    <a:gd name="connsiteY6" fmla="*/ 0 h 20482"/>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Lst>
                  <a:rect l="l" t="t" r="r" b="b"/>
                  <a:pathLst>
                    <a:path w="72317" h="20482">
                      <a:moveTo>
                        <a:pt x="71098" y="0"/>
                      </a:moveTo>
                      <a:lnTo>
                        <a:pt x="0" y="0"/>
                      </a:lnTo>
                      <a:cubicBezTo>
                        <a:pt x="1219" y="6019"/>
                        <a:pt x="2438" y="10844"/>
                        <a:pt x="3657" y="16863"/>
                      </a:cubicBezTo>
                      <a:cubicBezTo>
                        <a:pt x="4813" y="18070"/>
                        <a:pt x="4813" y="19276"/>
                        <a:pt x="6031" y="20483"/>
                      </a:cubicBezTo>
                      <a:lnTo>
                        <a:pt x="72317" y="20483"/>
                      </a:lnTo>
                      <a:lnTo>
                        <a:pt x="72317" y="0"/>
                      </a:lnTo>
                      <a:lnTo>
                        <a:pt x="71098" y="0"/>
                      </a:lnTo>
                      <a:close/>
                    </a:path>
                  </a:pathLst>
                </a:custGeom>
                <a:solidFill>
                  <a:srgbClr val="2C5967"/>
                </a:solidFill>
                <a:ln w="6417" cap="flat">
                  <a:noFill/>
                  <a:prstDash val="solid"/>
                  <a:miter/>
                </a:ln>
              </p:spPr>
              <p:txBody>
                <a:bodyPr rtlCol="0" anchor="ctr"/>
                <a:lstStyle/>
                <a:p>
                  <a:endParaRPr lang="en-US"/>
                </a:p>
              </p:txBody>
            </p:sp>
            <p:sp>
              <p:nvSpPr>
                <p:cNvPr id="89" name="Freeform: Shape 88">
                  <a:extLst>
                    <a:ext uri="{FF2B5EF4-FFF2-40B4-BE49-F238E27FC236}">
                      <a16:creationId xmlns:a16="http://schemas.microsoft.com/office/drawing/2014/main" id="{1E9A5F9A-FA36-2E2E-E9DB-B08FB99AB026}"/>
                    </a:ext>
                  </a:extLst>
                </p:cNvPr>
                <p:cNvSpPr/>
                <p:nvPr/>
              </p:nvSpPr>
              <p:spPr>
                <a:xfrm>
                  <a:off x="11137135" y="2603555"/>
                  <a:ext cx="149384" cy="20483"/>
                </a:xfrm>
                <a:custGeom>
                  <a:avLst/>
                  <a:gdLst>
                    <a:gd name="connsiteX0" fmla="*/ 149384 w 149384"/>
                    <a:gd name="connsiteY0" fmla="*/ 0 h 20483"/>
                    <a:gd name="connsiteX1" fmla="*/ 0 w 149384"/>
                    <a:gd name="connsiteY1" fmla="*/ 0 h 20483"/>
                    <a:gd name="connsiteX2" fmla="*/ 0 w 149384"/>
                    <a:gd name="connsiteY2" fmla="*/ 20484 h 20483"/>
                    <a:gd name="connsiteX3" fmla="*/ 149384 w 149384"/>
                    <a:gd name="connsiteY3" fmla="*/ 20484 h 20483"/>
                    <a:gd name="connsiteX4" fmla="*/ 149384 w 149384"/>
                    <a:gd name="connsiteY4" fmla="*/ 0 h 20483"/>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49384" h="20483">
                      <a:moveTo>
                        <a:pt x="149384" y="0"/>
                      </a:moveTo>
                      <a:lnTo>
                        <a:pt x="0" y="0"/>
                      </a:lnTo>
                      <a:lnTo>
                        <a:pt x="0" y="20484"/>
                      </a:lnTo>
                      <a:lnTo>
                        <a:pt x="149384" y="20484"/>
                      </a:lnTo>
                      <a:lnTo>
                        <a:pt x="149384" y="0"/>
                      </a:lnTo>
                      <a:close/>
                    </a:path>
                  </a:pathLst>
                </a:custGeom>
                <a:solidFill>
                  <a:srgbClr val="2C5967"/>
                </a:solidFill>
                <a:ln w="6417" cap="flat">
                  <a:noFill/>
                  <a:prstDash val="solid"/>
                  <a:miter/>
                </a:ln>
              </p:spPr>
              <p:txBody>
                <a:bodyPr rtlCol="0" anchor="ctr"/>
                <a:lstStyle/>
                <a:p>
                  <a:endParaRPr lang="en-US"/>
                </a:p>
              </p:txBody>
            </p:sp>
            <p:sp>
              <p:nvSpPr>
                <p:cNvPr id="90" name="Freeform: Shape 89">
                  <a:extLst>
                    <a:ext uri="{FF2B5EF4-FFF2-40B4-BE49-F238E27FC236}">
                      <a16:creationId xmlns:a16="http://schemas.microsoft.com/office/drawing/2014/main" id="{1B56B5B9-5F71-BE8B-FE01-541205EBCFC5}"/>
                    </a:ext>
                  </a:extLst>
                </p:cNvPr>
                <p:cNvSpPr/>
                <p:nvPr/>
              </p:nvSpPr>
              <p:spPr>
                <a:xfrm>
                  <a:off x="11025033" y="2746979"/>
                  <a:ext cx="21688" cy="21688"/>
                </a:xfrm>
                <a:custGeom>
                  <a:avLst/>
                  <a:gdLst>
                    <a:gd name="connsiteX0" fmla="*/ 10844 w 21688"/>
                    <a:gd name="connsiteY0" fmla="*/ 21689 h 21688"/>
                    <a:gd name="connsiteX1" fmla="*/ 21689 w 21688"/>
                    <a:gd name="connsiteY1" fmla="*/ 10844 h 21688"/>
                    <a:gd name="connsiteX2" fmla="*/ 10844 w 21688"/>
                    <a:gd name="connsiteY2" fmla="*/ 0 h 21688"/>
                    <a:gd name="connsiteX3" fmla="*/ 0 w 21688"/>
                    <a:gd name="connsiteY3" fmla="*/ 10844 h 21688"/>
                    <a:gd name="connsiteX4" fmla="*/ 10844 w 21688"/>
                    <a:gd name="connsiteY4" fmla="*/ 21689 h 21688"/>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21688" h="21688">
                      <a:moveTo>
                        <a:pt x="10844" y="21689"/>
                      </a:moveTo>
                      <a:cubicBezTo>
                        <a:pt x="16876" y="21689"/>
                        <a:pt x="21689" y="16838"/>
                        <a:pt x="21689" y="10844"/>
                      </a:cubicBezTo>
                      <a:cubicBezTo>
                        <a:pt x="21689" y="4858"/>
                        <a:pt x="16876" y="0"/>
                        <a:pt x="10844" y="0"/>
                      </a:cubicBezTo>
                      <a:cubicBezTo>
                        <a:pt x="4877" y="0"/>
                        <a:pt x="0" y="4858"/>
                        <a:pt x="0" y="10844"/>
                      </a:cubicBezTo>
                      <a:cubicBezTo>
                        <a:pt x="0" y="16838"/>
                        <a:pt x="4877" y="21689"/>
                        <a:pt x="10844" y="21689"/>
                      </a:cubicBezTo>
                      <a:close/>
                    </a:path>
                  </a:pathLst>
                </a:custGeom>
                <a:solidFill>
                  <a:srgbClr val="2C5967"/>
                </a:solidFill>
                <a:ln w="6417" cap="flat">
                  <a:noFill/>
                  <a:prstDash val="solid"/>
                  <a:miter/>
                </a:ln>
              </p:spPr>
              <p:txBody>
                <a:bodyPr rtlCol="0" anchor="ctr"/>
                <a:lstStyle/>
                <a:p>
                  <a:endParaRPr lang="en-US"/>
                </a:p>
              </p:txBody>
            </p:sp>
            <p:sp>
              <p:nvSpPr>
                <p:cNvPr id="91" name="Freeform: Shape 90">
                  <a:extLst>
                    <a:ext uri="{FF2B5EF4-FFF2-40B4-BE49-F238E27FC236}">
                      <a16:creationId xmlns:a16="http://schemas.microsoft.com/office/drawing/2014/main" id="{1261152D-3CB1-1054-D96F-E4C77FC41A08}"/>
                    </a:ext>
                  </a:extLst>
                </p:cNvPr>
                <p:cNvSpPr/>
                <p:nvPr/>
              </p:nvSpPr>
              <p:spPr>
                <a:xfrm>
                  <a:off x="11035147" y="2714142"/>
                  <a:ext cx="20797" cy="20349"/>
                </a:xfrm>
                <a:custGeom>
                  <a:avLst/>
                  <a:gdLst>
                    <a:gd name="connsiteX0" fmla="*/ 3169 w 20797"/>
                    <a:gd name="connsiteY0" fmla="*/ 2709 h 20349"/>
                    <a:gd name="connsiteX1" fmla="*/ 3169 w 20797"/>
                    <a:gd name="connsiteY1" fmla="*/ 17167 h 20349"/>
                    <a:gd name="connsiteX2" fmla="*/ 17606 w 20797"/>
                    <a:gd name="connsiteY2" fmla="*/ 17167 h 20349"/>
                    <a:gd name="connsiteX3" fmla="*/ 17606 w 20797"/>
                    <a:gd name="connsiteY3" fmla="*/ 2709 h 20349"/>
                    <a:gd name="connsiteX4" fmla="*/ 3169 w 20797"/>
                    <a:gd name="connsiteY4" fmla="*/ 2709 h 20349"/>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20797" h="20349">
                      <a:moveTo>
                        <a:pt x="3169" y="2709"/>
                      </a:moveTo>
                      <a:cubicBezTo>
                        <a:pt x="-424" y="6322"/>
                        <a:pt x="-1644" y="13554"/>
                        <a:pt x="3169" y="17167"/>
                      </a:cubicBezTo>
                      <a:cubicBezTo>
                        <a:pt x="6762" y="20786"/>
                        <a:pt x="14013" y="21992"/>
                        <a:pt x="17606" y="17167"/>
                      </a:cubicBezTo>
                      <a:cubicBezTo>
                        <a:pt x="21264" y="13554"/>
                        <a:pt x="22419" y="6322"/>
                        <a:pt x="17606" y="2709"/>
                      </a:cubicBezTo>
                      <a:cubicBezTo>
                        <a:pt x="14013" y="-903"/>
                        <a:pt x="7981" y="-903"/>
                        <a:pt x="3169" y="2709"/>
                      </a:cubicBezTo>
                      <a:close/>
                    </a:path>
                  </a:pathLst>
                </a:custGeom>
                <a:solidFill>
                  <a:srgbClr val="2C5967"/>
                </a:solidFill>
                <a:ln w="6417" cap="flat">
                  <a:noFill/>
                  <a:prstDash val="solid"/>
                  <a:miter/>
                </a:ln>
              </p:spPr>
              <p:txBody>
                <a:bodyPr rtlCol="0" anchor="ctr"/>
                <a:lstStyle/>
                <a:p>
                  <a:endParaRPr lang="en-US"/>
                </a:p>
              </p:txBody>
            </p:sp>
            <p:sp>
              <p:nvSpPr>
                <p:cNvPr id="92" name="Freeform: Shape 91">
                  <a:extLst>
                    <a:ext uri="{FF2B5EF4-FFF2-40B4-BE49-F238E27FC236}">
                      <a16:creationId xmlns:a16="http://schemas.microsoft.com/office/drawing/2014/main" id="{BD3B246A-BF2D-C4D1-FBC0-51963320029A}"/>
                    </a:ext>
                  </a:extLst>
                </p:cNvPr>
                <p:cNvSpPr/>
                <p:nvPr/>
              </p:nvSpPr>
              <p:spPr>
                <a:xfrm>
                  <a:off x="11035756" y="2780261"/>
                  <a:ext cx="20775" cy="19919"/>
                </a:xfrm>
                <a:custGeom>
                  <a:avLst/>
                  <a:gdLst>
                    <a:gd name="connsiteX0" fmla="*/ 2559 w 20775"/>
                    <a:gd name="connsiteY0" fmla="*/ 2883 h 19919"/>
                    <a:gd name="connsiteX1" fmla="*/ 3779 w 20775"/>
                    <a:gd name="connsiteY1" fmla="*/ 17340 h 19919"/>
                    <a:gd name="connsiteX2" fmla="*/ 18216 w 20775"/>
                    <a:gd name="connsiteY2" fmla="*/ 16134 h 19919"/>
                    <a:gd name="connsiteX3" fmla="*/ 16997 w 20775"/>
                    <a:gd name="connsiteY3" fmla="*/ 1677 h 19919"/>
                    <a:gd name="connsiteX4" fmla="*/ 2559 w 20775"/>
                    <a:gd name="connsiteY4" fmla="*/ 2883 h 19919"/>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20775" h="19919">
                      <a:moveTo>
                        <a:pt x="2559" y="2883"/>
                      </a:moveTo>
                      <a:cubicBezTo>
                        <a:pt x="-1034" y="7702"/>
                        <a:pt x="-1034" y="13728"/>
                        <a:pt x="3779" y="17340"/>
                      </a:cubicBezTo>
                      <a:cubicBezTo>
                        <a:pt x="8591" y="20959"/>
                        <a:pt x="14623" y="20959"/>
                        <a:pt x="18216" y="16134"/>
                      </a:cubicBezTo>
                      <a:cubicBezTo>
                        <a:pt x="21809" y="11315"/>
                        <a:pt x="21809" y="5289"/>
                        <a:pt x="16997" y="1677"/>
                      </a:cubicBezTo>
                      <a:cubicBezTo>
                        <a:pt x="13404" y="-730"/>
                        <a:pt x="6153" y="-730"/>
                        <a:pt x="2559" y="2883"/>
                      </a:cubicBezTo>
                      <a:close/>
                    </a:path>
                  </a:pathLst>
                </a:custGeom>
                <a:solidFill>
                  <a:srgbClr val="2C5967"/>
                </a:solidFill>
                <a:ln w="6417" cap="flat">
                  <a:noFill/>
                  <a:prstDash val="solid"/>
                  <a:miter/>
                </a:ln>
              </p:spPr>
              <p:txBody>
                <a:bodyPr rtlCol="0" anchor="ctr"/>
                <a:lstStyle/>
                <a:p>
                  <a:endParaRPr lang="en-US"/>
                </a:p>
              </p:txBody>
            </p:sp>
            <p:sp>
              <p:nvSpPr>
                <p:cNvPr id="93" name="Freeform: Shape 92">
                  <a:extLst>
                    <a:ext uri="{FF2B5EF4-FFF2-40B4-BE49-F238E27FC236}">
                      <a16:creationId xmlns:a16="http://schemas.microsoft.com/office/drawing/2014/main" id="{BEAE06BE-2CC9-CD00-04EF-12D385FC711A}"/>
                    </a:ext>
                  </a:extLst>
                </p:cNvPr>
                <p:cNvSpPr/>
                <p:nvPr/>
              </p:nvSpPr>
              <p:spPr>
                <a:xfrm>
                  <a:off x="10981655" y="2650560"/>
                  <a:ext cx="233765" cy="214540"/>
                </a:xfrm>
                <a:custGeom>
                  <a:avLst/>
                  <a:gdLst>
                    <a:gd name="connsiteX0" fmla="*/ 221766 w 233765"/>
                    <a:gd name="connsiteY0" fmla="*/ 142223 h 214540"/>
                    <a:gd name="connsiteX1" fmla="*/ 221766 w 233765"/>
                    <a:gd name="connsiteY1" fmla="*/ 139810 h 214540"/>
                    <a:gd name="connsiteX2" fmla="*/ 233766 w 233765"/>
                    <a:gd name="connsiteY2" fmla="*/ 107270 h 214540"/>
                    <a:gd name="connsiteX3" fmla="*/ 221766 w 233765"/>
                    <a:gd name="connsiteY3" fmla="*/ 74724 h 214540"/>
                    <a:gd name="connsiteX4" fmla="*/ 221766 w 233765"/>
                    <a:gd name="connsiteY4" fmla="*/ 72318 h 214540"/>
                    <a:gd name="connsiteX5" fmla="*/ 180763 w 233765"/>
                    <a:gd name="connsiteY5" fmla="*/ 22900 h 214540"/>
                    <a:gd name="connsiteX6" fmla="*/ 155480 w 233765"/>
                    <a:gd name="connsiteY6" fmla="*/ 3616 h 214540"/>
                    <a:gd name="connsiteX7" fmla="*/ 136165 w 233765"/>
                    <a:gd name="connsiteY7" fmla="*/ 0 h 214540"/>
                    <a:gd name="connsiteX8" fmla="*/ 121727 w 233765"/>
                    <a:gd name="connsiteY8" fmla="*/ 6026 h 214540"/>
                    <a:gd name="connsiteX9" fmla="*/ 116915 w 233765"/>
                    <a:gd name="connsiteY9" fmla="*/ 8437 h 214540"/>
                    <a:gd name="connsiteX10" fmla="*/ 112102 w 233765"/>
                    <a:gd name="connsiteY10" fmla="*/ 6026 h 214540"/>
                    <a:gd name="connsiteX11" fmla="*/ 97600 w 233765"/>
                    <a:gd name="connsiteY11" fmla="*/ 0 h 214540"/>
                    <a:gd name="connsiteX12" fmla="*/ 78349 w 233765"/>
                    <a:gd name="connsiteY12" fmla="*/ 3616 h 214540"/>
                    <a:gd name="connsiteX13" fmla="*/ 53067 w 233765"/>
                    <a:gd name="connsiteY13" fmla="*/ 22900 h 214540"/>
                    <a:gd name="connsiteX14" fmla="*/ 12064 w 233765"/>
                    <a:gd name="connsiteY14" fmla="*/ 72318 h 214540"/>
                    <a:gd name="connsiteX15" fmla="*/ 12064 w 233765"/>
                    <a:gd name="connsiteY15" fmla="*/ 74724 h 214540"/>
                    <a:gd name="connsiteX16" fmla="*/ 0 w 233765"/>
                    <a:gd name="connsiteY16" fmla="*/ 107270 h 214540"/>
                    <a:gd name="connsiteX17" fmla="*/ 12064 w 233765"/>
                    <a:gd name="connsiteY17" fmla="*/ 139810 h 214540"/>
                    <a:gd name="connsiteX18" fmla="*/ 12064 w 233765"/>
                    <a:gd name="connsiteY18" fmla="*/ 142223 h 214540"/>
                    <a:gd name="connsiteX19" fmla="*/ 53067 w 233765"/>
                    <a:gd name="connsiteY19" fmla="*/ 191639 h 214540"/>
                    <a:gd name="connsiteX20" fmla="*/ 95226 w 233765"/>
                    <a:gd name="connsiteY20" fmla="*/ 214541 h 214540"/>
                    <a:gd name="connsiteX21" fmla="*/ 96445 w 233765"/>
                    <a:gd name="connsiteY21" fmla="*/ 214541 h 214540"/>
                    <a:gd name="connsiteX22" fmla="*/ 112102 w 233765"/>
                    <a:gd name="connsiteY22" fmla="*/ 208515 h 214540"/>
                    <a:gd name="connsiteX23" fmla="*/ 115696 w 233765"/>
                    <a:gd name="connsiteY23" fmla="*/ 206103 h 214540"/>
                    <a:gd name="connsiteX24" fmla="*/ 119289 w 233765"/>
                    <a:gd name="connsiteY24" fmla="*/ 208515 h 214540"/>
                    <a:gd name="connsiteX25" fmla="*/ 135011 w 233765"/>
                    <a:gd name="connsiteY25" fmla="*/ 214541 h 214540"/>
                    <a:gd name="connsiteX26" fmla="*/ 136165 w 233765"/>
                    <a:gd name="connsiteY26" fmla="*/ 214541 h 214540"/>
                    <a:gd name="connsiteX27" fmla="*/ 178389 w 233765"/>
                    <a:gd name="connsiteY27" fmla="*/ 191639 h 214540"/>
                    <a:gd name="connsiteX28" fmla="*/ 221766 w 233765"/>
                    <a:gd name="connsiteY28" fmla="*/ 142223 h 214540"/>
                    <a:gd name="connsiteX29" fmla="*/ 96445 w 233765"/>
                    <a:gd name="connsiteY29" fmla="*/ 194052 h 214540"/>
                    <a:gd name="connsiteX30" fmla="*/ 96445 w 233765"/>
                    <a:gd name="connsiteY30" fmla="*/ 194052 h 214540"/>
                    <a:gd name="connsiteX31" fmla="*/ 68724 w 233765"/>
                    <a:gd name="connsiteY31" fmla="*/ 178382 h 214540"/>
                    <a:gd name="connsiteX32" fmla="*/ 66286 w 233765"/>
                    <a:gd name="connsiteY32" fmla="*/ 173563 h 214540"/>
                    <a:gd name="connsiteX33" fmla="*/ 60254 w 233765"/>
                    <a:gd name="connsiteY33" fmla="*/ 173563 h 214540"/>
                    <a:gd name="connsiteX34" fmla="*/ 32533 w 233765"/>
                    <a:gd name="connsiteY34" fmla="*/ 143429 h 214540"/>
                    <a:gd name="connsiteX35" fmla="*/ 32533 w 233765"/>
                    <a:gd name="connsiteY35" fmla="*/ 138610 h 214540"/>
                    <a:gd name="connsiteX36" fmla="*/ 33753 w 233765"/>
                    <a:gd name="connsiteY36" fmla="*/ 133785 h 214540"/>
                    <a:gd name="connsiteX37" fmla="*/ 30159 w 233765"/>
                    <a:gd name="connsiteY37" fmla="*/ 130172 h 214540"/>
                    <a:gd name="connsiteX38" fmla="*/ 21689 w 233765"/>
                    <a:gd name="connsiteY38" fmla="*/ 108477 h 214540"/>
                    <a:gd name="connsiteX39" fmla="*/ 30159 w 233765"/>
                    <a:gd name="connsiteY39" fmla="*/ 86781 h 214540"/>
                    <a:gd name="connsiteX40" fmla="*/ 33753 w 233765"/>
                    <a:gd name="connsiteY40" fmla="*/ 81956 h 214540"/>
                    <a:gd name="connsiteX41" fmla="*/ 32533 w 233765"/>
                    <a:gd name="connsiteY41" fmla="*/ 77137 h 214540"/>
                    <a:gd name="connsiteX42" fmla="*/ 32533 w 233765"/>
                    <a:gd name="connsiteY42" fmla="*/ 72318 h 214540"/>
                    <a:gd name="connsiteX43" fmla="*/ 60254 w 233765"/>
                    <a:gd name="connsiteY43" fmla="*/ 42184 h 214540"/>
                    <a:gd name="connsiteX44" fmla="*/ 66286 w 233765"/>
                    <a:gd name="connsiteY44" fmla="*/ 42184 h 214540"/>
                    <a:gd name="connsiteX45" fmla="*/ 68724 w 233765"/>
                    <a:gd name="connsiteY45" fmla="*/ 37365 h 214540"/>
                    <a:gd name="connsiteX46" fmla="*/ 85600 w 233765"/>
                    <a:gd name="connsiteY46" fmla="*/ 22900 h 214540"/>
                    <a:gd name="connsiteX47" fmla="*/ 95226 w 233765"/>
                    <a:gd name="connsiteY47" fmla="*/ 20490 h 214540"/>
                    <a:gd name="connsiteX48" fmla="*/ 96445 w 233765"/>
                    <a:gd name="connsiteY48" fmla="*/ 20490 h 214540"/>
                    <a:gd name="connsiteX49" fmla="*/ 101258 w 233765"/>
                    <a:gd name="connsiteY49" fmla="*/ 22900 h 214540"/>
                    <a:gd name="connsiteX50" fmla="*/ 106071 w 233765"/>
                    <a:gd name="connsiteY50" fmla="*/ 26516 h 214540"/>
                    <a:gd name="connsiteX51" fmla="*/ 106071 w 233765"/>
                    <a:gd name="connsiteY51" fmla="*/ 167531 h 214540"/>
                    <a:gd name="connsiteX52" fmla="*/ 106071 w 233765"/>
                    <a:gd name="connsiteY52" fmla="*/ 188026 h 214540"/>
                    <a:gd name="connsiteX53" fmla="*/ 101258 w 233765"/>
                    <a:gd name="connsiteY53" fmla="*/ 190433 h 214540"/>
                    <a:gd name="connsiteX54" fmla="*/ 96445 w 233765"/>
                    <a:gd name="connsiteY54" fmla="*/ 194052 h 214540"/>
                    <a:gd name="connsiteX55" fmla="*/ 137385 w 233765"/>
                    <a:gd name="connsiteY55" fmla="*/ 194052 h 214540"/>
                    <a:gd name="connsiteX56" fmla="*/ 131353 w 233765"/>
                    <a:gd name="connsiteY56" fmla="*/ 191639 h 214540"/>
                    <a:gd name="connsiteX57" fmla="*/ 126540 w 233765"/>
                    <a:gd name="connsiteY57" fmla="*/ 189226 h 214540"/>
                    <a:gd name="connsiteX58" fmla="*/ 126540 w 233765"/>
                    <a:gd name="connsiteY58" fmla="*/ 148248 h 214540"/>
                    <a:gd name="connsiteX59" fmla="*/ 126540 w 233765"/>
                    <a:gd name="connsiteY59" fmla="*/ 28926 h 214540"/>
                    <a:gd name="connsiteX60" fmla="*/ 131353 w 233765"/>
                    <a:gd name="connsiteY60" fmla="*/ 25311 h 214540"/>
                    <a:gd name="connsiteX61" fmla="*/ 136165 w 233765"/>
                    <a:gd name="connsiteY61" fmla="*/ 22900 h 214540"/>
                    <a:gd name="connsiteX62" fmla="*/ 147010 w 233765"/>
                    <a:gd name="connsiteY62" fmla="*/ 25311 h 214540"/>
                    <a:gd name="connsiteX63" fmla="*/ 163886 w 233765"/>
                    <a:gd name="connsiteY63" fmla="*/ 39772 h 214540"/>
                    <a:gd name="connsiteX64" fmla="*/ 166325 w 233765"/>
                    <a:gd name="connsiteY64" fmla="*/ 44597 h 214540"/>
                    <a:gd name="connsiteX65" fmla="*/ 172356 w 233765"/>
                    <a:gd name="connsiteY65" fmla="*/ 44597 h 214540"/>
                    <a:gd name="connsiteX66" fmla="*/ 200077 w 233765"/>
                    <a:gd name="connsiteY66" fmla="*/ 74724 h 214540"/>
                    <a:gd name="connsiteX67" fmla="*/ 200077 w 233765"/>
                    <a:gd name="connsiteY67" fmla="*/ 79550 h 214540"/>
                    <a:gd name="connsiteX68" fmla="*/ 198858 w 233765"/>
                    <a:gd name="connsiteY68" fmla="*/ 81956 h 214540"/>
                    <a:gd name="connsiteX69" fmla="*/ 202452 w 233765"/>
                    <a:gd name="connsiteY69" fmla="*/ 85575 h 214540"/>
                    <a:gd name="connsiteX70" fmla="*/ 210922 w 233765"/>
                    <a:gd name="connsiteY70" fmla="*/ 107270 h 214540"/>
                    <a:gd name="connsiteX71" fmla="*/ 202452 w 233765"/>
                    <a:gd name="connsiteY71" fmla="*/ 128966 h 214540"/>
                    <a:gd name="connsiteX72" fmla="*/ 198858 w 233765"/>
                    <a:gd name="connsiteY72" fmla="*/ 132578 h 214540"/>
                    <a:gd name="connsiteX73" fmla="*/ 200077 w 233765"/>
                    <a:gd name="connsiteY73" fmla="*/ 137404 h 214540"/>
                    <a:gd name="connsiteX74" fmla="*/ 200077 w 233765"/>
                    <a:gd name="connsiteY74" fmla="*/ 142223 h 214540"/>
                    <a:gd name="connsiteX75" fmla="*/ 172356 w 233765"/>
                    <a:gd name="connsiteY75" fmla="*/ 172356 h 214540"/>
                    <a:gd name="connsiteX76" fmla="*/ 166325 w 233765"/>
                    <a:gd name="connsiteY76" fmla="*/ 172356 h 214540"/>
                    <a:gd name="connsiteX77" fmla="*/ 163886 w 233765"/>
                    <a:gd name="connsiteY77" fmla="*/ 177175 h 214540"/>
                    <a:gd name="connsiteX78" fmla="*/ 137385 w 233765"/>
                    <a:gd name="connsiteY78" fmla="*/ 194052 h 21454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 ang="0">
                      <a:pos x="connsiteX39" y="connsiteY39"/>
                    </a:cxn>
                    <a:cxn ang="0">
                      <a:pos x="connsiteX40" y="connsiteY40"/>
                    </a:cxn>
                    <a:cxn ang="0">
                      <a:pos x="connsiteX41" y="connsiteY41"/>
                    </a:cxn>
                    <a:cxn ang="0">
                      <a:pos x="connsiteX42" y="connsiteY42"/>
                    </a:cxn>
                    <a:cxn ang="0">
                      <a:pos x="connsiteX43" y="connsiteY43"/>
                    </a:cxn>
                    <a:cxn ang="0">
                      <a:pos x="connsiteX44" y="connsiteY44"/>
                    </a:cxn>
                    <a:cxn ang="0">
                      <a:pos x="connsiteX45" y="connsiteY45"/>
                    </a:cxn>
                    <a:cxn ang="0">
                      <a:pos x="connsiteX46" y="connsiteY46"/>
                    </a:cxn>
                    <a:cxn ang="0">
                      <a:pos x="connsiteX47" y="connsiteY47"/>
                    </a:cxn>
                    <a:cxn ang="0">
                      <a:pos x="connsiteX48" y="connsiteY48"/>
                    </a:cxn>
                    <a:cxn ang="0">
                      <a:pos x="connsiteX49" y="connsiteY49"/>
                    </a:cxn>
                    <a:cxn ang="0">
                      <a:pos x="connsiteX50" y="connsiteY50"/>
                    </a:cxn>
                    <a:cxn ang="0">
                      <a:pos x="connsiteX51" y="connsiteY51"/>
                    </a:cxn>
                    <a:cxn ang="0">
                      <a:pos x="connsiteX52" y="connsiteY52"/>
                    </a:cxn>
                    <a:cxn ang="0">
                      <a:pos x="connsiteX53" y="connsiteY53"/>
                    </a:cxn>
                    <a:cxn ang="0">
                      <a:pos x="connsiteX54" y="connsiteY54"/>
                    </a:cxn>
                    <a:cxn ang="0">
                      <a:pos x="connsiteX55" y="connsiteY55"/>
                    </a:cxn>
                    <a:cxn ang="0">
                      <a:pos x="connsiteX56" y="connsiteY56"/>
                    </a:cxn>
                    <a:cxn ang="0">
                      <a:pos x="connsiteX57" y="connsiteY57"/>
                    </a:cxn>
                    <a:cxn ang="0">
                      <a:pos x="connsiteX58" y="connsiteY58"/>
                    </a:cxn>
                    <a:cxn ang="0">
                      <a:pos x="connsiteX59" y="connsiteY59"/>
                    </a:cxn>
                    <a:cxn ang="0">
                      <a:pos x="connsiteX60" y="connsiteY60"/>
                    </a:cxn>
                    <a:cxn ang="0">
                      <a:pos x="connsiteX61" y="connsiteY61"/>
                    </a:cxn>
                    <a:cxn ang="0">
                      <a:pos x="connsiteX62" y="connsiteY62"/>
                    </a:cxn>
                    <a:cxn ang="0">
                      <a:pos x="connsiteX63" y="connsiteY63"/>
                    </a:cxn>
                    <a:cxn ang="0">
                      <a:pos x="connsiteX64" y="connsiteY64"/>
                    </a:cxn>
                    <a:cxn ang="0">
                      <a:pos x="connsiteX65" y="connsiteY65"/>
                    </a:cxn>
                    <a:cxn ang="0">
                      <a:pos x="connsiteX66" y="connsiteY66"/>
                    </a:cxn>
                    <a:cxn ang="0">
                      <a:pos x="connsiteX67" y="connsiteY67"/>
                    </a:cxn>
                    <a:cxn ang="0">
                      <a:pos x="connsiteX68" y="connsiteY68"/>
                    </a:cxn>
                    <a:cxn ang="0">
                      <a:pos x="connsiteX69" y="connsiteY69"/>
                    </a:cxn>
                    <a:cxn ang="0">
                      <a:pos x="connsiteX70" y="connsiteY70"/>
                    </a:cxn>
                    <a:cxn ang="0">
                      <a:pos x="connsiteX71" y="connsiteY71"/>
                    </a:cxn>
                    <a:cxn ang="0">
                      <a:pos x="connsiteX72" y="connsiteY72"/>
                    </a:cxn>
                    <a:cxn ang="0">
                      <a:pos x="connsiteX73" y="connsiteY73"/>
                    </a:cxn>
                    <a:cxn ang="0">
                      <a:pos x="connsiteX74" y="connsiteY74"/>
                    </a:cxn>
                    <a:cxn ang="0">
                      <a:pos x="connsiteX75" y="connsiteY75"/>
                    </a:cxn>
                    <a:cxn ang="0">
                      <a:pos x="connsiteX76" y="connsiteY76"/>
                    </a:cxn>
                    <a:cxn ang="0">
                      <a:pos x="connsiteX77" y="connsiteY77"/>
                    </a:cxn>
                    <a:cxn ang="0">
                      <a:pos x="connsiteX78" y="connsiteY78"/>
                    </a:cxn>
                  </a:cxnLst>
                  <a:rect l="l" t="t" r="r" b="b"/>
                  <a:pathLst>
                    <a:path w="233765" h="214540">
                      <a:moveTo>
                        <a:pt x="221766" y="142223"/>
                      </a:moveTo>
                      <a:cubicBezTo>
                        <a:pt x="221766" y="141017"/>
                        <a:pt x="221766" y="141017"/>
                        <a:pt x="221766" y="139810"/>
                      </a:cubicBezTo>
                      <a:cubicBezTo>
                        <a:pt x="228953" y="130172"/>
                        <a:pt x="233766" y="119321"/>
                        <a:pt x="233766" y="107270"/>
                      </a:cubicBezTo>
                      <a:cubicBezTo>
                        <a:pt x="233766" y="95220"/>
                        <a:pt x="230172" y="84369"/>
                        <a:pt x="221766" y="74724"/>
                      </a:cubicBezTo>
                      <a:cubicBezTo>
                        <a:pt x="221766" y="73524"/>
                        <a:pt x="221766" y="73524"/>
                        <a:pt x="221766" y="72318"/>
                      </a:cubicBezTo>
                      <a:cubicBezTo>
                        <a:pt x="221766" y="48210"/>
                        <a:pt x="203671" y="26516"/>
                        <a:pt x="180763" y="22900"/>
                      </a:cubicBezTo>
                      <a:cubicBezTo>
                        <a:pt x="174730" y="14464"/>
                        <a:pt x="166325" y="7232"/>
                        <a:pt x="155480" y="3616"/>
                      </a:cubicBezTo>
                      <a:cubicBezTo>
                        <a:pt x="149449" y="1205"/>
                        <a:pt x="143416" y="0"/>
                        <a:pt x="136165" y="0"/>
                      </a:cubicBezTo>
                      <a:cubicBezTo>
                        <a:pt x="130134" y="0"/>
                        <a:pt x="126540" y="2410"/>
                        <a:pt x="121727" y="6026"/>
                      </a:cubicBezTo>
                      <a:cubicBezTo>
                        <a:pt x="120508" y="7232"/>
                        <a:pt x="119289" y="7232"/>
                        <a:pt x="116915" y="8437"/>
                      </a:cubicBezTo>
                      <a:cubicBezTo>
                        <a:pt x="115696" y="7232"/>
                        <a:pt x="113322" y="6026"/>
                        <a:pt x="112102" y="6026"/>
                      </a:cubicBezTo>
                      <a:cubicBezTo>
                        <a:pt x="107289" y="3616"/>
                        <a:pt x="103632" y="0"/>
                        <a:pt x="97600" y="0"/>
                      </a:cubicBezTo>
                      <a:cubicBezTo>
                        <a:pt x="91633" y="0"/>
                        <a:pt x="84382" y="1205"/>
                        <a:pt x="78349" y="3616"/>
                      </a:cubicBezTo>
                      <a:cubicBezTo>
                        <a:pt x="68724" y="7232"/>
                        <a:pt x="59099" y="14464"/>
                        <a:pt x="53067" y="22900"/>
                      </a:cubicBezTo>
                      <a:cubicBezTo>
                        <a:pt x="28940" y="27721"/>
                        <a:pt x="12064" y="48210"/>
                        <a:pt x="12064" y="72318"/>
                      </a:cubicBezTo>
                      <a:cubicBezTo>
                        <a:pt x="12064" y="73524"/>
                        <a:pt x="12064" y="73524"/>
                        <a:pt x="12064" y="74724"/>
                      </a:cubicBezTo>
                      <a:cubicBezTo>
                        <a:pt x="4877" y="84369"/>
                        <a:pt x="0" y="95220"/>
                        <a:pt x="0" y="107270"/>
                      </a:cubicBezTo>
                      <a:cubicBezTo>
                        <a:pt x="0" y="119321"/>
                        <a:pt x="3657" y="130172"/>
                        <a:pt x="12064" y="139810"/>
                      </a:cubicBezTo>
                      <a:cubicBezTo>
                        <a:pt x="12064" y="141017"/>
                        <a:pt x="12064" y="141017"/>
                        <a:pt x="12064" y="142223"/>
                      </a:cubicBezTo>
                      <a:cubicBezTo>
                        <a:pt x="12064" y="166331"/>
                        <a:pt x="30159" y="188026"/>
                        <a:pt x="53067" y="191639"/>
                      </a:cubicBezTo>
                      <a:cubicBezTo>
                        <a:pt x="62693" y="206103"/>
                        <a:pt x="78349" y="214541"/>
                        <a:pt x="95226" y="214541"/>
                      </a:cubicBezTo>
                      <a:lnTo>
                        <a:pt x="96445" y="214541"/>
                      </a:lnTo>
                      <a:cubicBezTo>
                        <a:pt x="102477" y="214541"/>
                        <a:pt x="107289" y="210922"/>
                        <a:pt x="112102" y="208515"/>
                      </a:cubicBezTo>
                      <a:cubicBezTo>
                        <a:pt x="113322" y="207309"/>
                        <a:pt x="114476" y="207309"/>
                        <a:pt x="115696" y="206103"/>
                      </a:cubicBezTo>
                      <a:cubicBezTo>
                        <a:pt x="116915" y="207309"/>
                        <a:pt x="118134" y="207309"/>
                        <a:pt x="119289" y="208515"/>
                      </a:cubicBezTo>
                      <a:cubicBezTo>
                        <a:pt x="124166" y="210922"/>
                        <a:pt x="128978" y="214541"/>
                        <a:pt x="135011" y="214541"/>
                      </a:cubicBezTo>
                      <a:lnTo>
                        <a:pt x="136165" y="214541"/>
                      </a:lnTo>
                      <a:cubicBezTo>
                        <a:pt x="153042" y="214541"/>
                        <a:pt x="168699" y="206103"/>
                        <a:pt x="178389" y="191639"/>
                      </a:cubicBezTo>
                      <a:cubicBezTo>
                        <a:pt x="203671" y="186820"/>
                        <a:pt x="221766" y="166331"/>
                        <a:pt x="221766" y="142223"/>
                      </a:cubicBezTo>
                      <a:close/>
                      <a:moveTo>
                        <a:pt x="96445" y="194052"/>
                      </a:moveTo>
                      <a:cubicBezTo>
                        <a:pt x="96445" y="194052"/>
                        <a:pt x="95226" y="194052"/>
                        <a:pt x="96445" y="194052"/>
                      </a:cubicBezTo>
                      <a:cubicBezTo>
                        <a:pt x="84382" y="194052"/>
                        <a:pt x="74756" y="188026"/>
                        <a:pt x="68724" y="178382"/>
                      </a:cubicBezTo>
                      <a:lnTo>
                        <a:pt x="66286" y="173563"/>
                      </a:lnTo>
                      <a:lnTo>
                        <a:pt x="60254" y="173563"/>
                      </a:lnTo>
                      <a:cubicBezTo>
                        <a:pt x="44597" y="172356"/>
                        <a:pt x="32533" y="159099"/>
                        <a:pt x="32533" y="143429"/>
                      </a:cubicBezTo>
                      <a:cubicBezTo>
                        <a:pt x="32533" y="142223"/>
                        <a:pt x="32533" y="141017"/>
                        <a:pt x="32533" y="138610"/>
                      </a:cubicBezTo>
                      <a:lnTo>
                        <a:pt x="33753" y="133785"/>
                      </a:lnTo>
                      <a:lnTo>
                        <a:pt x="30159" y="130172"/>
                      </a:lnTo>
                      <a:cubicBezTo>
                        <a:pt x="24127" y="124147"/>
                        <a:pt x="21689" y="116915"/>
                        <a:pt x="21689" y="108477"/>
                      </a:cubicBezTo>
                      <a:cubicBezTo>
                        <a:pt x="21689" y="100039"/>
                        <a:pt x="25346" y="92807"/>
                        <a:pt x="30159" y="86781"/>
                      </a:cubicBezTo>
                      <a:lnTo>
                        <a:pt x="33753" y="81956"/>
                      </a:lnTo>
                      <a:lnTo>
                        <a:pt x="32533" y="77137"/>
                      </a:lnTo>
                      <a:cubicBezTo>
                        <a:pt x="32533" y="75931"/>
                        <a:pt x="32533" y="73524"/>
                        <a:pt x="32533" y="72318"/>
                      </a:cubicBezTo>
                      <a:cubicBezTo>
                        <a:pt x="32533" y="56648"/>
                        <a:pt x="44597" y="43391"/>
                        <a:pt x="60254" y="42184"/>
                      </a:cubicBezTo>
                      <a:lnTo>
                        <a:pt x="66286" y="42184"/>
                      </a:lnTo>
                      <a:lnTo>
                        <a:pt x="68724" y="37365"/>
                      </a:lnTo>
                      <a:cubicBezTo>
                        <a:pt x="72318" y="30132"/>
                        <a:pt x="78349" y="25311"/>
                        <a:pt x="85600" y="22900"/>
                      </a:cubicBezTo>
                      <a:cubicBezTo>
                        <a:pt x="89194" y="21695"/>
                        <a:pt x="92787" y="20490"/>
                        <a:pt x="95226" y="20490"/>
                      </a:cubicBezTo>
                      <a:cubicBezTo>
                        <a:pt x="95226" y="20490"/>
                        <a:pt x="95226" y="20490"/>
                        <a:pt x="96445" y="20490"/>
                      </a:cubicBezTo>
                      <a:cubicBezTo>
                        <a:pt x="97600" y="20490"/>
                        <a:pt x="98820" y="21695"/>
                        <a:pt x="101258" y="22900"/>
                      </a:cubicBezTo>
                      <a:cubicBezTo>
                        <a:pt x="102477" y="24106"/>
                        <a:pt x="104851" y="25311"/>
                        <a:pt x="106071" y="26516"/>
                      </a:cubicBezTo>
                      <a:lnTo>
                        <a:pt x="106071" y="167531"/>
                      </a:lnTo>
                      <a:lnTo>
                        <a:pt x="106071" y="188026"/>
                      </a:lnTo>
                      <a:cubicBezTo>
                        <a:pt x="104851" y="189226"/>
                        <a:pt x="102477" y="190433"/>
                        <a:pt x="101258" y="190433"/>
                      </a:cubicBezTo>
                      <a:cubicBezTo>
                        <a:pt x="100038" y="191639"/>
                        <a:pt x="96445" y="192845"/>
                        <a:pt x="96445" y="194052"/>
                      </a:cubicBezTo>
                      <a:close/>
                      <a:moveTo>
                        <a:pt x="137385" y="194052"/>
                      </a:moveTo>
                      <a:cubicBezTo>
                        <a:pt x="136165" y="194052"/>
                        <a:pt x="133791" y="192845"/>
                        <a:pt x="131353" y="191639"/>
                      </a:cubicBezTo>
                      <a:cubicBezTo>
                        <a:pt x="130134" y="190433"/>
                        <a:pt x="128978" y="190433"/>
                        <a:pt x="126540" y="189226"/>
                      </a:cubicBezTo>
                      <a:lnTo>
                        <a:pt x="126540" y="148248"/>
                      </a:lnTo>
                      <a:lnTo>
                        <a:pt x="126540" y="28926"/>
                      </a:lnTo>
                      <a:cubicBezTo>
                        <a:pt x="128978" y="27721"/>
                        <a:pt x="130134" y="26516"/>
                        <a:pt x="131353" y="25311"/>
                      </a:cubicBezTo>
                      <a:cubicBezTo>
                        <a:pt x="132572" y="24106"/>
                        <a:pt x="135011" y="22900"/>
                        <a:pt x="136165" y="22900"/>
                      </a:cubicBezTo>
                      <a:cubicBezTo>
                        <a:pt x="139823" y="22900"/>
                        <a:pt x="143416" y="22900"/>
                        <a:pt x="147010" y="25311"/>
                      </a:cubicBezTo>
                      <a:cubicBezTo>
                        <a:pt x="154261" y="27721"/>
                        <a:pt x="160293" y="32542"/>
                        <a:pt x="163886" y="39772"/>
                      </a:cubicBezTo>
                      <a:lnTo>
                        <a:pt x="166325" y="44597"/>
                      </a:lnTo>
                      <a:lnTo>
                        <a:pt x="172356" y="44597"/>
                      </a:lnTo>
                      <a:cubicBezTo>
                        <a:pt x="188014" y="45803"/>
                        <a:pt x="200077" y="59061"/>
                        <a:pt x="200077" y="74724"/>
                      </a:cubicBezTo>
                      <a:cubicBezTo>
                        <a:pt x="200077" y="75931"/>
                        <a:pt x="200077" y="77137"/>
                        <a:pt x="200077" y="79550"/>
                      </a:cubicBezTo>
                      <a:lnTo>
                        <a:pt x="198858" y="81956"/>
                      </a:lnTo>
                      <a:lnTo>
                        <a:pt x="202452" y="85575"/>
                      </a:lnTo>
                      <a:cubicBezTo>
                        <a:pt x="208483" y="91600"/>
                        <a:pt x="210922" y="98832"/>
                        <a:pt x="210922" y="107270"/>
                      </a:cubicBezTo>
                      <a:cubicBezTo>
                        <a:pt x="210922" y="115708"/>
                        <a:pt x="207264" y="122940"/>
                        <a:pt x="202452" y="128966"/>
                      </a:cubicBezTo>
                      <a:lnTo>
                        <a:pt x="198858" y="132578"/>
                      </a:lnTo>
                      <a:lnTo>
                        <a:pt x="200077" y="137404"/>
                      </a:lnTo>
                      <a:cubicBezTo>
                        <a:pt x="200077" y="138610"/>
                        <a:pt x="200077" y="141017"/>
                        <a:pt x="200077" y="142223"/>
                      </a:cubicBezTo>
                      <a:cubicBezTo>
                        <a:pt x="200077" y="157893"/>
                        <a:pt x="188014" y="171150"/>
                        <a:pt x="172356" y="172356"/>
                      </a:cubicBezTo>
                      <a:lnTo>
                        <a:pt x="166325" y="172356"/>
                      </a:lnTo>
                      <a:lnTo>
                        <a:pt x="163886" y="177175"/>
                      </a:lnTo>
                      <a:cubicBezTo>
                        <a:pt x="159074" y="186820"/>
                        <a:pt x="149449" y="194052"/>
                        <a:pt x="137385" y="194052"/>
                      </a:cubicBezTo>
                      <a:close/>
                    </a:path>
                  </a:pathLst>
                </a:custGeom>
                <a:solidFill>
                  <a:srgbClr val="2C5967"/>
                </a:solidFill>
                <a:ln w="6417" cap="flat">
                  <a:noFill/>
                  <a:prstDash val="solid"/>
                  <a:miter/>
                </a:ln>
              </p:spPr>
              <p:txBody>
                <a:bodyPr rtlCol="0" anchor="ctr"/>
                <a:lstStyle/>
                <a:p>
                  <a:endParaRPr lang="en-US"/>
                </a:p>
              </p:txBody>
            </p:sp>
            <p:sp>
              <p:nvSpPr>
                <p:cNvPr id="94" name="Freeform: Shape 93">
                  <a:extLst>
                    <a:ext uri="{FF2B5EF4-FFF2-40B4-BE49-F238E27FC236}">
                      <a16:creationId xmlns:a16="http://schemas.microsoft.com/office/drawing/2014/main" id="{C544F713-E332-5589-660B-0CE88059EEF0}"/>
                    </a:ext>
                  </a:extLst>
                </p:cNvPr>
                <p:cNvSpPr/>
                <p:nvPr/>
              </p:nvSpPr>
              <p:spPr>
                <a:xfrm>
                  <a:off x="11150354" y="2746979"/>
                  <a:ext cx="21688" cy="21688"/>
                </a:xfrm>
                <a:custGeom>
                  <a:avLst/>
                  <a:gdLst>
                    <a:gd name="connsiteX0" fmla="*/ 10844 w 21688"/>
                    <a:gd name="connsiteY0" fmla="*/ 21689 h 21688"/>
                    <a:gd name="connsiteX1" fmla="*/ 21689 w 21688"/>
                    <a:gd name="connsiteY1" fmla="*/ 10844 h 21688"/>
                    <a:gd name="connsiteX2" fmla="*/ 10844 w 21688"/>
                    <a:gd name="connsiteY2" fmla="*/ 0 h 21688"/>
                    <a:gd name="connsiteX3" fmla="*/ 0 w 21688"/>
                    <a:gd name="connsiteY3" fmla="*/ 10844 h 21688"/>
                    <a:gd name="connsiteX4" fmla="*/ 10844 w 21688"/>
                    <a:gd name="connsiteY4" fmla="*/ 21689 h 21688"/>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21688" h="21688">
                      <a:moveTo>
                        <a:pt x="10844" y="21689"/>
                      </a:moveTo>
                      <a:cubicBezTo>
                        <a:pt x="16876" y="21689"/>
                        <a:pt x="21689" y="16838"/>
                        <a:pt x="21689" y="10844"/>
                      </a:cubicBezTo>
                      <a:cubicBezTo>
                        <a:pt x="21689" y="4858"/>
                        <a:pt x="16876" y="0"/>
                        <a:pt x="10844" y="0"/>
                      </a:cubicBezTo>
                      <a:cubicBezTo>
                        <a:pt x="4877" y="0"/>
                        <a:pt x="0" y="4858"/>
                        <a:pt x="0" y="10844"/>
                      </a:cubicBezTo>
                      <a:cubicBezTo>
                        <a:pt x="0" y="16838"/>
                        <a:pt x="4877" y="21689"/>
                        <a:pt x="10844" y="21689"/>
                      </a:cubicBezTo>
                      <a:close/>
                    </a:path>
                  </a:pathLst>
                </a:custGeom>
                <a:solidFill>
                  <a:srgbClr val="2C5967"/>
                </a:solidFill>
                <a:ln w="6417" cap="flat">
                  <a:noFill/>
                  <a:prstDash val="solid"/>
                  <a:miter/>
                </a:ln>
              </p:spPr>
              <p:txBody>
                <a:bodyPr rtlCol="0" anchor="ctr"/>
                <a:lstStyle/>
                <a:p>
                  <a:endParaRPr lang="en-US"/>
                </a:p>
              </p:txBody>
            </p:sp>
            <p:sp>
              <p:nvSpPr>
                <p:cNvPr id="95" name="Freeform: Shape 94">
                  <a:extLst>
                    <a:ext uri="{FF2B5EF4-FFF2-40B4-BE49-F238E27FC236}">
                      <a16:creationId xmlns:a16="http://schemas.microsoft.com/office/drawing/2014/main" id="{1B3FB282-5BA9-7D5C-E4EC-FE516970B1E7}"/>
                    </a:ext>
                  </a:extLst>
                </p:cNvPr>
                <p:cNvSpPr/>
                <p:nvPr/>
              </p:nvSpPr>
              <p:spPr>
                <a:xfrm>
                  <a:off x="11140423" y="2714880"/>
                  <a:ext cx="19876" cy="20349"/>
                </a:xfrm>
                <a:custGeom>
                  <a:avLst/>
                  <a:gdLst>
                    <a:gd name="connsiteX0" fmla="*/ 2744 w 19876"/>
                    <a:gd name="connsiteY0" fmla="*/ 3178 h 20349"/>
                    <a:gd name="connsiteX1" fmla="*/ 2744 w 19876"/>
                    <a:gd name="connsiteY1" fmla="*/ 17635 h 20349"/>
                    <a:gd name="connsiteX2" fmla="*/ 17181 w 19876"/>
                    <a:gd name="connsiteY2" fmla="*/ 17635 h 20349"/>
                    <a:gd name="connsiteX3" fmla="*/ 17181 w 19876"/>
                    <a:gd name="connsiteY3" fmla="*/ 3178 h 20349"/>
                    <a:gd name="connsiteX4" fmla="*/ 2744 w 19876"/>
                    <a:gd name="connsiteY4" fmla="*/ 3178 h 20349"/>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9876" h="20349">
                      <a:moveTo>
                        <a:pt x="2744" y="3178"/>
                      </a:moveTo>
                      <a:cubicBezTo>
                        <a:pt x="-915" y="6791"/>
                        <a:pt x="-915" y="14022"/>
                        <a:pt x="2744" y="17635"/>
                      </a:cubicBezTo>
                      <a:cubicBezTo>
                        <a:pt x="6337" y="21254"/>
                        <a:pt x="13588" y="21254"/>
                        <a:pt x="17181" y="17635"/>
                      </a:cubicBezTo>
                      <a:cubicBezTo>
                        <a:pt x="20774" y="14022"/>
                        <a:pt x="20774" y="6791"/>
                        <a:pt x="17181" y="3178"/>
                      </a:cubicBezTo>
                      <a:cubicBezTo>
                        <a:pt x="13588" y="-435"/>
                        <a:pt x="7556" y="-1641"/>
                        <a:pt x="2744" y="3178"/>
                      </a:cubicBezTo>
                      <a:close/>
                    </a:path>
                  </a:pathLst>
                </a:custGeom>
                <a:solidFill>
                  <a:srgbClr val="2C5967"/>
                </a:solidFill>
                <a:ln w="6417" cap="flat">
                  <a:noFill/>
                  <a:prstDash val="solid"/>
                  <a:miter/>
                </a:ln>
              </p:spPr>
              <p:txBody>
                <a:bodyPr rtlCol="0" anchor="ctr"/>
                <a:lstStyle/>
                <a:p>
                  <a:endParaRPr lang="en-US"/>
                </a:p>
              </p:txBody>
            </p:sp>
            <p:sp>
              <p:nvSpPr>
                <p:cNvPr id="96" name="Freeform: Shape 95">
                  <a:extLst>
                    <a:ext uri="{FF2B5EF4-FFF2-40B4-BE49-F238E27FC236}">
                      <a16:creationId xmlns:a16="http://schemas.microsoft.com/office/drawing/2014/main" id="{25072AE3-60CD-DDBF-C895-DACF8E8B855F}"/>
                    </a:ext>
                  </a:extLst>
                </p:cNvPr>
                <p:cNvSpPr/>
                <p:nvPr/>
              </p:nvSpPr>
              <p:spPr>
                <a:xfrm>
                  <a:off x="11140553" y="2780955"/>
                  <a:ext cx="20830" cy="20420"/>
                </a:xfrm>
                <a:custGeom>
                  <a:avLst/>
                  <a:gdLst>
                    <a:gd name="connsiteX0" fmla="*/ 17052 w 20830"/>
                    <a:gd name="connsiteY0" fmla="*/ 17846 h 20420"/>
                    <a:gd name="connsiteX1" fmla="*/ 18271 w 20830"/>
                    <a:gd name="connsiteY1" fmla="*/ 3389 h 20420"/>
                    <a:gd name="connsiteX2" fmla="*/ 3769 w 20830"/>
                    <a:gd name="connsiteY2" fmla="*/ 2182 h 20420"/>
                    <a:gd name="connsiteX3" fmla="*/ 2614 w 20830"/>
                    <a:gd name="connsiteY3" fmla="*/ 16640 h 20420"/>
                    <a:gd name="connsiteX4" fmla="*/ 17052 w 20830"/>
                    <a:gd name="connsiteY4" fmla="*/ 17846 h 20420"/>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20830" h="20420">
                      <a:moveTo>
                        <a:pt x="17052" y="17846"/>
                      </a:moveTo>
                      <a:cubicBezTo>
                        <a:pt x="21865" y="14233"/>
                        <a:pt x="21865" y="7002"/>
                        <a:pt x="18271" y="3389"/>
                      </a:cubicBezTo>
                      <a:cubicBezTo>
                        <a:pt x="14613" y="-230"/>
                        <a:pt x="7427" y="-1430"/>
                        <a:pt x="3769" y="2182"/>
                      </a:cubicBezTo>
                      <a:cubicBezTo>
                        <a:pt x="-1044" y="5795"/>
                        <a:pt x="-1044" y="13027"/>
                        <a:pt x="2614" y="16640"/>
                      </a:cubicBezTo>
                      <a:cubicBezTo>
                        <a:pt x="6207" y="21459"/>
                        <a:pt x="13458" y="21459"/>
                        <a:pt x="17052" y="17846"/>
                      </a:cubicBezTo>
                      <a:close/>
                    </a:path>
                  </a:pathLst>
                </a:custGeom>
                <a:solidFill>
                  <a:srgbClr val="2C5967"/>
                </a:solidFill>
                <a:ln w="6417" cap="flat">
                  <a:noFill/>
                  <a:prstDash val="solid"/>
                  <a:miter/>
                </a:ln>
              </p:spPr>
              <p:txBody>
                <a:bodyPr rtlCol="0" anchor="ctr"/>
                <a:lstStyle/>
                <a:p>
                  <a:endParaRPr lang="en-US"/>
                </a:p>
              </p:txBody>
            </p:sp>
          </p:grpSp>
        </p:grpSp>
        <p:sp>
          <p:nvSpPr>
            <p:cNvPr id="80" name="TextBox 79">
              <a:extLst>
                <a:ext uri="{FF2B5EF4-FFF2-40B4-BE49-F238E27FC236}">
                  <a16:creationId xmlns:a16="http://schemas.microsoft.com/office/drawing/2014/main" id="{79FEAF0B-BDDD-737B-ACED-3ADAA0D8423A}"/>
                </a:ext>
              </a:extLst>
            </p:cNvPr>
            <p:cNvSpPr txBox="1"/>
            <p:nvPr/>
          </p:nvSpPr>
          <p:spPr>
            <a:xfrm>
              <a:off x="10664059" y="2862336"/>
              <a:ext cx="1093568" cy="415498"/>
            </a:xfrm>
            <a:prstGeom prst="rect">
              <a:avLst/>
            </a:prstGeom>
            <a:noFill/>
          </p:spPr>
          <p:txBody>
            <a:bodyPr wrap="none" rtlCol="0">
              <a:spAutoFit/>
            </a:bodyPr>
            <a:lstStyle/>
            <a:p>
              <a:pPr algn="ctr"/>
              <a:r>
                <a:rPr lang="en-US" sz="1050" spc="0" baseline="0" dirty="0">
                  <a:solidFill>
                    <a:srgbClr val="000000"/>
                  </a:solidFill>
                  <a:latin typeface="Oracle Sans"/>
                  <a:cs typeface="Oracle Sans"/>
                  <a:sym typeface="Oracle Sans"/>
                  <a:rtl val="0"/>
                </a:rPr>
                <a:t>Document</a:t>
              </a:r>
            </a:p>
            <a:p>
              <a:pPr algn="ctr"/>
              <a:r>
                <a:rPr lang="en-US" sz="1050" dirty="0">
                  <a:solidFill>
                    <a:srgbClr val="000000"/>
                  </a:solidFill>
                  <a:latin typeface="Oracle Sans"/>
                  <a:cs typeface="Oracle Sans"/>
                  <a:sym typeface="Oracle Sans"/>
                  <a:rtl val="0"/>
                </a:rPr>
                <a:t>Understanding</a:t>
              </a:r>
              <a:endParaRPr lang="en-US" sz="1050" spc="0" baseline="0" dirty="0">
                <a:solidFill>
                  <a:srgbClr val="000000"/>
                </a:solidFill>
                <a:latin typeface="Oracle Sans"/>
                <a:cs typeface="Oracle Sans"/>
                <a:sym typeface="Oracle Sans"/>
                <a:rtl val="0"/>
              </a:endParaRPr>
            </a:p>
          </p:txBody>
        </p:sp>
      </p:grpSp>
      <p:grpSp>
        <p:nvGrpSpPr>
          <p:cNvPr id="105" name="Group 104">
            <a:extLst>
              <a:ext uri="{FF2B5EF4-FFF2-40B4-BE49-F238E27FC236}">
                <a16:creationId xmlns:a16="http://schemas.microsoft.com/office/drawing/2014/main" id="{7DBF0950-48FE-4A11-BA45-F7FACF03ED36}"/>
              </a:ext>
            </a:extLst>
          </p:cNvPr>
          <p:cNvGrpSpPr/>
          <p:nvPr/>
        </p:nvGrpSpPr>
        <p:grpSpPr>
          <a:xfrm>
            <a:off x="9764005" y="1937445"/>
            <a:ext cx="942408" cy="801573"/>
            <a:chOff x="9592038" y="1865206"/>
            <a:chExt cx="942408" cy="801573"/>
          </a:xfrm>
        </p:grpSpPr>
        <p:sp>
          <p:nvSpPr>
            <p:cNvPr id="71" name="Rectangle 70">
              <a:extLst>
                <a:ext uri="{FF2B5EF4-FFF2-40B4-BE49-F238E27FC236}">
                  <a16:creationId xmlns:a16="http://schemas.microsoft.com/office/drawing/2014/main" id="{7E7118B3-2BCF-0649-A24F-C88D5A40E126}"/>
                </a:ext>
              </a:extLst>
            </p:cNvPr>
            <p:cNvSpPr/>
            <p:nvPr/>
          </p:nvSpPr>
          <p:spPr>
            <a:xfrm>
              <a:off x="9592038" y="2411974"/>
              <a:ext cx="942408" cy="254805"/>
            </a:xfrm>
            <a:prstGeom prst="rect">
              <a:avLst/>
            </a:prstGeom>
            <a:noFill/>
            <a:ln w="12700" cap="flat" cmpd="sng" algn="ctr">
              <a:noFill/>
              <a:prstDash val="solid"/>
              <a:miter lim="800000"/>
            </a:ln>
            <a:effectLst/>
            <a:scene3d>
              <a:camera prst="orthographicFront"/>
              <a:lightRig rig="soft" dir="t">
                <a:rot lat="0" lon="0" rev="20400000"/>
              </a:lightRig>
            </a:scene3d>
            <a:sp3d prstMaterial="plastic"/>
          </p:spPr>
          <p:txBody>
            <a:bodyPr lIns="30480" tIns="15240" rIns="30480" bIns="15240" rtlCol="0" anchor="t"/>
            <a:lstStyle/>
            <a:p>
              <a:pPr marL="0" marR="0" lvl="0" indent="0" algn="ctr" defTabSz="914400" eaLnBrk="1" fontAlgn="auto" latinLnBrk="0" hangingPunct="1">
                <a:lnSpc>
                  <a:spcPct val="100000"/>
                </a:lnSpc>
                <a:spcBef>
                  <a:spcPts val="0"/>
                </a:spcBef>
                <a:spcAft>
                  <a:spcPts val="0"/>
                </a:spcAft>
                <a:buClrTx/>
                <a:buSzTx/>
                <a:buFontTx/>
                <a:buNone/>
                <a:tabLst/>
                <a:defRPr/>
              </a:pPr>
              <a:r>
                <a:rPr lang="en-US" sz="1050" kern="0" dirty="0">
                  <a:solidFill>
                    <a:srgbClr val="FCFBFA">
                      <a:lumMod val="10000"/>
                    </a:srgbClr>
                  </a:solidFill>
                  <a:cs typeface="NVIDIA Sans" panose="020B0503020203020204" pitchFamily="34" charset="0"/>
                </a:rPr>
                <a:t>IoT Signal Streaming</a:t>
              </a:r>
              <a:endParaRPr kumimoji="0" lang="en-US" sz="1050" b="0" i="0" u="none" strike="noStrike" kern="0" cap="none" spc="0" normalizeH="0" baseline="0" noProof="0" dirty="0">
                <a:ln>
                  <a:noFill/>
                </a:ln>
                <a:solidFill>
                  <a:srgbClr val="FCFBFA">
                    <a:lumMod val="10000"/>
                  </a:srgbClr>
                </a:solidFill>
                <a:effectLst/>
                <a:uLnTx/>
                <a:uFillTx/>
                <a:ea typeface="+mn-ea"/>
                <a:cs typeface="NVIDIA Sans" panose="020B0503020203020204" pitchFamily="34" charset="0"/>
              </a:endParaRPr>
            </a:p>
          </p:txBody>
        </p:sp>
        <p:grpSp>
          <p:nvGrpSpPr>
            <p:cNvPr id="100" name="Graphic 3">
              <a:extLst>
                <a:ext uri="{FF2B5EF4-FFF2-40B4-BE49-F238E27FC236}">
                  <a16:creationId xmlns:a16="http://schemas.microsoft.com/office/drawing/2014/main" id="{B2642836-5209-EDAE-A88F-AE0C10041BED}"/>
                </a:ext>
              </a:extLst>
            </p:cNvPr>
            <p:cNvGrpSpPr/>
            <p:nvPr/>
          </p:nvGrpSpPr>
          <p:grpSpPr>
            <a:xfrm>
              <a:off x="9770893" y="1865206"/>
              <a:ext cx="513348" cy="513347"/>
              <a:chOff x="5284269" y="1601011"/>
              <a:chExt cx="513348" cy="513347"/>
            </a:xfrm>
          </p:grpSpPr>
          <p:sp>
            <p:nvSpPr>
              <p:cNvPr id="103" name="Freeform: Shape 102">
                <a:extLst>
                  <a:ext uri="{FF2B5EF4-FFF2-40B4-BE49-F238E27FC236}">
                    <a16:creationId xmlns:a16="http://schemas.microsoft.com/office/drawing/2014/main" id="{10772FEC-C44B-EAAC-A40D-4698A0A34CCA}"/>
                  </a:ext>
                </a:extLst>
              </p:cNvPr>
              <p:cNvSpPr/>
              <p:nvPr/>
            </p:nvSpPr>
            <p:spPr>
              <a:xfrm>
                <a:off x="5284269" y="1601011"/>
                <a:ext cx="513348" cy="513347"/>
              </a:xfrm>
              <a:custGeom>
                <a:avLst/>
                <a:gdLst>
                  <a:gd name="connsiteX0" fmla="*/ 461615 w 513348"/>
                  <a:gd name="connsiteY0" fmla="*/ 12231 h 513347"/>
                  <a:gd name="connsiteX1" fmla="*/ 476707 w 513348"/>
                  <a:gd name="connsiteY1" fmla="*/ 15170 h 513347"/>
                  <a:gd name="connsiteX2" fmla="*/ 489471 w 513348"/>
                  <a:gd name="connsiteY2" fmla="*/ 23727 h 513347"/>
                  <a:gd name="connsiteX3" fmla="*/ 498082 w 513348"/>
                  <a:gd name="connsiteY3" fmla="*/ 36445 h 513347"/>
                  <a:gd name="connsiteX4" fmla="*/ 501111 w 513348"/>
                  <a:gd name="connsiteY4" fmla="*/ 51490 h 513347"/>
                  <a:gd name="connsiteX5" fmla="*/ 498082 w 513348"/>
                  <a:gd name="connsiteY5" fmla="*/ 66535 h 513347"/>
                  <a:gd name="connsiteX6" fmla="*/ 489471 w 513348"/>
                  <a:gd name="connsiteY6" fmla="*/ 79252 h 513347"/>
                  <a:gd name="connsiteX7" fmla="*/ 462597 w 513348"/>
                  <a:gd name="connsiteY7" fmla="*/ 90749 h 513347"/>
                  <a:gd name="connsiteX8" fmla="*/ 371683 w 513348"/>
                  <a:gd name="connsiteY8" fmla="*/ 428054 h 513347"/>
                  <a:gd name="connsiteX9" fmla="*/ 379903 w 513348"/>
                  <a:gd name="connsiteY9" fmla="*/ 434170 h 513347"/>
                  <a:gd name="connsiteX10" fmla="*/ 390600 w 513348"/>
                  <a:gd name="connsiteY10" fmla="*/ 452952 h 513347"/>
                  <a:gd name="connsiteX11" fmla="*/ 389753 w 513348"/>
                  <a:gd name="connsiteY11" fmla="*/ 474532 h 513347"/>
                  <a:gd name="connsiteX12" fmla="*/ 377619 w 513348"/>
                  <a:gd name="connsiteY12" fmla="*/ 492422 h 513347"/>
                  <a:gd name="connsiteX13" fmla="*/ 357842 w 513348"/>
                  <a:gd name="connsiteY13" fmla="*/ 501239 h 513347"/>
                  <a:gd name="connsiteX14" fmla="*/ 336378 w 513348"/>
                  <a:gd name="connsiteY14" fmla="*/ 498338 h 513347"/>
                  <a:gd name="connsiteX15" fmla="*/ 319668 w 513348"/>
                  <a:gd name="connsiteY15" fmla="*/ 484587 h 513347"/>
                  <a:gd name="connsiteX16" fmla="*/ 312751 w 513348"/>
                  <a:gd name="connsiteY16" fmla="*/ 464124 h 513347"/>
                  <a:gd name="connsiteX17" fmla="*/ 317698 w 513348"/>
                  <a:gd name="connsiteY17" fmla="*/ 443102 h 513347"/>
                  <a:gd name="connsiteX18" fmla="*/ 70720 w 513348"/>
                  <a:gd name="connsiteY18" fmla="*/ 196784 h 513347"/>
                  <a:gd name="connsiteX19" fmla="*/ 51579 w 513348"/>
                  <a:gd name="connsiteY19" fmla="*/ 201921 h 513347"/>
                  <a:gd name="connsiteX20" fmla="*/ 36493 w 513348"/>
                  <a:gd name="connsiteY20" fmla="*/ 198962 h 513347"/>
                  <a:gd name="connsiteX21" fmla="*/ 23724 w 513348"/>
                  <a:gd name="connsiteY21" fmla="*/ 190425 h 513347"/>
                  <a:gd name="connsiteX22" fmla="*/ 12237 w 513348"/>
                  <a:gd name="connsiteY22" fmla="*/ 162662 h 513347"/>
                  <a:gd name="connsiteX23" fmla="*/ 23724 w 513348"/>
                  <a:gd name="connsiteY23" fmla="*/ 134900 h 513347"/>
                  <a:gd name="connsiteX24" fmla="*/ 36506 w 513348"/>
                  <a:gd name="connsiteY24" fmla="*/ 126388 h 513347"/>
                  <a:gd name="connsiteX25" fmla="*/ 51579 w 513348"/>
                  <a:gd name="connsiteY25" fmla="*/ 123399 h 513347"/>
                  <a:gd name="connsiteX26" fmla="*/ 66652 w 513348"/>
                  <a:gd name="connsiteY26" fmla="*/ 126388 h 513347"/>
                  <a:gd name="connsiteX27" fmla="*/ 79428 w 513348"/>
                  <a:gd name="connsiteY27" fmla="*/ 134900 h 513347"/>
                  <a:gd name="connsiteX28" fmla="*/ 84703 w 513348"/>
                  <a:gd name="connsiteY28" fmla="*/ 141381 h 513347"/>
                  <a:gd name="connsiteX29" fmla="*/ 422235 w 513348"/>
                  <a:gd name="connsiteY29" fmla="*/ 51490 h 513347"/>
                  <a:gd name="connsiteX30" fmla="*/ 433766 w 513348"/>
                  <a:gd name="connsiteY30" fmla="*/ 23727 h 513347"/>
                  <a:gd name="connsiteX31" fmla="*/ 446536 w 513348"/>
                  <a:gd name="connsiteY31" fmla="*/ 15190 h 513347"/>
                  <a:gd name="connsiteX32" fmla="*/ 461615 w 513348"/>
                  <a:gd name="connsiteY32" fmla="*/ 12231 h 513347"/>
                  <a:gd name="connsiteX33" fmla="*/ 461615 w 513348"/>
                  <a:gd name="connsiteY33" fmla="*/ 1 h 513347"/>
                  <a:gd name="connsiteX34" fmla="*/ 428665 w 513348"/>
                  <a:gd name="connsiteY34" fmla="*/ 11748 h 513347"/>
                  <a:gd name="connsiteX35" fmla="*/ 410948 w 513348"/>
                  <a:gd name="connsiteY35" fmla="*/ 41828 h 513347"/>
                  <a:gd name="connsiteX36" fmla="*/ 89368 w 513348"/>
                  <a:gd name="connsiteY36" fmla="*/ 127439 h 513347"/>
                  <a:gd name="connsiteX37" fmla="*/ 88142 w 513348"/>
                  <a:gd name="connsiteY37" fmla="*/ 126216 h 513347"/>
                  <a:gd name="connsiteX38" fmla="*/ 66639 w 513348"/>
                  <a:gd name="connsiteY38" fmla="*/ 113389 h 513347"/>
                  <a:gd name="connsiteX39" fmla="*/ 41614 w 513348"/>
                  <a:gd name="connsiteY39" fmla="*/ 112156 h 513347"/>
                  <a:gd name="connsiteX40" fmla="*/ 18949 w 513348"/>
                  <a:gd name="connsiteY40" fmla="*/ 122807 h 513347"/>
                  <a:gd name="connsiteX41" fmla="*/ 3985 w 513348"/>
                  <a:gd name="connsiteY41" fmla="*/ 142836 h 513347"/>
                  <a:gd name="connsiteX42" fmla="*/ 231 w 513348"/>
                  <a:gd name="connsiteY42" fmla="*/ 167531 h 513347"/>
                  <a:gd name="connsiteX43" fmla="*/ 8580 w 513348"/>
                  <a:gd name="connsiteY43" fmla="*/ 191080 h 513347"/>
                  <a:gd name="connsiteX44" fmla="*/ 27060 w 513348"/>
                  <a:gd name="connsiteY44" fmla="*/ 207943 h 513347"/>
                  <a:gd name="connsiteX45" fmla="*/ 51335 w 513348"/>
                  <a:gd name="connsiteY45" fmla="*/ 214151 h 513347"/>
                  <a:gd name="connsiteX46" fmla="*/ 67775 w 513348"/>
                  <a:gd name="connsiteY46" fmla="*/ 211460 h 513347"/>
                  <a:gd name="connsiteX47" fmla="*/ 303100 w 513348"/>
                  <a:gd name="connsiteY47" fmla="*/ 446035 h 513347"/>
                  <a:gd name="connsiteX48" fmla="*/ 300399 w 513348"/>
                  <a:gd name="connsiteY48" fmla="*/ 462179 h 513347"/>
                  <a:gd name="connsiteX49" fmla="*/ 306629 w 513348"/>
                  <a:gd name="connsiteY49" fmla="*/ 486371 h 513347"/>
                  <a:gd name="connsiteX50" fmla="*/ 323544 w 513348"/>
                  <a:gd name="connsiteY50" fmla="*/ 504794 h 513347"/>
                  <a:gd name="connsiteX51" fmla="*/ 347171 w 513348"/>
                  <a:gd name="connsiteY51" fmla="*/ 513116 h 513347"/>
                  <a:gd name="connsiteX52" fmla="*/ 371940 w 513348"/>
                  <a:gd name="connsiteY52" fmla="*/ 509375 h 513347"/>
                  <a:gd name="connsiteX53" fmla="*/ 392037 w 513348"/>
                  <a:gd name="connsiteY53" fmla="*/ 494456 h 513347"/>
                  <a:gd name="connsiteX54" fmla="*/ 402722 w 513348"/>
                  <a:gd name="connsiteY54" fmla="*/ 471862 h 513347"/>
                  <a:gd name="connsiteX55" fmla="*/ 401483 w 513348"/>
                  <a:gd name="connsiteY55" fmla="*/ 446920 h 513347"/>
                  <a:gd name="connsiteX56" fmla="*/ 388617 w 513348"/>
                  <a:gd name="connsiteY56" fmla="*/ 425488 h 513347"/>
                  <a:gd name="connsiteX57" fmla="*/ 385794 w 513348"/>
                  <a:gd name="connsiteY57" fmla="*/ 422921 h 513347"/>
                  <a:gd name="connsiteX58" fmla="*/ 472293 w 513348"/>
                  <a:gd name="connsiteY58" fmla="*/ 101878 h 513347"/>
                  <a:gd name="connsiteX59" fmla="*/ 498178 w 513348"/>
                  <a:gd name="connsiteY59" fmla="*/ 87936 h 513347"/>
                  <a:gd name="connsiteX60" fmla="*/ 512366 w 513348"/>
                  <a:gd name="connsiteY60" fmla="*/ 61496 h 513347"/>
                  <a:gd name="connsiteX61" fmla="*/ 509363 w 513348"/>
                  <a:gd name="connsiteY61" fmla="*/ 31662 h 513347"/>
                  <a:gd name="connsiteX62" fmla="*/ 490202 w 513348"/>
                  <a:gd name="connsiteY62" fmla="*/ 8551 h 513347"/>
                  <a:gd name="connsiteX63" fmla="*/ 461372 w 513348"/>
                  <a:gd name="connsiteY63" fmla="*/ 1 h 513347"/>
                  <a:gd name="connsiteX64" fmla="*/ 461615 w 513348"/>
                  <a:gd name="connsiteY64" fmla="*/ 1 h 513347"/>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 ang="0">
                    <a:pos x="connsiteX39" y="connsiteY39"/>
                  </a:cxn>
                  <a:cxn ang="0">
                    <a:pos x="connsiteX40" y="connsiteY40"/>
                  </a:cxn>
                  <a:cxn ang="0">
                    <a:pos x="connsiteX41" y="connsiteY41"/>
                  </a:cxn>
                  <a:cxn ang="0">
                    <a:pos x="connsiteX42" y="connsiteY42"/>
                  </a:cxn>
                  <a:cxn ang="0">
                    <a:pos x="connsiteX43" y="connsiteY43"/>
                  </a:cxn>
                  <a:cxn ang="0">
                    <a:pos x="connsiteX44" y="connsiteY44"/>
                  </a:cxn>
                  <a:cxn ang="0">
                    <a:pos x="connsiteX45" y="connsiteY45"/>
                  </a:cxn>
                  <a:cxn ang="0">
                    <a:pos x="connsiteX46" y="connsiteY46"/>
                  </a:cxn>
                  <a:cxn ang="0">
                    <a:pos x="connsiteX47" y="connsiteY47"/>
                  </a:cxn>
                  <a:cxn ang="0">
                    <a:pos x="connsiteX48" y="connsiteY48"/>
                  </a:cxn>
                  <a:cxn ang="0">
                    <a:pos x="connsiteX49" y="connsiteY49"/>
                  </a:cxn>
                  <a:cxn ang="0">
                    <a:pos x="connsiteX50" y="connsiteY50"/>
                  </a:cxn>
                  <a:cxn ang="0">
                    <a:pos x="connsiteX51" y="connsiteY51"/>
                  </a:cxn>
                  <a:cxn ang="0">
                    <a:pos x="connsiteX52" y="connsiteY52"/>
                  </a:cxn>
                  <a:cxn ang="0">
                    <a:pos x="connsiteX53" y="connsiteY53"/>
                  </a:cxn>
                  <a:cxn ang="0">
                    <a:pos x="connsiteX54" y="connsiteY54"/>
                  </a:cxn>
                  <a:cxn ang="0">
                    <a:pos x="connsiteX55" y="connsiteY55"/>
                  </a:cxn>
                  <a:cxn ang="0">
                    <a:pos x="connsiteX56" y="connsiteY56"/>
                  </a:cxn>
                  <a:cxn ang="0">
                    <a:pos x="connsiteX57" y="connsiteY57"/>
                  </a:cxn>
                  <a:cxn ang="0">
                    <a:pos x="connsiteX58" y="connsiteY58"/>
                  </a:cxn>
                  <a:cxn ang="0">
                    <a:pos x="connsiteX59" y="connsiteY59"/>
                  </a:cxn>
                  <a:cxn ang="0">
                    <a:pos x="connsiteX60" y="connsiteY60"/>
                  </a:cxn>
                  <a:cxn ang="0">
                    <a:pos x="connsiteX61" y="connsiteY61"/>
                  </a:cxn>
                  <a:cxn ang="0">
                    <a:pos x="connsiteX62" y="connsiteY62"/>
                  </a:cxn>
                  <a:cxn ang="0">
                    <a:pos x="connsiteX63" y="connsiteY63"/>
                  </a:cxn>
                  <a:cxn ang="0">
                    <a:pos x="connsiteX64" y="connsiteY64"/>
                  </a:cxn>
                </a:cxnLst>
                <a:rect l="l" t="t" r="r" b="b"/>
                <a:pathLst>
                  <a:path w="513348" h="513347">
                    <a:moveTo>
                      <a:pt x="461615" y="12231"/>
                    </a:moveTo>
                    <a:cubicBezTo>
                      <a:pt x="466794" y="12196"/>
                      <a:pt x="471927" y="13196"/>
                      <a:pt x="476707" y="15170"/>
                    </a:cubicBezTo>
                    <a:cubicBezTo>
                      <a:pt x="481495" y="17145"/>
                      <a:pt x="485832" y="20054"/>
                      <a:pt x="489471" y="23727"/>
                    </a:cubicBezTo>
                    <a:cubicBezTo>
                      <a:pt x="493154" y="27356"/>
                      <a:pt x="496086" y="31679"/>
                      <a:pt x="498082" y="36445"/>
                    </a:cubicBezTo>
                    <a:cubicBezTo>
                      <a:pt x="500078" y="41211"/>
                      <a:pt x="501111" y="46324"/>
                      <a:pt x="501111" y="51490"/>
                    </a:cubicBezTo>
                    <a:cubicBezTo>
                      <a:pt x="501111" y="56655"/>
                      <a:pt x="500078" y="61769"/>
                      <a:pt x="498082" y="66535"/>
                    </a:cubicBezTo>
                    <a:cubicBezTo>
                      <a:pt x="496086" y="71300"/>
                      <a:pt x="493154" y="75624"/>
                      <a:pt x="489471" y="79252"/>
                    </a:cubicBezTo>
                    <a:cubicBezTo>
                      <a:pt x="482361" y="86433"/>
                      <a:pt x="472717" y="90559"/>
                      <a:pt x="462597" y="90749"/>
                    </a:cubicBezTo>
                    <a:lnTo>
                      <a:pt x="371683" y="428054"/>
                    </a:lnTo>
                    <a:cubicBezTo>
                      <a:pt x="374731" y="429652"/>
                      <a:pt x="377503" y="431712"/>
                      <a:pt x="379903" y="434170"/>
                    </a:cubicBezTo>
                    <a:cubicBezTo>
                      <a:pt x="385159" y="439316"/>
                      <a:pt x="388861" y="445823"/>
                      <a:pt x="390600" y="452952"/>
                    </a:cubicBezTo>
                    <a:cubicBezTo>
                      <a:pt x="392339" y="460081"/>
                      <a:pt x="392050" y="467557"/>
                      <a:pt x="389753" y="474532"/>
                    </a:cubicBezTo>
                    <a:cubicBezTo>
                      <a:pt x="387462" y="481507"/>
                      <a:pt x="383259" y="487699"/>
                      <a:pt x="377619" y="492422"/>
                    </a:cubicBezTo>
                    <a:cubicBezTo>
                      <a:pt x="371978" y="497138"/>
                      <a:pt x="365131" y="500193"/>
                      <a:pt x="357842" y="501239"/>
                    </a:cubicBezTo>
                    <a:cubicBezTo>
                      <a:pt x="350559" y="502285"/>
                      <a:pt x="343122" y="501283"/>
                      <a:pt x="336378" y="498338"/>
                    </a:cubicBezTo>
                    <a:cubicBezTo>
                      <a:pt x="329634" y="495399"/>
                      <a:pt x="323846" y="490638"/>
                      <a:pt x="319668" y="484587"/>
                    </a:cubicBezTo>
                    <a:cubicBezTo>
                      <a:pt x="315497" y="478542"/>
                      <a:pt x="313098" y="471458"/>
                      <a:pt x="312751" y="464124"/>
                    </a:cubicBezTo>
                    <a:cubicBezTo>
                      <a:pt x="312404" y="456796"/>
                      <a:pt x="314118" y="449512"/>
                      <a:pt x="317698" y="443102"/>
                    </a:cubicBezTo>
                    <a:lnTo>
                      <a:pt x="70720" y="196784"/>
                    </a:lnTo>
                    <a:cubicBezTo>
                      <a:pt x="64900" y="200142"/>
                      <a:pt x="58298" y="201913"/>
                      <a:pt x="51579" y="201921"/>
                    </a:cubicBezTo>
                    <a:cubicBezTo>
                      <a:pt x="46401" y="201942"/>
                      <a:pt x="41274" y="200936"/>
                      <a:pt x="36493" y="198962"/>
                    </a:cubicBezTo>
                    <a:cubicBezTo>
                      <a:pt x="31713" y="196988"/>
                      <a:pt x="27375" y="194086"/>
                      <a:pt x="23724" y="190425"/>
                    </a:cubicBezTo>
                    <a:cubicBezTo>
                      <a:pt x="16370" y="183046"/>
                      <a:pt x="12237" y="173065"/>
                      <a:pt x="12237" y="162662"/>
                    </a:cubicBezTo>
                    <a:cubicBezTo>
                      <a:pt x="12237" y="152259"/>
                      <a:pt x="16370" y="142278"/>
                      <a:pt x="23724" y="134900"/>
                    </a:cubicBezTo>
                    <a:cubicBezTo>
                      <a:pt x="27381" y="131254"/>
                      <a:pt x="31725" y="128361"/>
                      <a:pt x="36506" y="126388"/>
                    </a:cubicBezTo>
                    <a:cubicBezTo>
                      <a:pt x="41280" y="124415"/>
                      <a:pt x="46407" y="123399"/>
                      <a:pt x="51579" y="123399"/>
                    </a:cubicBezTo>
                    <a:cubicBezTo>
                      <a:pt x="56751" y="123399"/>
                      <a:pt x="61872" y="124415"/>
                      <a:pt x="66652" y="126388"/>
                    </a:cubicBezTo>
                    <a:cubicBezTo>
                      <a:pt x="71433" y="128361"/>
                      <a:pt x="75770" y="131254"/>
                      <a:pt x="79428" y="134900"/>
                    </a:cubicBezTo>
                    <a:cubicBezTo>
                      <a:pt x="81456" y="136829"/>
                      <a:pt x="83227" y="139007"/>
                      <a:pt x="84703" y="141381"/>
                    </a:cubicBezTo>
                    <a:lnTo>
                      <a:pt x="422235" y="51490"/>
                    </a:lnTo>
                    <a:cubicBezTo>
                      <a:pt x="422248" y="41080"/>
                      <a:pt x="426393" y="31098"/>
                      <a:pt x="433766" y="23727"/>
                    </a:cubicBezTo>
                    <a:cubicBezTo>
                      <a:pt x="437411" y="20066"/>
                      <a:pt x="441749" y="17164"/>
                      <a:pt x="446536" y="15190"/>
                    </a:cubicBezTo>
                    <a:cubicBezTo>
                      <a:pt x="451316" y="13216"/>
                      <a:pt x="456443" y="12210"/>
                      <a:pt x="461615" y="12231"/>
                    </a:cubicBezTo>
                    <a:close/>
                    <a:moveTo>
                      <a:pt x="461615" y="1"/>
                    </a:moveTo>
                    <a:cubicBezTo>
                      <a:pt x="449590" y="-55"/>
                      <a:pt x="437931" y="4102"/>
                      <a:pt x="428665" y="11748"/>
                    </a:cubicBezTo>
                    <a:cubicBezTo>
                      <a:pt x="419405" y="19393"/>
                      <a:pt x="413130" y="30040"/>
                      <a:pt x="410948" y="41828"/>
                    </a:cubicBezTo>
                    <a:lnTo>
                      <a:pt x="89368" y="127439"/>
                    </a:lnTo>
                    <a:lnTo>
                      <a:pt x="88142" y="126216"/>
                    </a:lnTo>
                    <a:cubicBezTo>
                      <a:pt x="82136" y="120246"/>
                      <a:pt x="74757" y="115841"/>
                      <a:pt x="66639" y="113389"/>
                    </a:cubicBezTo>
                    <a:cubicBezTo>
                      <a:pt x="58528" y="110937"/>
                      <a:pt x="49930" y="110513"/>
                      <a:pt x="41614" y="112156"/>
                    </a:cubicBezTo>
                    <a:cubicBezTo>
                      <a:pt x="33298" y="113798"/>
                      <a:pt x="25514" y="117456"/>
                      <a:pt x="18949" y="122807"/>
                    </a:cubicBezTo>
                    <a:cubicBezTo>
                      <a:pt x="12392" y="128158"/>
                      <a:pt x="7251" y="135036"/>
                      <a:pt x="3985" y="142836"/>
                    </a:cubicBezTo>
                    <a:cubicBezTo>
                      <a:pt x="719" y="150636"/>
                      <a:pt x="-571" y="159117"/>
                      <a:pt x="231" y="167531"/>
                    </a:cubicBezTo>
                    <a:cubicBezTo>
                      <a:pt x="1034" y="175944"/>
                      <a:pt x="3902" y="184032"/>
                      <a:pt x="8580" y="191080"/>
                    </a:cubicBezTo>
                    <a:cubicBezTo>
                      <a:pt x="13257" y="198127"/>
                      <a:pt x="19604" y="203919"/>
                      <a:pt x="27060" y="207943"/>
                    </a:cubicBezTo>
                    <a:cubicBezTo>
                      <a:pt x="34517" y="211966"/>
                      <a:pt x="42852" y="214098"/>
                      <a:pt x="51335" y="214151"/>
                    </a:cubicBezTo>
                    <a:cubicBezTo>
                      <a:pt x="56924" y="214195"/>
                      <a:pt x="62487" y="213285"/>
                      <a:pt x="67775" y="211460"/>
                    </a:cubicBezTo>
                    <a:lnTo>
                      <a:pt x="303100" y="446035"/>
                    </a:lnTo>
                    <a:cubicBezTo>
                      <a:pt x="301297" y="451226"/>
                      <a:pt x="300386" y="456686"/>
                      <a:pt x="300399" y="462179"/>
                    </a:cubicBezTo>
                    <a:cubicBezTo>
                      <a:pt x="300450" y="470630"/>
                      <a:pt x="302593" y="478940"/>
                      <a:pt x="306629" y="486371"/>
                    </a:cubicBezTo>
                    <a:cubicBezTo>
                      <a:pt x="310665" y="493801"/>
                      <a:pt x="316472" y="500128"/>
                      <a:pt x="323544" y="504794"/>
                    </a:cubicBezTo>
                    <a:cubicBezTo>
                      <a:pt x="330615" y="509459"/>
                      <a:pt x="338726" y="512320"/>
                      <a:pt x="347171" y="513116"/>
                    </a:cubicBezTo>
                    <a:cubicBezTo>
                      <a:pt x="355609" y="513918"/>
                      <a:pt x="364118" y="512628"/>
                      <a:pt x="371940" y="509375"/>
                    </a:cubicBezTo>
                    <a:cubicBezTo>
                      <a:pt x="379768" y="506122"/>
                      <a:pt x="386666" y="500995"/>
                      <a:pt x="392037" y="494456"/>
                    </a:cubicBezTo>
                    <a:cubicBezTo>
                      <a:pt x="397402" y="487911"/>
                      <a:pt x="401072" y="480153"/>
                      <a:pt x="402722" y="471862"/>
                    </a:cubicBezTo>
                    <a:cubicBezTo>
                      <a:pt x="404371" y="463572"/>
                      <a:pt x="403941" y="455005"/>
                      <a:pt x="401483" y="446920"/>
                    </a:cubicBezTo>
                    <a:cubicBezTo>
                      <a:pt x="399025" y="438828"/>
                      <a:pt x="394604" y="431468"/>
                      <a:pt x="388617" y="425488"/>
                    </a:cubicBezTo>
                    <a:cubicBezTo>
                      <a:pt x="387635" y="424634"/>
                      <a:pt x="386776" y="423653"/>
                      <a:pt x="385794" y="422921"/>
                    </a:cubicBezTo>
                    <a:lnTo>
                      <a:pt x="472293" y="101878"/>
                    </a:lnTo>
                    <a:cubicBezTo>
                      <a:pt x="482117" y="99886"/>
                      <a:pt x="491126" y="95033"/>
                      <a:pt x="498178" y="87936"/>
                    </a:cubicBezTo>
                    <a:cubicBezTo>
                      <a:pt x="505436" y="80720"/>
                      <a:pt x="510370" y="71516"/>
                      <a:pt x="512366" y="61496"/>
                    </a:cubicBezTo>
                    <a:cubicBezTo>
                      <a:pt x="514355" y="51474"/>
                      <a:pt x="513309" y="41089"/>
                      <a:pt x="509363" y="31662"/>
                    </a:cubicBezTo>
                    <a:cubicBezTo>
                      <a:pt x="505416" y="22234"/>
                      <a:pt x="498749" y="14189"/>
                      <a:pt x="490202" y="8551"/>
                    </a:cubicBezTo>
                    <a:cubicBezTo>
                      <a:pt x="481655" y="2914"/>
                      <a:pt x="471619" y="-63"/>
                      <a:pt x="461372" y="1"/>
                    </a:cubicBezTo>
                    <a:lnTo>
                      <a:pt x="461615" y="1"/>
                    </a:lnTo>
                    <a:close/>
                  </a:path>
                </a:pathLst>
              </a:custGeom>
              <a:solidFill>
                <a:srgbClr val="FFFFFF"/>
              </a:solidFill>
              <a:ln w="6417" cap="flat">
                <a:noFill/>
                <a:prstDash val="solid"/>
                <a:miter/>
              </a:ln>
            </p:spPr>
            <p:txBody>
              <a:bodyPr rtlCol="0" anchor="ctr"/>
              <a:lstStyle/>
              <a:p>
                <a:endParaRPr lang="en-US"/>
              </a:p>
            </p:txBody>
          </p:sp>
          <p:sp>
            <p:nvSpPr>
              <p:cNvPr id="104" name="Freeform: Shape 103">
                <a:extLst>
                  <a:ext uri="{FF2B5EF4-FFF2-40B4-BE49-F238E27FC236}">
                    <a16:creationId xmlns:a16="http://schemas.microsoft.com/office/drawing/2014/main" id="{EB2B77E1-4F55-3929-5445-105138E44B16}"/>
                  </a:ext>
                </a:extLst>
              </p:cNvPr>
              <p:cNvSpPr/>
              <p:nvPr/>
            </p:nvSpPr>
            <p:spPr>
              <a:xfrm>
                <a:off x="5296493" y="1613229"/>
                <a:ext cx="489010" cy="489206"/>
              </a:xfrm>
              <a:custGeom>
                <a:avLst/>
                <a:gdLst>
                  <a:gd name="connsiteX0" fmla="*/ 477233 w 489010"/>
                  <a:gd name="connsiteY0" fmla="*/ 11501 h 489206"/>
                  <a:gd name="connsiteX1" fmla="*/ 457065 w 489010"/>
                  <a:gd name="connsiteY1" fmla="*/ 755 h 489206"/>
                  <a:gd name="connsiteX2" fmla="*/ 434311 w 489010"/>
                  <a:gd name="connsiteY2" fmla="*/ 2989 h 489206"/>
                  <a:gd name="connsiteX3" fmla="*/ 416633 w 489010"/>
                  <a:gd name="connsiteY3" fmla="*/ 17450 h 489206"/>
                  <a:gd name="connsiteX4" fmla="*/ 409998 w 489010"/>
                  <a:gd name="connsiteY4" fmla="*/ 39264 h 489206"/>
                  <a:gd name="connsiteX5" fmla="*/ 414560 w 489010"/>
                  <a:gd name="connsiteY5" fmla="*/ 57925 h 489206"/>
                  <a:gd name="connsiteX6" fmla="*/ 427432 w 489010"/>
                  <a:gd name="connsiteY6" fmla="*/ 72216 h 489206"/>
                  <a:gd name="connsiteX7" fmla="*/ 445560 w 489010"/>
                  <a:gd name="connsiteY7" fmla="*/ 78736 h 489206"/>
                  <a:gd name="connsiteX8" fmla="*/ 464624 w 489010"/>
                  <a:gd name="connsiteY8" fmla="*/ 75935 h 489206"/>
                  <a:gd name="connsiteX9" fmla="*/ 480089 w 489010"/>
                  <a:gd name="connsiteY9" fmla="*/ 64479 h 489206"/>
                  <a:gd name="connsiteX10" fmla="*/ 488277 w 489010"/>
                  <a:gd name="connsiteY10" fmla="*/ 47092 h 489206"/>
                  <a:gd name="connsiteX11" fmla="*/ 487243 w 489010"/>
                  <a:gd name="connsiteY11" fmla="*/ 27912 h 489206"/>
                  <a:gd name="connsiteX12" fmla="*/ 477233 w 489010"/>
                  <a:gd name="connsiteY12" fmla="*/ 11501 h 489206"/>
                  <a:gd name="connsiteX13" fmla="*/ 462141 w 489010"/>
                  <a:gd name="connsiteY13" fmla="*/ 51983 h 489206"/>
                  <a:gd name="connsiteX14" fmla="*/ 449872 w 489010"/>
                  <a:gd name="connsiteY14" fmla="*/ 57242 h 489206"/>
                  <a:gd name="connsiteX15" fmla="*/ 437603 w 489010"/>
                  <a:gd name="connsiteY15" fmla="*/ 51983 h 489206"/>
                  <a:gd name="connsiteX16" fmla="*/ 432328 w 489010"/>
                  <a:gd name="connsiteY16" fmla="*/ 39753 h 489206"/>
                  <a:gd name="connsiteX17" fmla="*/ 437603 w 489010"/>
                  <a:gd name="connsiteY17" fmla="*/ 27523 h 489206"/>
                  <a:gd name="connsiteX18" fmla="*/ 449872 w 489010"/>
                  <a:gd name="connsiteY18" fmla="*/ 22263 h 489206"/>
                  <a:gd name="connsiteX19" fmla="*/ 461981 w 489010"/>
                  <a:gd name="connsiteY19" fmla="*/ 27344 h 489206"/>
                  <a:gd name="connsiteX20" fmla="*/ 467415 w 489010"/>
                  <a:gd name="connsiteY20" fmla="*/ 39264 h 489206"/>
                  <a:gd name="connsiteX21" fmla="*/ 462141 w 489010"/>
                  <a:gd name="connsiteY21" fmla="*/ 51494 h 489206"/>
                  <a:gd name="connsiteX22" fmla="*/ 462141 w 489010"/>
                  <a:gd name="connsiteY22" fmla="*/ 51983 h 489206"/>
                  <a:gd name="connsiteX23" fmla="*/ 67190 w 489010"/>
                  <a:gd name="connsiteY23" fmla="*/ 122307 h 489206"/>
                  <a:gd name="connsiteX24" fmla="*/ 54415 w 489010"/>
                  <a:gd name="connsiteY24" fmla="*/ 113795 h 489206"/>
                  <a:gd name="connsiteX25" fmla="*/ 39342 w 489010"/>
                  <a:gd name="connsiteY25" fmla="*/ 110806 h 489206"/>
                  <a:gd name="connsiteX26" fmla="*/ 24268 w 489010"/>
                  <a:gd name="connsiteY26" fmla="*/ 113795 h 489206"/>
                  <a:gd name="connsiteX27" fmla="*/ 11492 w 489010"/>
                  <a:gd name="connsiteY27" fmla="*/ 122307 h 489206"/>
                  <a:gd name="connsiteX28" fmla="*/ 0 w 489010"/>
                  <a:gd name="connsiteY28" fmla="*/ 150069 h 489206"/>
                  <a:gd name="connsiteX29" fmla="*/ 11492 w 489010"/>
                  <a:gd name="connsiteY29" fmla="*/ 177832 h 489206"/>
                  <a:gd name="connsiteX30" fmla="*/ 39342 w 489010"/>
                  <a:gd name="connsiteY30" fmla="*/ 189331 h 489206"/>
                  <a:gd name="connsiteX31" fmla="*/ 67190 w 489010"/>
                  <a:gd name="connsiteY31" fmla="*/ 177832 h 489206"/>
                  <a:gd name="connsiteX32" fmla="*/ 78728 w 489010"/>
                  <a:gd name="connsiteY32" fmla="*/ 150069 h 489206"/>
                  <a:gd name="connsiteX33" fmla="*/ 67190 w 489010"/>
                  <a:gd name="connsiteY33" fmla="*/ 122307 h 489206"/>
                  <a:gd name="connsiteX34" fmla="*/ 52098 w 489010"/>
                  <a:gd name="connsiteY34" fmla="*/ 163156 h 489206"/>
                  <a:gd name="connsiteX35" fmla="*/ 46246 w 489010"/>
                  <a:gd name="connsiteY35" fmla="*/ 167058 h 489206"/>
                  <a:gd name="connsiteX36" fmla="*/ 39342 w 489010"/>
                  <a:gd name="connsiteY36" fmla="*/ 168428 h 489206"/>
                  <a:gd name="connsiteX37" fmla="*/ 32437 w 489010"/>
                  <a:gd name="connsiteY37" fmla="*/ 167058 h 489206"/>
                  <a:gd name="connsiteX38" fmla="*/ 26578 w 489010"/>
                  <a:gd name="connsiteY38" fmla="*/ 163156 h 489206"/>
                  <a:gd name="connsiteX39" fmla="*/ 21342 w 489010"/>
                  <a:gd name="connsiteY39" fmla="*/ 150436 h 489206"/>
                  <a:gd name="connsiteX40" fmla="*/ 26578 w 489010"/>
                  <a:gd name="connsiteY40" fmla="*/ 137717 h 489206"/>
                  <a:gd name="connsiteX41" fmla="*/ 32437 w 489010"/>
                  <a:gd name="connsiteY41" fmla="*/ 133815 h 489206"/>
                  <a:gd name="connsiteX42" fmla="*/ 39342 w 489010"/>
                  <a:gd name="connsiteY42" fmla="*/ 132444 h 489206"/>
                  <a:gd name="connsiteX43" fmla="*/ 46246 w 489010"/>
                  <a:gd name="connsiteY43" fmla="*/ 133815 h 489206"/>
                  <a:gd name="connsiteX44" fmla="*/ 52098 w 489010"/>
                  <a:gd name="connsiteY44" fmla="*/ 137717 h 489206"/>
                  <a:gd name="connsiteX45" fmla="*/ 57341 w 489010"/>
                  <a:gd name="connsiteY45" fmla="*/ 150436 h 489206"/>
                  <a:gd name="connsiteX46" fmla="*/ 52098 w 489010"/>
                  <a:gd name="connsiteY46" fmla="*/ 163156 h 489206"/>
                  <a:gd name="connsiteX47" fmla="*/ 311967 w 489010"/>
                  <a:gd name="connsiteY47" fmla="*/ 422189 h 489206"/>
                  <a:gd name="connsiteX48" fmla="*/ 301187 w 489010"/>
                  <a:gd name="connsiteY48" fmla="*/ 442293 h 489206"/>
                  <a:gd name="connsiteX49" fmla="*/ 303433 w 489010"/>
                  <a:gd name="connsiteY49" fmla="*/ 464976 h 489206"/>
                  <a:gd name="connsiteX50" fmla="*/ 317935 w 489010"/>
                  <a:gd name="connsiteY50" fmla="*/ 482590 h 489206"/>
                  <a:gd name="connsiteX51" fmla="*/ 339817 w 489010"/>
                  <a:gd name="connsiteY51" fmla="*/ 489206 h 489206"/>
                  <a:gd name="connsiteX52" fmla="*/ 361698 w 489010"/>
                  <a:gd name="connsiteY52" fmla="*/ 482590 h 489206"/>
                  <a:gd name="connsiteX53" fmla="*/ 376200 w 489010"/>
                  <a:gd name="connsiteY53" fmla="*/ 464976 h 489206"/>
                  <a:gd name="connsiteX54" fmla="*/ 378446 w 489010"/>
                  <a:gd name="connsiteY54" fmla="*/ 442293 h 489206"/>
                  <a:gd name="connsiteX55" fmla="*/ 367666 w 489010"/>
                  <a:gd name="connsiteY55" fmla="*/ 422189 h 489206"/>
                  <a:gd name="connsiteX56" fmla="*/ 354896 w 489010"/>
                  <a:gd name="connsiteY56" fmla="*/ 413641 h 489206"/>
                  <a:gd name="connsiteX57" fmla="*/ 339817 w 489010"/>
                  <a:gd name="connsiteY57" fmla="*/ 410638 h 489206"/>
                  <a:gd name="connsiteX58" fmla="*/ 324730 w 489010"/>
                  <a:gd name="connsiteY58" fmla="*/ 413641 h 489206"/>
                  <a:gd name="connsiteX59" fmla="*/ 311967 w 489010"/>
                  <a:gd name="connsiteY59" fmla="*/ 422189 h 489206"/>
                  <a:gd name="connsiteX60" fmla="*/ 352573 w 489010"/>
                  <a:gd name="connsiteY60" fmla="*/ 462673 h 489206"/>
                  <a:gd name="connsiteX61" fmla="*/ 339817 w 489010"/>
                  <a:gd name="connsiteY61" fmla="*/ 467896 h 489206"/>
                  <a:gd name="connsiteX62" fmla="*/ 327053 w 489010"/>
                  <a:gd name="connsiteY62" fmla="*/ 462673 h 489206"/>
                  <a:gd name="connsiteX63" fmla="*/ 323139 w 489010"/>
                  <a:gd name="connsiteY63" fmla="*/ 456840 h 489206"/>
                  <a:gd name="connsiteX64" fmla="*/ 321766 w 489010"/>
                  <a:gd name="connsiteY64" fmla="*/ 449954 h 489206"/>
                  <a:gd name="connsiteX65" fmla="*/ 323139 w 489010"/>
                  <a:gd name="connsiteY65" fmla="*/ 443069 h 489206"/>
                  <a:gd name="connsiteX66" fmla="*/ 327053 w 489010"/>
                  <a:gd name="connsiteY66" fmla="*/ 437236 h 489206"/>
                  <a:gd name="connsiteX67" fmla="*/ 339817 w 489010"/>
                  <a:gd name="connsiteY67" fmla="*/ 431968 h 489206"/>
                  <a:gd name="connsiteX68" fmla="*/ 352573 w 489010"/>
                  <a:gd name="connsiteY68" fmla="*/ 437236 h 489206"/>
                  <a:gd name="connsiteX69" fmla="*/ 357861 w 489010"/>
                  <a:gd name="connsiteY69" fmla="*/ 449954 h 489206"/>
                  <a:gd name="connsiteX70" fmla="*/ 352573 w 489010"/>
                  <a:gd name="connsiteY70" fmla="*/ 462673 h 489206"/>
                  <a:gd name="connsiteX71" fmla="*/ 424968 w 489010"/>
                  <a:gd name="connsiteY71" fmla="*/ 88918 h 489206"/>
                  <a:gd name="connsiteX72" fmla="*/ 445701 w 489010"/>
                  <a:gd name="connsiteY72" fmla="*/ 94422 h 489206"/>
                  <a:gd name="connsiteX73" fmla="*/ 363495 w 489010"/>
                  <a:gd name="connsiteY73" fmla="*/ 400179 h 489206"/>
                  <a:gd name="connsiteX74" fmla="*/ 342762 w 489010"/>
                  <a:gd name="connsiteY74" fmla="*/ 394917 h 489206"/>
                  <a:gd name="connsiteX75" fmla="*/ 424968 w 489010"/>
                  <a:gd name="connsiteY75" fmla="*/ 88918 h 489206"/>
                  <a:gd name="connsiteX76" fmla="*/ 300552 w 489010"/>
                  <a:gd name="connsiteY76" fmla="*/ 410818 h 489206"/>
                  <a:gd name="connsiteX77" fmla="*/ 293808 w 489010"/>
                  <a:gd name="connsiteY77" fmla="*/ 419134 h 489206"/>
                  <a:gd name="connsiteX78" fmla="*/ 70258 w 489010"/>
                  <a:gd name="connsiteY78" fmla="*/ 196299 h 489206"/>
                  <a:gd name="connsiteX79" fmla="*/ 78600 w 489010"/>
                  <a:gd name="connsiteY79" fmla="*/ 189572 h 489206"/>
                  <a:gd name="connsiteX80" fmla="*/ 85844 w 489010"/>
                  <a:gd name="connsiteY80" fmla="*/ 181256 h 489206"/>
                  <a:gd name="connsiteX81" fmla="*/ 308900 w 489010"/>
                  <a:gd name="connsiteY81" fmla="*/ 403599 h 489206"/>
                  <a:gd name="connsiteX82" fmla="*/ 300552 w 489010"/>
                  <a:gd name="connsiteY82" fmla="*/ 410324 h 489206"/>
                  <a:gd name="connsiteX83" fmla="*/ 300552 w 489010"/>
                  <a:gd name="connsiteY83" fmla="*/ 410818 h 489206"/>
                  <a:gd name="connsiteX84" fmla="*/ 94552 w 489010"/>
                  <a:gd name="connsiteY84" fmla="*/ 145177 h 489206"/>
                  <a:gd name="connsiteX85" fmla="*/ 88418 w 489010"/>
                  <a:gd name="connsiteY85" fmla="*/ 124630 h 489206"/>
                  <a:gd name="connsiteX86" fmla="*/ 394167 w 489010"/>
                  <a:gd name="connsiteY86" fmla="*/ 43055 h 489206"/>
                  <a:gd name="connsiteX87" fmla="*/ 399692 w 489010"/>
                  <a:gd name="connsiteY87" fmla="*/ 63601 h 489206"/>
                  <a:gd name="connsiteX88" fmla="*/ 94552 w 489010"/>
                  <a:gd name="connsiteY88" fmla="*/ 145177 h 489206"/>
                  <a:gd name="connsiteX89" fmla="*/ 410241 w 489010"/>
                  <a:gd name="connsiteY89" fmla="*/ 78400 h 489206"/>
                  <a:gd name="connsiteX90" fmla="*/ 403369 w 489010"/>
                  <a:gd name="connsiteY90" fmla="*/ 70084 h 489206"/>
                  <a:gd name="connsiteX91" fmla="*/ 302394 w 489010"/>
                  <a:gd name="connsiteY91" fmla="*/ 171227 h 489206"/>
                  <a:gd name="connsiteX92" fmla="*/ 283130 w 489010"/>
                  <a:gd name="connsiteY92" fmla="*/ 166213 h 489206"/>
                  <a:gd name="connsiteX93" fmla="*/ 268057 w 489010"/>
                  <a:gd name="connsiteY93" fmla="*/ 169191 h 489206"/>
                  <a:gd name="connsiteX94" fmla="*/ 255281 w 489010"/>
                  <a:gd name="connsiteY94" fmla="*/ 177709 h 489206"/>
                  <a:gd name="connsiteX95" fmla="*/ 248409 w 489010"/>
                  <a:gd name="connsiteY95" fmla="*/ 187004 h 489206"/>
                  <a:gd name="connsiteX96" fmla="*/ 94796 w 489010"/>
                  <a:gd name="connsiteY96" fmla="*/ 150802 h 489206"/>
                  <a:gd name="connsiteX97" fmla="*/ 90503 w 489010"/>
                  <a:gd name="connsiteY97" fmla="*/ 171227 h 489206"/>
                  <a:gd name="connsiteX98" fmla="*/ 243872 w 489010"/>
                  <a:gd name="connsiteY98" fmla="*/ 207918 h 489206"/>
                  <a:gd name="connsiteX99" fmla="*/ 255544 w 489010"/>
                  <a:gd name="connsiteY99" fmla="*/ 233483 h 489206"/>
                  <a:gd name="connsiteX100" fmla="*/ 281417 w 489010"/>
                  <a:gd name="connsiteY100" fmla="*/ 244608 h 489206"/>
                  <a:gd name="connsiteX101" fmla="*/ 317120 w 489010"/>
                  <a:gd name="connsiteY101" fmla="*/ 399929 h 489206"/>
                  <a:gd name="connsiteX102" fmla="*/ 337975 w 489010"/>
                  <a:gd name="connsiteY102" fmla="*/ 395161 h 489206"/>
                  <a:gd name="connsiteX103" fmla="*/ 302272 w 489010"/>
                  <a:gd name="connsiteY103" fmla="*/ 239839 h 489206"/>
                  <a:gd name="connsiteX104" fmla="*/ 310986 w 489010"/>
                  <a:gd name="connsiteY104" fmla="*/ 233234 h 489206"/>
                  <a:gd name="connsiteX105" fmla="*/ 319539 w 489010"/>
                  <a:gd name="connsiteY105" fmla="*/ 220504 h 489206"/>
                  <a:gd name="connsiteX106" fmla="*/ 322517 w 489010"/>
                  <a:gd name="connsiteY106" fmla="*/ 205471 h 489206"/>
                  <a:gd name="connsiteX107" fmla="*/ 317486 w 489010"/>
                  <a:gd name="connsiteY107" fmla="*/ 186270 h 489206"/>
                  <a:gd name="connsiteX108" fmla="*/ 418461 w 489010"/>
                  <a:gd name="connsiteY108" fmla="*/ 85616 h 489206"/>
                  <a:gd name="connsiteX109" fmla="*/ 410241 w 489010"/>
                  <a:gd name="connsiteY109" fmla="*/ 78890 h 489206"/>
                  <a:gd name="connsiteX110" fmla="*/ 410241 w 489010"/>
                  <a:gd name="connsiteY110" fmla="*/ 78400 h 489206"/>
                  <a:gd name="connsiteX111" fmla="*/ 265099 w 489010"/>
                  <a:gd name="connsiteY111" fmla="*/ 205105 h 489206"/>
                  <a:gd name="connsiteX112" fmla="*/ 270373 w 489010"/>
                  <a:gd name="connsiteY112" fmla="*/ 192875 h 489206"/>
                  <a:gd name="connsiteX113" fmla="*/ 276226 w 489010"/>
                  <a:gd name="connsiteY113" fmla="*/ 188972 h 489206"/>
                  <a:gd name="connsiteX114" fmla="*/ 283130 w 489010"/>
                  <a:gd name="connsiteY114" fmla="*/ 187602 h 489206"/>
                  <a:gd name="connsiteX115" fmla="*/ 290041 w 489010"/>
                  <a:gd name="connsiteY115" fmla="*/ 188972 h 489206"/>
                  <a:gd name="connsiteX116" fmla="*/ 295893 w 489010"/>
                  <a:gd name="connsiteY116" fmla="*/ 192875 h 489206"/>
                  <a:gd name="connsiteX117" fmla="*/ 301168 w 489010"/>
                  <a:gd name="connsiteY117" fmla="*/ 205105 h 489206"/>
                  <a:gd name="connsiteX118" fmla="*/ 295893 w 489010"/>
                  <a:gd name="connsiteY118" fmla="*/ 217335 h 489206"/>
                  <a:gd name="connsiteX119" fmla="*/ 290041 w 489010"/>
                  <a:gd name="connsiteY119" fmla="*/ 221237 h 489206"/>
                  <a:gd name="connsiteX120" fmla="*/ 283130 w 489010"/>
                  <a:gd name="connsiteY120" fmla="*/ 222608 h 489206"/>
                  <a:gd name="connsiteX121" fmla="*/ 276226 w 489010"/>
                  <a:gd name="connsiteY121" fmla="*/ 221237 h 489206"/>
                  <a:gd name="connsiteX122" fmla="*/ 270373 w 489010"/>
                  <a:gd name="connsiteY122" fmla="*/ 217335 h 489206"/>
                  <a:gd name="connsiteX123" fmla="*/ 265099 w 489010"/>
                  <a:gd name="connsiteY123" fmla="*/ 205105 h 489206"/>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 ang="0">
                    <a:pos x="connsiteX39" y="connsiteY39"/>
                  </a:cxn>
                  <a:cxn ang="0">
                    <a:pos x="connsiteX40" y="connsiteY40"/>
                  </a:cxn>
                  <a:cxn ang="0">
                    <a:pos x="connsiteX41" y="connsiteY41"/>
                  </a:cxn>
                  <a:cxn ang="0">
                    <a:pos x="connsiteX42" y="connsiteY42"/>
                  </a:cxn>
                  <a:cxn ang="0">
                    <a:pos x="connsiteX43" y="connsiteY43"/>
                  </a:cxn>
                  <a:cxn ang="0">
                    <a:pos x="connsiteX44" y="connsiteY44"/>
                  </a:cxn>
                  <a:cxn ang="0">
                    <a:pos x="connsiteX45" y="connsiteY45"/>
                  </a:cxn>
                  <a:cxn ang="0">
                    <a:pos x="connsiteX46" y="connsiteY46"/>
                  </a:cxn>
                  <a:cxn ang="0">
                    <a:pos x="connsiteX47" y="connsiteY47"/>
                  </a:cxn>
                  <a:cxn ang="0">
                    <a:pos x="connsiteX48" y="connsiteY48"/>
                  </a:cxn>
                  <a:cxn ang="0">
                    <a:pos x="connsiteX49" y="connsiteY49"/>
                  </a:cxn>
                  <a:cxn ang="0">
                    <a:pos x="connsiteX50" y="connsiteY50"/>
                  </a:cxn>
                  <a:cxn ang="0">
                    <a:pos x="connsiteX51" y="connsiteY51"/>
                  </a:cxn>
                  <a:cxn ang="0">
                    <a:pos x="connsiteX52" y="connsiteY52"/>
                  </a:cxn>
                  <a:cxn ang="0">
                    <a:pos x="connsiteX53" y="connsiteY53"/>
                  </a:cxn>
                  <a:cxn ang="0">
                    <a:pos x="connsiteX54" y="connsiteY54"/>
                  </a:cxn>
                  <a:cxn ang="0">
                    <a:pos x="connsiteX55" y="connsiteY55"/>
                  </a:cxn>
                  <a:cxn ang="0">
                    <a:pos x="connsiteX56" y="connsiteY56"/>
                  </a:cxn>
                  <a:cxn ang="0">
                    <a:pos x="connsiteX57" y="connsiteY57"/>
                  </a:cxn>
                  <a:cxn ang="0">
                    <a:pos x="connsiteX58" y="connsiteY58"/>
                  </a:cxn>
                  <a:cxn ang="0">
                    <a:pos x="connsiteX59" y="connsiteY59"/>
                  </a:cxn>
                  <a:cxn ang="0">
                    <a:pos x="connsiteX60" y="connsiteY60"/>
                  </a:cxn>
                  <a:cxn ang="0">
                    <a:pos x="connsiteX61" y="connsiteY61"/>
                  </a:cxn>
                  <a:cxn ang="0">
                    <a:pos x="connsiteX62" y="connsiteY62"/>
                  </a:cxn>
                  <a:cxn ang="0">
                    <a:pos x="connsiteX63" y="connsiteY63"/>
                  </a:cxn>
                  <a:cxn ang="0">
                    <a:pos x="connsiteX64" y="connsiteY64"/>
                  </a:cxn>
                  <a:cxn ang="0">
                    <a:pos x="connsiteX65" y="connsiteY65"/>
                  </a:cxn>
                  <a:cxn ang="0">
                    <a:pos x="connsiteX66" y="connsiteY66"/>
                  </a:cxn>
                  <a:cxn ang="0">
                    <a:pos x="connsiteX67" y="connsiteY67"/>
                  </a:cxn>
                  <a:cxn ang="0">
                    <a:pos x="connsiteX68" y="connsiteY68"/>
                  </a:cxn>
                  <a:cxn ang="0">
                    <a:pos x="connsiteX69" y="connsiteY69"/>
                  </a:cxn>
                  <a:cxn ang="0">
                    <a:pos x="connsiteX70" y="connsiteY70"/>
                  </a:cxn>
                  <a:cxn ang="0">
                    <a:pos x="connsiteX71" y="connsiteY71"/>
                  </a:cxn>
                  <a:cxn ang="0">
                    <a:pos x="connsiteX72" y="connsiteY72"/>
                  </a:cxn>
                  <a:cxn ang="0">
                    <a:pos x="connsiteX73" y="connsiteY73"/>
                  </a:cxn>
                  <a:cxn ang="0">
                    <a:pos x="connsiteX74" y="connsiteY74"/>
                  </a:cxn>
                  <a:cxn ang="0">
                    <a:pos x="connsiteX75" y="connsiteY75"/>
                  </a:cxn>
                  <a:cxn ang="0">
                    <a:pos x="connsiteX76" y="connsiteY76"/>
                  </a:cxn>
                  <a:cxn ang="0">
                    <a:pos x="connsiteX77" y="connsiteY77"/>
                  </a:cxn>
                  <a:cxn ang="0">
                    <a:pos x="connsiteX78" y="connsiteY78"/>
                  </a:cxn>
                  <a:cxn ang="0">
                    <a:pos x="connsiteX79" y="connsiteY79"/>
                  </a:cxn>
                  <a:cxn ang="0">
                    <a:pos x="connsiteX80" y="connsiteY80"/>
                  </a:cxn>
                  <a:cxn ang="0">
                    <a:pos x="connsiteX81" y="connsiteY81"/>
                  </a:cxn>
                  <a:cxn ang="0">
                    <a:pos x="connsiteX82" y="connsiteY82"/>
                  </a:cxn>
                  <a:cxn ang="0">
                    <a:pos x="connsiteX83" y="connsiteY83"/>
                  </a:cxn>
                  <a:cxn ang="0">
                    <a:pos x="connsiteX84" y="connsiteY84"/>
                  </a:cxn>
                  <a:cxn ang="0">
                    <a:pos x="connsiteX85" y="connsiteY85"/>
                  </a:cxn>
                  <a:cxn ang="0">
                    <a:pos x="connsiteX86" y="connsiteY86"/>
                  </a:cxn>
                  <a:cxn ang="0">
                    <a:pos x="connsiteX87" y="connsiteY87"/>
                  </a:cxn>
                  <a:cxn ang="0">
                    <a:pos x="connsiteX88" y="connsiteY88"/>
                  </a:cxn>
                  <a:cxn ang="0">
                    <a:pos x="connsiteX89" y="connsiteY89"/>
                  </a:cxn>
                  <a:cxn ang="0">
                    <a:pos x="connsiteX90" y="connsiteY90"/>
                  </a:cxn>
                  <a:cxn ang="0">
                    <a:pos x="connsiteX91" y="connsiteY91"/>
                  </a:cxn>
                  <a:cxn ang="0">
                    <a:pos x="connsiteX92" y="connsiteY92"/>
                  </a:cxn>
                  <a:cxn ang="0">
                    <a:pos x="connsiteX93" y="connsiteY93"/>
                  </a:cxn>
                  <a:cxn ang="0">
                    <a:pos x="connsiteX94" y="connsiteY94"/>
                  </a:cxn>
                  <a:cxn ang="0">
                    <a:pos x="connsiteX95" y="connsiteY95"/>
                  </a:cxn>
                  <a:cxn ang="0">
                    <a:pos x="connsiteX96" y="connsiteY96"/>
                  </a:cxn>
                  <a:cxn ang="0">
                    <a:pos x="connsiteX97" y="connsiteY97"/>
                  </a:cxn>
                  <a:cxn ang="0">
                    <a:pos x="connsiteX98" y="connsiteY98"/>
                  </a:cxn>
                  <a:cxn ang="0">
                    <a:pos x="connsiteX99" y="connsiteY99"/>
                  </a:cxn>
                  <a:cxn ang="0">
                    <a:pos x="connsiteX100" y="connsiteY100"/>
                  </a:cxn>
                  <a:cxn ang="0">
                    <a:pos x="connsiteX101" y="connsiteY101"/>
                  </a:cxn>
                  <a:cxn ang="0">
                    <a:pos x="connsiteX102" y="connsiteY102"/>
                  </a:cxn>
                  <a:cxn ang="0">
                    <a:pos x="connsiteX103" y="connsiteY103"/>
                  </a:cxn>
                  <a:cxn ang="0">
                    <a:pos x="connsiteX104" y="connsiteY104"/>
                  </a:cxn>
                  <a:cxn ang="0">
                    <a:pos x="connsiteX105" y="connsiteY105"/>
                  </a:cxn>
                  <a:cxn ang="0">
                    <a:pos x="connsiteX106" y="connsiteY106"/>
                  </a:cxn>
                  <a:cxn ang="0">
                    <a:pos x="connsiteX107" y="connsiteY107"/>
                  </a:cxn>
                  <a:cxn ang="0">
                    <a:pos x="connsiteX108" y="connsiteY108"/>
                  </a:cxn>
                  <a:cxn ang="0">
                    <a:pos x="connsiteX109" y="connsiteY109"/>
                  </a:cxn>
                  <a:cxn ang="0">
                    <a:pos x="connsiteX110" y="connsiteY110"/>
                  </a:cxn>
                  <a:cxn ang="0">
                    <a:pos x="connsiteX111" y="connsiteY111"/>
                  </a:cxn>
                  <a:cxn ang="0">
                    <a:pos x="connsiteX112" y="connsiteY112"/>
                  </a:cxn>
                  <a:cxn ang="0">
                    <a:pos x="connsiteX113" y="connsiteY113"/>
                  </a:cxn>
                  <a:cxn ang="0">
                    <a:pos x="connsiteX114" y="connsiteY114"/>
                  </a:cxn>
                  <a:cxn ang="0">
                    <a:pos x="connsiteX115" y="connsiteY115"/>
                  </a:cxn>
                  <a:cxn ang="0">
                    <a:pos x="connsiteX116" y="connsiteY116"/>
                  </a:cxn>
                  <a:cxn ang="0">
                    <a:pos x="connsiteX117" y="connsiteY117"/>
                  </a:cxn>
                  <a:cxn ang="0">
                    <a:pos x="connsiteX118" y="connsiteY118"/>
                  </a:cxn>
                  <a:cxn ang="0">
                    <a:pos x="connsiteX119" y="connsiteY119"/>
                  </a:cxn>
                  <a:cxn ang="0">
                    <a:pos x="connsiteX120" y="connsiteY120"/>
                  </a:cxn>
                  <a:cxn ang="0">
                    <a:pos x="connsiteX121" y="connsiteY121"/>
                  </a:cxn>
                  <a:cxn ang="0">
                    <a:pos x="connsiteX122" y="connsiteY122"/>
                  </a:cxn>
                  <a:cxn ang="0">
                    <a:pos x="connsiteX123" y="connsiteY123"/>
                  </a:cxn>
                </a:cxnLst>
                <a:rect l="l" t="t" r="r" b="b"/>
                <a:pathLst>
                  <a:path w="489010" h="489206">
                    <a:moveTo>
                      <a:pt x="477233" y="11501"/>
                    </a:moveTo>
                    <a:cubicBezTo>
                      <a:pt x="471721" y="6010"/>
                      <a:pt x="464708" y="2270"/>
                      <a:pt x="457065" y="755"/>
                    </a:cubicBezTo>
                    <a:cubicBezTo>
                      <a:pt x="449423" y="-761"/>
                      <a:pt x="441504" y="17"/>
                      <a:pt x="434311" y="2989"/>
                    </a:cubicBezTo>
                    <a:cubicBezTo>
                      <a:pt x="427111" y="5961"/>
                      <a:pt x="420958" y="10993"/>
                      <a:pt x="416633" y="17450"/>
                    </a:cubicBezTo>
                    <a:cubicBezTo>
                      <a:pt x="412308" y="23907"/>
                      <a:pt x="409998" y="31498"/>
                      <a:pt x="409998" y="39264"/>
                    </a:cubicBezTo>
                    <a:cubicBezTo>
                      <a:pt x="409946" y="45764"/>
                      <a:pt x="411518" y="52176"/>
                      <a:pt x="414560" y="57925"/>
                    </a:cubicBezTo>
                    <a:cubicBezTo>
                      <a:pt x="417602" y="63675"/>
                      <a:pt x="422023" y="68585"/>
                      <a:pt x="427432" y="72216"/>
                    </a:cubicBezTo>
                    <a:cubicBezTo>
                      <a:pt x="432842" y="75847"/>
                      <a:pt x="439072" y="78087"/>
                      <a:pt x="445560" y="78736"/>
                    </a:cubicBezTo>
                    <a:cubicBezTo>
                      <a:pt x="452047" y="79385"/>
                      <a:pt x="458599" y="78422"/>
                      <a:pt x="464624" y="75935"/>
                    </a:cubicBezTo>
                    <a:cubicBezTo>
                      <a:pt x="470649" y="73447"/>
                      <a:pt x="475963" y="69511"/>
                      <a:pt x="480089" y="64479"/>
                    </a:cubicBezTo>
                    <a:cubicBezTo>
                      <a:pt x="484215" y="59446"/>
                      <a:pt x="487032" y="53472"/>
                      <a:pt x="488277" y="47092"/>
                    </a:cubicBezTo>
                    <a:cubicBezTo>
                      <a:pt x="489528" y="40712"/>
                      <a:pt x="489175" y="34122"/>
                      <a:pt x="487243" y="27912"/>
                    </a:cubicBezTo>
                    <a:cubicBezTo>
                      <a:pt x="485318" y="21702"/>
                      <a:pt x="481879" y="16064"/>
                      <a:pt x="477233" y="11501"/>
                    </a:cubicBezTo>
                    <a:close/>
                    <a:moveTo>
                      <a:pt x="462141" y="51983"/>
                    </a:moveTo>
                    <a:cubicBezTo>
                      <a:pt x="458907" y="55279"/>
                      <a:pt x="454498" y="57170"/>
                      <a:pt x="449872" y="57242"/>
                    </a:cubicBezTo>
                    <a:cubicBezTo>
                      <a:pt x="445252" y="57131"/>
                      <a:pt x="440856" y="55247"/>
                      <a:pt x="437603" y="51983"/>
                    </a:cubicBezTo>
                    <a:cubicBezTo>
                      <a:pt x="434349" y="48722"/>
                      <a:pt x="432463" y="44350"/>
                      <a:pt x="432328" y="39753"/>
                    </a:cubicBezTo>
                    <a:cubicBezTo>
                      <a:pt x="432489" y="35161"/>
                      <a:pt x="434369" y="30797"/>
                      <a:pt x="437603" y="27523"/>
                    </a:cubicBezTo>
                    <a:cubicBezTo>
                      <a:pt x="440888" y="24300"/>
                      <a:pt x="445264" y="22423"/>
                      <a:pt x="449872" y="22263"/>
                    </a:cubicBezTo>
                    <a:cubicBezTo>
                      <a:pt x="454402" y="22380"/>
                      <a:pt x="458727" y="24194"/>
                      <a:pt x="461981" y="27344"/>
                    </a:cubicBezTo>
                    <a:cubicBezTo>
                      <a:pt x="465227" y="30495"/>
                      <a:pt x="467172" y="34750"/>
                      <a:pt x="467415" y="39264"/>
                    </a:cubicBezTo>
                    <a:cubicBezTo>
                      <a:pt x="467332" y="43872"/>
                      <a:pt x="465439" y="48262"/>
                      <a:pt x="462141" y="51494"/>
                    </a:cubicBezTo>
                    <a:lnTo>
                      <a:pt x="462141" y="51983"/>
                    </a:lnTo>
                    <a:close/>
                    <a:moveTo>
                      <a:pt x="67190" y="122307"/>
                    </a:moveTo>
                    <a:cubicBezTo>
                      <a:pt x="63533" y="118661"/>
                      <a:pt x="59195" y="115768"/>
                      <a:pt x="54415" y="113795"/>
                    </a:cubicBezTo>
                    <a:cubicBezTo>
                      <a:pt x="49634" y="111821"/>
                      <a:pt x="44513" y="110806"/>
                      <a:pt x="39342" y="110806"/>
                    </a:cubicBezTo>
                    <a:cubicBezTo>
                      <a:pt x="34169" y="110806"/>
                      <a:pt x="29049" y="111821"/>
                      <a:pt x="24268" y="113795"/>
                    </a:cubicBezTo>
                    <a:cubicBezTo>
                      <a:pt x="19488" y="115768"/>
                      <a:pt x="15150" y="118661"/>
                      <a:pt x="11492" y="122307"/>
                    </a:cubicBezTo>
                    <a:cubicBezTo>
                      <a:pt x="4132" y="129685"/>
                      <a:pt x="0" y="139665"/>
                      <a:pt x="0" y="150069"/>
                    </a:cubicBezTo>
                    <a:cubicBezTo>
                      <a:pt x="0" y="160472"/>
                      <a:pt x="4132" y="170453"/>
                      <a:pt x="11492" y="177832"/>
                    </a:cubicBezTo>
                    <a:cubicBezTo>
                      <a:pt x="18878" y="185195"/>
                      <a:pt x="28895" y="189331"/>
                      <a:pt x="39342" y="189331"/>
                    </a:cubicBezTo>
                    <a:cubicBezTo>
                      <a:pt x="49788" y="189331"/>
                      <a:pt x="59805" y="185195"/>
                      <a:pt x="67190" y="177832"/>
                    </a:cubicBezTo>
                    <a:cubicBezTo>
                      <a:pt x="74576" y="170468"/>
                      <a:pt x="78728" y="160482"/>
                      <a:pt x="78728" y="150069"/>
                    </a:cubicBezTo>
                    <a:cubicBezTo>
                      <a:pt x="78728" y="139656"/>
                      <a:pt x="74576" y="129669"/>
                      <a:pt x="67190" y="122307"/>
                    </a:cubicBezTo>
                    <a:close/>
                    <a:moveTo>
                      <a:pt x="52098" y="163156"/>
                    </a:moveTo>
                    <a:cubicBezTo>
                      <a:pt x="50423" y="164826"/>
                      <a:pt x="48434" y="166153"/>
                      <a:pt x="46246" y="167058"/>
                    </a:cubicBezTo>
                    <a:cubicBezTo>
                      <a:pt x="44058" y="167962"/>
                      <a:pt x="41709" y="168428"/>
                      <a:pt x="39342" y="168428"/>
                    </a:cubicBezTo>
                    <a:cubicBezTo>
                      <a:pt x="36974" y="168428"/>
                      <a:pt x="34625" y="167962"/>
                      <a:pt x="32437" y="167058"/>
                    </a:cubicBezTo>
                    <a:cubicBezTo>
                      <a:pt x="30242" y="166153"/>
                      <a:pt x="28253" y="164826"/>
                      <a:pt x="26578" y="163156"/>
                    </a:cubicBezTo>
                    <a:cubicBezTo>
                      <a:pt x="23222" y="159767"/>
                      <a:pt x="21342" y="155197"/>
                      <a:pt x="21342" y="150436"/>
                    </a:cubicBezTo>
                    <a:cubicBezTo>
                      <a:pt x="21342" y="145674"/>
                      <a:pt x="23222" y="141104"/>
                      <a:pt x="26578" y="137717"/>
                    </a:cubicBezTo>
                    <a:cubicBezTo>
                      <a:pt x="28253" y="136045"/>
                      <a:pt x="30242" y="134719"/>
                      <a:pt x="32437" y="133815"/>
                    </a:cubicBezTo>
                    <a:cubicBezTo>
                      <a:pt x="34625" y="132910"/>
                      <a:pt x="36974" y="132444"/>
                      <a:pt x="39342" y="132444"/>
                    </a:cubicBezTo>
                    <a:cubicBezTo>
                      <a:pt x="41709" y="132444"/>
                      <a:pt x="44058" y="132910"/>
                      <a:pt x="46246" y="133815"/>
                    </a:cubicBezTo>
                    <a:cubicBezTo>
                      <a:pt x="48434" y="134719"/>
                      <a:pt x="50423" y="136045"/>
                      <a:pt x="52098" y="137717"/>
                    </a:cubicBezTo>
                    <a:cubicBezTo>
                      <a:pt x="55460" y="141104"/>
                      <a:pt x="57341" y="145674"/>
                      <a:pt x="57341" y="150436"/>
                    </a:cubicBezTo>
                    <a:cubicBezTo>
                      <a:pt x="57341" y="155197"/>
                      <a:pt x="55460" y="159767"/>
                      <a:pt x="52098" y="163156"/>
                    </a:cubicBezTo>
                    <a:close/>
                    <a:moveTo>
                      <a:pt x="311967" y="422189"/>
                    </a:moveTo>
                    <a:cubicBezTo>
                      <a:pt x="306456" y="427682"/>
                      <a:pt x="302708" y="434676"/>
                      <a:pt x="301187" y="442293"/>
                    </a:cubicBezTo>
                    <a:cubicBezTo>
                      <a:pt x="299666" y="449909"/>
                      <a:pt x="300449" y="457802"/>
                      <a:pt x="303433" y="464976"/>
                    </a:cubicBezTo>
                    <a:cubicBezTo>
                      <a:pt x="306410" y="472144"/>
                      <a:pt x="311460" y="478278"/>
                      <a:pt x="317935" y="482590"/>
                    </a:cubicBezTo>
                    <a:cubicBezTo>
                      <a:pt x="324410" y="486903"/>
                      <a:pt x="332027" y="489206"/>
                      <a:pt x="339817" y="489206"/>
                    </a:cubicBezTo>
                    <a:cubicBezTo>
                      <a:pt x="347607" y="489206"/>
                      <a:pt x="355217" y="486903"/>
                      <a:pt x="361698" y="482590"/>
                    </a:cubicBezTo>
                    <a:cubicBezTo>
                      <a:pt x="368173" y="478278"/>
                      <a:pt x="373223" y="472144"/>
                      <a:pt x="376200" y="464976"/>
                    </a:cubicBezTo>
                    <a:cubicBezTo>
                      <a:pt x="379184" y="457802"/>
                      <a:pt x="379960" y="449909"/>
                      <a:pt x="378446" y="442293"/>
                    </a:cubicBezTo>
                    <a:cubicBezTo>
                      <a:pt x="376925" y="434676"/>
                      <a:pt x="373178" y="427682"/>
                      <a:pt x="367666" y="422189"/>
                    </a:cubicBezTo>
                    <a:cubicBezTo>
                      <a:pt x="364021" y="418531"/>
                      <a:pt x="359676" y="415624"/>
                      <a:pt x="354896" y="413641"/>
                    </a:cubicBezTo>
                    <a:cubicBezTo>
                      <a:pt x="350122" y="411659"/>
                      <a:pt x="344995" y="410638"/>
                      <a:pt x="339817" y="410638"/>
                    </a:cubicBezTo>
                    <a:cubicBezTo>
                      <a:pt x="334638" y="410638"/>
                      <a:pt x="329511" y="411659"/>
                      <a:pt x="324730" y="413641"/>
                    </a:cubicBezTo>
                    <a:cubicBezTo>
                      <a:pt x="319950" y="415624"/>
                      <a:pt x="315612" y="418531"/>
                      <a:pt x="311967" y="422189"/>
                    </a:cubicBezTo>
                    <a:close/>
                    <a:moveTo>
                      <a:pt x="352573" y="462673"/>
                    </a:moveTo>
                    <a:cubicBezTo>
                      <a:pt x="349179" y="466016"/>
                      <a:pt x="344591" y="467896"/>
                      <a:pt x="339817" y="467896"/>
                    </a:cubicBezTo>
                    <a:cubicBezTo>
                      <a:pt x="335036" y="467896"/>
                      <a:pt x="330454" y="466016"/>
                      <a:pt x="327053" y="462673"/>
                    </a:cubicBezTo>
                    <a:cubicBezTo>
                      <a:pt x="325379" y="461004"/>
                      <a:pt x="324051" y="459021"/>
                      <a:pt x="323139" y="456840"/>
                    </a:cubicBezTo>
                    <a:cubicBezTo>
                      <a:pt x="322234" y="454658"/>
                      <a:pt x="321766" y="452316"/>
                      <a:pt x="321766" y="449954"/>
                    </a:cubicBezTo>
                    <a:cubicBezTo>
                      <a:pt x="321766" y="447593"/>
                      <a:pt x="322234" y="445251"/>
                      <a:pt x="323139" y="443069"/>
                    </a:cubicBezTo>
                    <a:cubicBezTo>
                      <a:pt x="324051" y="440887"/>
                      <a:pt x="325379" y="438905"/>
                      <a:pt x="327053" y="437236"/>
                    </a:cubicBezTo>
                    <a:cubicBezTo>
                      <a:pt x="330442" y="433861"/>
                      <a:pt x="335030" y="431968"/>
                      <a:pt x="339817" y="431968"/>
                    </a:cubicBezTo>
                    <a:cubicBezTo>
                      <a:pt x="344603" y="431968"/>
                      <a:pt x="349192" y="433861"/>
                      <a:pt x="352573" y="437236"/>
                    </a:cubicBezTo>
                    <a:cubicBezTo>
                      <a:pt x="355961" y="440605"/>
                      <a:pt x="357861" y="445180"/>
                      <a:pt x="357861" y="449954"/>
                    </a:cubicBezTo>
                    <a:cubicBezTo>
                      <a:pt x="357861" y="454722"/>
                      <a:pt x="355961" y="459297"/>
                      <a:pt x="352573" y="462673"/>
                    </a:cubicBezTo>
                    <a:close/>
                    <a:moveTo>
                      <a:pt x="424968" y="88918"/>
                    </a:moveTo>
                    <a:cubicBezTo>
                      <a:pt x="431462" y="92052"/>
                      <a:pt x="438501" y="93920"/>
                      <a:pt x="445701" y="94422"/>
                    </a:cubicBezTo>
                    <a:lnTo>
                      <a:pt x="363495" y="400179"/>
                    </a:lnTo>
                    <a:cubicBezTo>
                      <a:pt x="356988" y="397105"/>
                      <a:pt x="349949" y="395315"/>
                      <a:pt x="342762" y="394917"/>
                    </a:cubicBezTo>
                    <a:lnTo>
                      <a:pt x="424968" y="88918"/>
                    </a:lnTo>
                    <a:close/>
                    <a:moveTo>
                      <a:pt x="300552" y="410818"/>
                    </a:moveTo>
                    <a:cubicBezTo>
                      <a:pt x="298037" y="413359"/>
                      <a:pt x="295778" y="416144"/>
                      <a:pt x="293808" y="419134"/>
                    </a:cubicBezTo>
                    <a:lnTo>
                      <a:pt x="70258" y="196299"/>
                    </a:lnTo>
                    <a:cubicBezTo>
                      <a:pt x="73254" y="194337"/>
                      <a:pt x="76052" y="192083"/>
                      <a:pt x="78600" y="189572"/>
                    </a:cubicBezTo>
                    <a:cubicBezTo>
                      <a:pt x="81263" y="187023"/>
                      <a:pt x="83682" y="184239"/>
                      <a:pt x="85844" y="181256"/>
                    </a:cubicBezTo>
                    <a:lnTo>
                      <a:pt x="308900" y="403599"/>
                    </a:lnTo>
                    <a:cubicBezTo>
                      <a:pt x="305904" y="405563"/>
                      <a:pt x="303106" y="407815"/>
                      <a:pt x="300552" y="410324"/>
                    </a:cubicBezTo>
                    <a:lnTo>
                      <a:pt x="300552" y="410818"/>
                    </a:lnTo>
                    <a:close/>
                    <a:moveTo>
                      <a:pt x="94552" y="145177"/>
                    </a:moveTo>
                    <a:cubicBezTo>
                      <a:pt x="93853" y="137999"/>
                      <a:pt x="91767" y="131023"/>
                      <a:pt x="88418" y="124630"/>
                    </a:cubicBezTo>
                    <a:lnTo>
                      <a:pt x="394167" y="43055"/>
                    </a:lnTo>
                    <a:cubicBezTo>
                      <a:pt x="394655" y="50196"/>
                      <a:pt x="396529" y="57175"/>
                      <a:pt x="399692" y="63601"/>
                    </a:cubicBezTo>
                    <a:lnTo>
                      <a:pt x="94552" y="145177"/>
                    </a:lnTo>
                    <a:close/>
                    <a:moveTo>
                      <a:pt x="410241" y="78400"/>
                    </a:moveTo>
                    <a:cubicBezTo>
                      <a:pt x="407681" y="75859"/>
                      <a:pt x="405384" y="73073"/>
                      <a:pt x="403369" y="70084"/>
                    </a:cubicBezTo>
                    <a:lnTo>
                      <a:pt x="302394" y="171227"/>
                    </a:lnTo>
                    <a:cubicBezTo>
                      <a:pt x="296497" y="167974"/>
                      <a:pt x="289874" y="166250"/>
                      <a:pt x="283130" y="166213"/>
                    </a:cubicBezTo>
                    <a:cubicBezTo>
                      <a:pt x="277958" y="166205"/>
                      <a:pt x="272838" y="167217"/>
                      <a:pt x="268057" y="169191"/>
                    </a:cubicBezTo>
                    <a:cubicBezTo>
                      <a:pt x="263277" y="171163"/>
                      <a:pt x="258932" y="174058"/>
                      <a:pt x="255281" y="177709"/>
                    </a:cubicBezTo>
                    <a:cubicBezTo>
                      <a:pt x="252528" y="180441"/>
                      <a:pt x="250212" y="183575"/>
                      <a:pt x="248409" y="187004"/>
                    </a:cubicBezTo>
                    <a:lnTo>
                      <a:pt x="94796" y="150802"/>
                    </a:lnTo>
                    <a:cubicBezTo>
                      <a:pt x="94648" y="157817"/>
                      <a:pt x="93191" y="164743"/>
                      <a:pt x="90503" y="171227"/>
                    </a:cubicBezTo>
                    <a:lnTo>
                      <a:pt x="243872" y="207918"/>
                    </a:lnTo>
                    <a:cubicBezTo>
                      <a:pt x="244443" y="217588"/>
                      <a:pt x="248601" y="226701"/>
                      <a:pt x="255544" y="233483"/>
                    </a:cubicBezTo>
                    <a:cubicBezTo>
                      <a:pt x="262481" y="240265"/>
                      <a:pt x="271702" y="244230"/>
                      <a:pt x="281417" y="244608"/>
                    </a:cubicBezTo>
                    <a:lnTo>
                      <a:pt x="317120" y="399929"/>
                    </a:lnTo>
                    <a:cubicBezTo>
                      <a:pt x="323704" y="397041"/>
                      <a:pt x="330781" y="395418"/>
                      <a:pt x="337975" y="395161"/>
                    </a:cubicBezTo>
                    <a:lnTo>
                      <a:pt x="302272" y="239839"/>
                    </a:lnTo>
                    <a:cubicBezTo>
                      <a:pt x="305454" y="238027"/>
                      <a:pt x="308381" y="235806"/>
                      <a:pt x="310986" y="233234"/>
                    </a:cubicBezTo>
                    <a:cubicBezTo>
                      <a:pt x="314650" y="229596"/>
                      <a:pt x="317557" y="225269"/>
                      <a:pt x="319539" y="220504"/>
                    </a:cubicBezTo>
                    <a:cubicBezTo>
                      <a:pt x="321516" y="215739"/>
                      <a:pt x="322530" y="210629"/>
                      <a:pt x="322517" y="205471"/>
                    </a:cubicBezTo>
                    <a:cubicBezTo>
                      <a:pt x="322555" y="198743"/>
                      <a:pt x="320823" y="192121"/>
                      <a:pt x="317486" y="186270"/>
                    </a:cubicBezTo>
                    <a:lnTo>
                      <a:pt x="418461" y="85616"/>
                    </a:lnTo>
                    <a:cubicBezTo>
                      <a:pt x="415529" y="83621"/>
                      <a:pt x="412776" y="81370"/>
                      <a:pt x="410241" y="78890"/>
                    </a:cubicBezTo>
                    <a:lnTo>
                      <a:pt x="410241" y="78400"/>
                    </a:lnTo>
                    <a:close/>
                    <a:moveTo>
                      <a:pt x="265099" y="205105"/>
                    </a:moveTo>
                    <a:cubicBezTo>
                      <a:pt x="265169" y="200494"/>
                      <a:pt x="267062" y="196098"/>
                      <a:pt x="270373" y="192875"/>
                    </a:cubicBezTo>
                    <a:cubicBezTo>
                      <a:pt x="272048" y="191203"/>
                      <a:pt x="274038" y="189877"/>
                      <a:pt x="276226" y="188972"/>
                    </a:cubicBezTo>
                    <a:cubicBezTo>
                      <a:pt x="278414" y="188068"/>
                      <a:pt x="280762" y="187602"/>
                      <a:pt x="283130" y="187602"/>
                    </a:cubicBezTo>
                    <a:cubicBezTo>
                      <a:pt x="285504" y="187602"/>
                      <a:pt x="287847" y="188068"/>
                      <a:pt x="290041" y="188972"/>
                    </a:cubicBezTo>
                    <a:cubicBezTo>
                      <a:pt x="292229" y="189877"/>
                      <a:pt x="294218" y="191203"/>
                      <a:pt x="295893" y="192875"/>
                    </a:cubicBezTo>
                    <a:cubicBezTo>
                      <a:pt x="299198" y="196098"/>
                      <a:pt x="301097" y="200494"/>
                      <a:pt x="301168" y="205105"/>
                    </a:cubicBezTo>
                    <a:cubicBezTo>
                      <a:pt x="301059" y="209707"/>
                      <a:pt x="299166" y="214089"/>
                      <a:pt x="295893" y="217335"/>
                    </a:cubicBezTo>
                    <a:cubicBezTo>
                      <a:pt x="294218" y="219006"/>
                      <a:pt x="292229" y="220332"/>
                      <a:pt x="290041" y="221237"/>
                    </a:cubicBezTo>
                    <a:cubicBezTo>
                      <a:pt x="287847" y="222142"/>
                      <a:pt x="285504" y="222608"/>
                      <a:pt x="283130" y="222608"/>
                    </a:cubicBezTo>
                    <a:cubicBezTo>
                      <a:pt x="280762" y="222608"/>
                      <a:pt x="278414" y="222142"/>
                      <a:pt x="276226" y="221237"/>
                    </a:cubicBezTo>
                    <a:cubicBezTo>
                      <a:pt x="274038" y="220332"/>
                      <a:pt x="272048" y="219006"/>
                      <a:pt x="270373" y="217335"/>
                    </a:cubicBezTo>
                    <a:cubicBezTo>
                      <a:pt x="267094" y="214089"/>
                      <a:pt x="265208" y="209707"/>
                      <a:pt x="265099" y="205105"/>
                    </a:cubicBezTo>
                    <a:close/>
                  </a:path>
                </a:pathLst>
              </a:custGeom>
              <a:solidFill>
                <a:srgbClr val="2D5967"/>
              </a:solidFill>
              <a:ln w="6417" cap="flat">
                <a:noFill/>
                <a:prstDash val="solid"/>
                <a:miter/>
              </a:ln>
            </p:spPr>
            <p:txBody>
              <a:bodyPr rtlCol="0" anchor="ctr"/>
              <a:lstStyle/>
              <a:p>
                <a:endParaRPr lang="en-US"/>
              </a:p>
            </p:txBody>
          </p:sp>
        </p:grpSp>
      </p:grpSp>
      <p:sp>
        <p:nvSpPr>
          <p:cNvPr id="106" name="Rectangle 105">
            <a:extLst>
              <a:ext uri="{FF2B5EF4-FFF2-40B4-BE49-F238E27FC236}">
                <a16:creationId xmlns:a16="http://schemas.microsoft.com/office/drawing/2014/main" id="{27F32B07-E778-615E-5C35-ED61CEF6C75A}"/>
              </a:ext>
            </a:extLst>
          </p:cNvPr>
          <p:cNvSpPr/>
          <p:nvPr/>
        </p:nvSpPr>
        <p:spPr>
          <a:xfrm>
            <a:off x="6920269" y="3271066"/>
            <a:ext cx="1582304" cy="882944"/>
          </a:xfrm>
          <a:prstGeom prst="rect">
            <a:avLst/>
          </a:prstGeom>
          <a:solidFill>
            <a:schemeClr val="accent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sz="1200" dirty="0"/>
              <a:t>Communication &amp; Collaboration Apps</a:t>
            </a:r>
          </a:p>
        </p:txBody>
      </p:sp>
      <p:sp>
        <p:nvSpPr>
          <p:cNvPr id="107" name="Rectangle 106">
            <a:extLst>
              <a:ext uri="{FF2B5EF4-FFF2-40B4-BE49-F238E27FC236}">
                <a16:creationId xmlns:a16="http://schemas.microsoft.com/office/drawing/2014/main" id="{94692B17-7A29-E4E4-9E16-665B4BCF35CE}"/>
              </a:ext>
            </a:extLst>
          </p:cNvPr>
          <p:cNvSpPr/>
          <p:nvPr/>
        </p:nvSpPr>
        <p:spPr>
          <a:xfrm>
            <a:off x="6969164" y="4798740"/>
            <a:ext cx="1582304" cy="882944"/>
          </a:xfrm>
          <a:prstGeom prst="rect">
            <a:avLst/>
          </a:prstGeom>
          <a:solidFill>
            <a:srgbClr val="67605B"/>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sz="1200" dirty="0"/>
              <a:t>Issue Tracker &amp; Ticketing Apps</a:t>
            </a:r>
          </a:p>
        </p:txBody>
      </p:sp>
      <p:grpSp>
        <p:nvGrpSpPr>
          <p:cNvPr id="109" name="Graphic 3">
            <a:extLst>
              <a:ext uri="{FF2B5EF4-FFF2-40B4-BE49-F238E27FC236}">
                <a16:creationId xmlns:a16="http://schemas.microsoft.com/office/drawing/2014/main" id="{24D9FF10-A3C2-C0F1-F897-33D683BDC20E}"/>
              </a:ext>
            </a:extLst>
          </p:cNvPr>
          <p:cNvGrpSpPr/>
          <p:nvPr/>
        </p:nvGrpSpPr>
        <p:grpSpPr>
          <a:xfrm>
            <a:off x="10893314" y="3292560"/>
            <a:ext cx="513347" cy="506217"/>
            <a:chOff x="10940715" y="2370940"/>
            <a:chExt cx="513347" cy="506217"/>
          </a:xfrm>
        </p:grpSpPr>
        <p:sp>
          <p:nvSpPr>
            <p:cNvPr id="111" name="Freeform: Shape 110">
              <a:extLst>
                <a:ext uri="{FF2B5EF4-FFF2-40B4-BE49-F238E27FC236}">
                  <a16:creationId xmlns:a16="http://schemas.microsoft.com/office/drawing/2014/main" id="{90441EF5-1737-95D9-C983-0C18AF6CBFCF}"/>
                </a:ext>
              </a:extLst>
            </p:cNvPr>
            <p:cNvSpPr/>
            <p:nvPr/>
          </p:nvSpPr>
          <p:spPr>
            <a:xfrm>
              <a:off x="10940715" y="2370940"/>
              <a:ext cx="513347" cy="506217"/>
            </a:xfrm>
            <a:custGeom>
              <a:avLst/>
              <a:gdLst>
                <a:gd name="connsiteX0" fmla="*/ 294019 w 513347"/>
                <a:gd name="connsiteY0" fmla="*/ 12053 h 506217"/>
                <a:gd name="connsiteX1" fmla="*/ 390400 w 513347"/>
                <a:gd name="connsiteY1" fmla="*/ 71111 h 506217"/>
                <a:gd name="connsiteX2" fmla="*/ 414464 w 513347"/>
                <a:gd name="connsiteY2" fmla="*/ 90396 h 506217"/>
                <a:gd name="connsiteX3" fmla="*/ 449436 w 513347"/>
                <a:gd name="connsiteY3" fmla="*/ 104859 h 506217"/>
                <a:gd name="connsiteX4" fmla="*/ 488001 w 513347"/>
                <a:gd name="connsiteY4" fmla="*/ 249493 h 506217"/>
                <a:gd name="connsiteX5" fmla="*/ 485563 w 513347"/>
                <a:gd name="connsiteY5" fmla="*/ 255519 h 506217"/>
                <a:gd name="connsiteX6" fmla="*/ 396433 w 513347"/>
                <a:gd name="connsiteY6" fmla="*/ 255519 h 506217"/>
                <a:gd name="connsiteX7" fmla="*/ 396433 w 513347"/>
                <a:gd name="connsiteY7" fmla="*/ 447157 h 506217"/>
                <a:gd name="connsiteX8" fmla="*/ 255455 w 513347"/>
                <a:gd name="connsiteY8" fmla="*/ 447157 h 506217"/>
                <a:gd name="connsiteX9" fmla="*/ 221702 w 513347"/>
                <a:gd name="connsiteY9" fmla="*/ 471265 h 506217"/>
                <a:gd name="connsiteX10" fmla="*/ 179543 w 513347"/>
                <a:gd name="connsiteY10" fmla="*/ 494167 h 506217"/>
                <a:gd name="connsiteX11" fmla="*/ 178324 w 513347"/>
                <a:gd name="connsiteY11" fmla="*/ 494167 h 506217"/>
                <a:gd name="connsiteX12" fmla="*/ 162667 w 513347"/>
                <a:gd name="connsiteY12" fmla="*/ 488135 h 506217"/>
                <a:gd name="connsiteX13" fmla="*/ 159074 w 513347"/>
                <a:gd name="connsiteY13" fmla="*/ 485729 h 506217"/>
                <a:gd name="connsiteX14" fmla="*/ 155416 w 513347"/>
                <a:gd name="connsiteY14" fmla="*/ 488135 h 506217"/>
                <a:gd name="connsiteX15" fmla="*/ 139759 w 513347"/>
                <a:gd name="connsiteY15" fmla="*/ 494167 h 506217"/>
                <a:gd name="connsiteX16" fmla="*/ 138539 w 513347"/>
                <a:gd name="connsiteY16" fmla="*/ 494167 h 506217"/>
                <a:gd name="connsiteX17" fmla="*/ 96381 w 513347"/>
                <a:gd name="connsiteY17" fmla="*/ 471265 h 506217"/>
                <a:gd name="connsiteX18" fmla="*/ 55442 w 513347"/>
                <a:gd name="connsiteY18" fmla="*/ 421849 h 506217"/>
                <a:gd name="connsiteX19" fmla="*/ 55442 w 513347"/>
                <a:gd name="connsiteY19" fmla="*/ 419436 h 506217"/>
                <a:gd name="connsiteX20" fmla="*/ 43378 w 513347"/>
                <a:gd name="connsiteY20" fmla="*/ 386896 h 506217"/>
                <a:gd name="connsiteX21" fmla="*/ 55442 w 513347"/>
                <a:gd name="connsiteY21" fmla="*/ 354350 h 506217"/>
                <a:gd name="connsiteX22" fmla="*/ 55442 w 513347"/>
                <a:gd name="connsiteY22" fmla="*/ 351944 h 506217"/>
                <a:gd name="connsiteX23" fmla="*/ 96381 w 513347"/>
                <a:gd name="connsiteY23" fmla="*/ 302525 h 506217"/>
                <a:gd name="connsiteX24" fmla="*/ 121727 w 513347"/>
                <a:gd name="connsiteY24" fmla="*/ 283241 h 506217"/>
                <a:gd name="connsiteX25" fmla="*/ 138539 w 513347"/>
                <a:gd name="connsiteY25" fmla="*/ 279625 h 506217"/>
                <a:gd name="connsiteX26" fmla="*/ 140978 w 513347"/>
                <a:gd name="connsiteY26" fmla="*/ 279625 h 506217"/>
                <a:gd name="connsiteX27" fmla="*/ 149384 w 513347"/>
                <a:gd name="connsiteY27" fmla="*/ 282035 h 506217"/>
                <a:gd name="connsiteX28" fmla="*/ 149384 w 513347"/>
                <a:gd name="connsiteY28" fmla="*/ 255519 h 506217"/>
                <a:gd name="connsiteX29" fmla="*/ 13283 w 513347"/>
                <a:gd name="connsiteY29" fmla="*/ 255519 h 506217"/>
                <a:gd name="connsiteX30" fmla="*/ 14438 w 513347"/>
                <a:gd name="connsiteY30" fmla="*/ 244672 h 506217"/>
                <a:gd name="connsiteX31" fmla="*/ 75911 w 513347"/>
                <a:gd name="connsiteY31" fmla="*/ 150660 h 506217"/>
                <a:gd name="connsiteX32" fmla="*/ 94007 w 513347"/>
                <a:gd name="connsiteY32" fmla="*/ 126554 h 506217"/>
                <a:gd name="connsiteX33" fmla="*/ 144572 w 513347"/>
                <a:gd name="connsiteY33" fmla="*/ 63880 h 506217"/>
                <a:gd name="connsiteX34" fmla="*/ 179543 w 513347"/>
                <a:gd name="connsiteY34" fmla="*/ 56648 h 506217"/>
                <a:gd name="connsiteX35" fmla="*/ 187950 w 513347"/>
                <a:gd name="connsiteY35" fmla="*/ 56648 h 506217"/>
                <a:gd name="connsiteX36" fmla="*/ 191607 w 513347"/>
                <a:gd name="connsiteY36" fmla="*/ 56648 h 506217"/>
                <a:gd name="connsiteX37" fmla="*/ 216890 w 513347"/>
                <a:gd name="connsiteY37" fmla="*/ 45800 h 506217"/>
                <a:gd name="connsiteX38" fmla="*/ 294019 w 513347"/>
                <a:gd name="connsiteY38" fmla="*/ 12053 h 506217"/>
                <a:gd name="connsiteX39" fmla="*/ 294019 w 513347"/>
                <a:gd name="connsiteY39" fmla="*/ 0 h 506217"/>
                <a:gd name="connsiteX40" fmla="*/ 206045 w 513347"/>
                <a:gd name="connsiteY40" fmla="*/ 38568 h 506217"/>
                <a:gd name="connsiteX41" fmla="*/ 190388 w 513347"/>
                <a:gd name="connsiteY41" fmla="*/ 45800 h 506217"/>
                <a:gd name="connsiteX42" fmla="*/ 187950 w 513347"/>
                <a:gd name="connsiteY42" fmla="*/ 45800 h 506217"/>
                <a:gd name="connsiteX43" fmla="*/ 178324 w 513347"/>
                <a:gd name="connsiteY43" fmla="*/ 45800 h 506217"/>
                <a:gd name="connsiteX44" fmla="*/ 138539 w 513347"/>
                <a:gd name="connsiteY44" fmla="*/ 54237 h 506217"/>
                <a:gd name="connsiteX45" fmla="*/ 81943 w 513347"/>
                <a:gd name="connsiteY45" fmla="*/ 125349 h 506217"/>
                <a:gd name="connsiteX46" fmla="*/ 69880 w 513347"/>
                <a:gd name="connsiteY46" fmla="*/ 141018 h 506217"/>
                <a:gd name="connsiteX47" fmla="*/ 2438 w 513347"/>
                <a:gd name="connsiteY47" fmla="*/ 244672 h 506217"/>
                <a:gd name="connsiteX48" fmla="*/ 1219 w 513347"/>
                <a:gd name="connsiteY48" fmla="*/ 255519 h 506217"/>
                <a:gd name="connsiteX49" fmla="*/ 0 w 513347"/>
                <a:gd name="connsiteY49" fmla="*/ 267572 h 506217"/>
                <a:gd name="connsiteX50" fmla="*/ 13283 w 513347"/>
                <a:gd name="connsiteY50" fmla="*/ 267572 h 506217"/>
                <a:gd name="connsiteX51" fmla="*/ 131353 w 513347"/>
                <a:gd name="connsiteY51" fmla="*/ 267572 h 506217"/>
                <a:gd name="connsiteX52" fmla="*/ 115696 w 513347"/>
                <a:gd name="connsiteY52" fmla="*/ 271188 h 506217"/>
                <a:gd name="connsiteX53" fmla="*/ 87975 w 513347"/>
                <a:gd name="connsiteY53" fmla="*/ 291678 h 506217"/>
                <a:gd name="connsiteX54" fmla="*/ 40939 w 513347"/>
                <a:gd name="connsiteY54" fmla="*/ 350738 h 506217"/>
                <a:gd name="connsiteX55" fmla="*/ 28940 w 513347"/>
                <a:gd name="connsiteY55" fmla="*/ 386896 h 506217"/>
                <a:gd name="connsiteX56" fmla="*/ 40939 w 513347"/>
                <a:gd name="connsiteY56" fmla="*/ 423055 h 506217"/>
                <a:gd name="connsiteX57" fmla="*/ 86756 w 513347"/>
                <a:gd name="connsiteY57" fmla="*/ 482110 h 506217"/>
                <a:gd name="connsiteX58" fmla="*/ 136165 w 513347"/>
                <a:gd name="connsiteY58" fmla="*/ 506218 h 506217"/>
                <a:gd name="connsiteX59" fmla="*/ 138539 w 513347"/>
                <a:gd name="connsiteY59" fmla="*/ 506218 h 506217"/>
                <a:gd name="connsiteX60" fmla="*/ 157854 w 513347"/>
                <a:gd name="connsiteY60" fmla="*/ 500192 h 506217"/>
                <a:gd name="connsiteX61" fmla="*/ 177105 w 513347"/>
                <a:gd name="connsiteY61" fmla="*/ 506218 h 506217"/>
                <a:gd name="connsiteX62" fmla="*/ 179543 w 513347"/>
                <a:gd name="connsiteY62" fmla="*/ 506218 h 506217"/>
                <a:gd name="connsiteX63" fmla="*/ 228953 w 513347"/>
                <a:gd name="connsiteY63" fmla="*/ 482110 h 506217"/>
                <a:gd name="connsiteX64" fmla="*/ 262642 w 513347"/>
                <a:gd name="connsiteY64" fmla="*/ 459214 h 506217"/>
                <a:gd name="connsiteX65" fmla="*/ 396433 w 513347"/>
                <a:gd name="connsiteY65" fmla="*/ 459214 h 506217"/>
                <a:gd name="connsiteX66" fmla="*/ 408496 w 513347"/>
                <a:gd name="connsiteY66" fmla="*/ 459214 h 506217"/>
                <a:gd name="connsiteX67" fmla="*/ 408496 w 513347"/>
                <a:gd name="connsiteY67" fmla="*/ 447157 h 506217"/>
                <a:gd name="connsiteX68" fmla="*/ 408496 w 513347"/>
                <a:gd name="connsiteY68" fmla="*/ 267572 h 506217"/>
                <a:gd name="connsiteX69" fmla="*/ 485563 w 513347"/>
                <a:gd name="connsiteY69" fmla="*/ 267572 h 506217"/>
                <a:gd name="connsiteX70" fmla="*/ 492814 w 513347"/>
                <a:gd name="connsiteY70" fmla="*/ 267572 h 506217"/>
                <a:gd name="connsiteX71" fmla="*/ 496407 w 513347"/>
                <a:gd name="connsiteY71" fmla="*/ 261545 h 506217"/>
                <a:gd name="connsiteX72" fmla="*/ 498845 w 513347"/>
                <a:gd name="connsiteY72" fmla="*/ 255519 h 506217"/>
                <a:gd name="connsiteX73" fmla="*/ 456687 w 513347"/>
                <a:gd name="connsiteY73" fmla="*/ 94012 h 506217"/>
                <a:gd name="connsiteX74" fmla="*/ 418122 w 513347"/>
                <a:gd name="connsiteY74" fmla="*/ 78343 h 506217"/>
                <a:gd name="connsiteX75" fmla="*/ 400026 w 513347"/>
                <a:gd name="connsiteY75" fmla="*/ 66290 h 506217"/>
                <a:gd name="connsiteX76" fmla="*/ 294019 w 513347"/>
                <a:gd name="connsiteY76" fmla="*/ 0 h 506217"/>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 ang="0">
                  <a:pos x="connsiteX39" y="connsiteY39"/>
                </a:cxn>
                <a:cxn ang="0">
                  <a:pos x="connsiteX40" y="connsiteY40"/>
                </a:cxn>
                <a:cxn ang="0">
                  <a:pos x="connsiteX41" y="connsiteY41"/>
                </a:cxn>
                <a:cxn ang="0">
                  <a:pos x="connsiteX42" y="connsiteY42"/>
                </a:cxn>
                <a:cxn ang="0">
                  <a:pos x="connsiteX43" y="connsiteY43"/>
                </a:cxn>
                <a:cxn ang="0">
                  <a:pos x="connsiteX44" y="connsiteY44"/>
                </a:cxn>
                <a:cxn ang="0">
                  <a:pos x="connsiteX45" y="connsiteY45"/>
                </a:cxn>
                <a:cxn ang="0">
                  <a:pos x="connsiteX46" y="connsiteY46"/>
                </a:cxn>
                <a:cxn ang="0">
                  <a:pos x="connsiteX47" y="connsiteY47"/>
                </a:cxn>
                <a:cxn ang="0">
                  <a:pos x="connsiteX48" y="connsiteY48"/>
                </a:cxn>
                <a:cxn ang="0">
                  <a:pos x="connsiteX49" y="connsiteY49"/>
                </a:cxn>
                <a:cxn ang="0">
                  <a:pos x="connsiteX50" y="connsiteY50"/>
                </a:cxn>
                <a:cxn ang="0">
                  <a:pos x="connsiteX51" y="connsiteY51"/>
                </a:cxn>
                <a:cxn ang="0">
                  <a:pos x="connsiteX52" y="connsiteY52"/>
                </a:cxn>
                <a:cxn ang="0">
                  <a:pos x="connsiteX53" y="connsiteY53"/>
                </a:cxn>
                <a:cxn ang="0">
                  <a:pos x="connsiteX54" y="connsiteY54"/>
                </a:cxn>
                <a:cxn ang="0">
                  <a:pos x="connsiteX55" y="connsiteY55"/>
                </a:cxn>
                <a:cxn ang="0">
                  <a:pos x="connsiteX56" y="connsiteY56"/>
                </a:cxn>
                <a:cxn ang="0">
                  <a:pos x="connsiteX57" y="connsiteY57"/>
                </a:cxn>
                <a:cxn ang="0">
                  <a:pos x="connsiteX58" y="connsiteY58"/>
                </a:cxn>
                <a:cxn ang="0">
                  <a:pos x="connsiteX59" y="connsiteY59"/>
                </a:cxn>
                <a:cxn ang="0">
                  <a:pos x="connsiteX60" y="connsiteY60"/>
                </a:cxn>
                <a:cxn ang="0">
                  <a:pos x="connsiteX61" y="connsiteY61"/>
                </a:cxn>
                <a:cxn ang="0">
                  <a:pos x="connsiteX62" y="connsiteY62"/>
                </a:cxn>
                <a:cxn ang="0">
                  <a:pos x="connsiteX63" y="connsiteY63"/>
                </a:cxn>
                <a:cxn ang="0">
                  <a:pos x="connsiteX64" y="connsiteY64"/>
                </a:cxn>
                <a:cxn ang="0">
                  <a:pos x="connsiteX65" y="connsiteY65"/>
                </a:cxn>
                <a:cxn ang="0">
                  <a:pos x="connsiteX66" y="connsiteY66"/>
                </a:cxn>
                <a:cxn ang="0">
                  <a:pos x="connsiteX67" y="connsiteY67"/>
                </a:cxn>
                <a:cxn ang="0">
                  <a:pos x="connsiteX68" y="connsiteY68"/>
                </a:cxn>
                <a:cxn ang="0">
                  <a:pos x="connsiteX69" y="connsiteY69"/>
                </a:cxn>
                <a:cxn ang="0">
                  <a:pos x="connsiteX70" y="connsiteY70"/>
                </a:cxn>
                <a:cxn ang="0">
                  <a:pos x="connsiteX71" y="connsiteY71"/>
                </a:cxn>
                <a:cxn ang="0">
                  <a:pos x="connsiteX72" y="connsiteY72"/>
                </a:cxn>
                <a:cxn ang="0">
                  <a:pos x="connsiteX73" y="connsiteY73"/>
                </a:cxn>
                <a:cxn ang="0">
                  <a:pos x="connsiteX74" y="connsiteY74"/>
                </a:cxn>
                <a:cxn ang="0">
                  <a:pos x="connsiteX75" y="connsiteY75"/>
                </a:cxn>
                <a:cxn ang="0">
                  <a:pos x="connsiteX76" y="connsiteY76"/>
                </a:cxn>
              </a:cxnLst>
              <a:rect l="l" t="t" r="r" b="b"/>
              <a:pathLst>
                <a:path w="513347" h="506217">
                  <a:moveTo>
                    <a:pt x="294019" y="12053"/>
                  </a:moveTo>
                  <a:cubicBezTo>
                    <a:pt x="334959" y="12053"/>
                    <a:pt x="372305" y="34953"/>
                    <a:pt x="390400" y="71111"/>
                  </a:cubicBezTo>
                  <a:cubicBezTo>
                    <a:pt x="395213" y="80753"/>
                    <a:pt x="403620" y="87985"/>
                    <a:pt x="414464" y="90396"/>
                  </a:cubicBezTo>
                  <a:cubicBezTo>
                    <a:pt x="426527" y="92806"/>
                    <a:pt x="438591" y="97627"/>
                    <a:pt x="449436" y="104859"/>
                  </a:cubicBezTo>
                  <a:cubicBezTo>
                    <a:pt x="497626" y="134991"/>
                    <a:pt x="514503" y="198871"/>
                    <a:pt x="488001" y="249493"/>
                  </a:cubicBezTo>
                  <a:lnTo>
                    <a:pt x="485563" y="255519"/>
                  </a:lnTo>
                  <a:lnTo>
                    <a:pt x="396433" y="255519"/>
                  </a:lnTo>
                  <a:lnTo>
                    <a:pt x="396433" y="447157"/>
                  </a:lnTo>
                  <a:lnTo>
                    <a:pt x="255455" y="447157"/>
                  </a:lnTo>
                  <a:cubicBezTo>
                    <a:pt x="248204" y="459214"/>
                    <a:pt x="236140" y="468852"/>
                    <a:pt x="221702" y="471265"/>
                  </a:cubicBezTo>
                  <a:cubicBezTo>
                    <a:pt x="212077" y="485729"/>
                    <a:pt x="196419" y="494167"/>
                    <a:pt x="179543" y="494167"/>
                  </a:cubicBezTo>
                  <a:lnTo>
                    <a:pt x="178324" y="494167"/>
                  </a:lnTo>
                  <a:cubicBezTo>
                    <a:pt x="172292" y="494167"/>
                    <a:pt x="167479" y="490548"/>
                    <a:pt x="162667" y="488135"/>
                  </a:cubicBezTo>
                  <a:cubicBezTo>
                    <a:pt x="161448" y="486935"/>
                    <a:pt x="160228" y="486935"/>
                    <a:pt x="159074" y="485729"/>
                  </a:cubicBezTo>
                  <a:cubicBezTo>
                    <a:pt x="157854" y="486935"/>
                    <a:pt x="156635" y="486935"/>
                    <a:pt x="155416" y="488135"/>
                  </a:cubicBezTo>
                  <a:cubicBezTo>
                    <a:pt x="150603" y="490548"/>
                    <a:pt x="145790" y="494167"/>
                    <a:pt x="139759" y="494167"/>
                  </a:cubicBezTo>
                  <a:lnTo>
                    <a:pt x="138539" y="494167"/>
                  </a:lnTo>
                  <a:cubicBezTo>
                    <a:pt x="121727" y="494167"/>
                    <a:pt x="106006" y="485729"/>
                    <a:pt x="96381" y="471265"/>
                  </a:cubicBezTo>
                  <a:cubicBezTo>
                    <a:pt x="72318" y="466446"/>
                    <a:pt x="55442" y="445951"/>
                    <a:pt x="55442" y="421849"/>
                  </a:cubicBezTo>
                  <a:cubicBezTo>
                    <a:pt x="55442" y="420643"/>
                    <a:pt x="55442" y="420643"/>
                    <a:pt x="55442" y="419436"/>
                  </a:cubicBezTo>
                  <a:cubicBezTo>
                    <a:pt x="48191" y="409792"/>
                    <a:pt x="43378" y="398947"/>
                    <a:pt x="43378" y="386896"/>
                  </a:cubicBezTo>
                  <a:cubicBezTo>
                    <a:pt x="43378" y="374839"/>
                    <a:pt x="46971" y="363995"/>
                    <a:pt x="55442" y="354350"/>
                  </a:cubicBezTo>
                  <a:cubicBezTo>
                    <a:pt x="55442" y="353144"/>
                    <a:pt x="55442" y="353144"/>
                    <a:pt x="55442" y="351944"/>
                  </a:cubicBezTo>
                  <a:cubicBezTo>
                    <a:pt x="55442" y="327836"/>
                    <a:pt x="73473" y="306141"/>
                    <a:pt x="96381" y="302525"/>
                  </a:cubicBezTo>
                  <a:cubicBezTo>
                    <a:pt x="102413" y="294088"/>
                    <a:pt x="110883" y="286857"/>
                    <a:pt x="121727" y="283241"/>
                  </a:cubicBezTo>
                  <a:cubicBezTo>
                    <a:pt x="127695" y="280830"/>
                    <a:pt x="132572" y="279625"/>
                    <a:pt x="138539" y="279625"/>
                  </a:cubicBezTo>
                  <a:cubicBezTo>
                    <a:pt x="139759" y="279625"/>
                    <a:pt x="139759" y="279625"/>
                    <a:pt x="140978" y="279625"/>
                  </a:cubicBezTo>
                  <a:cubicBezTo>
                    <a:pt x="144572" y="279625"/>
                    <a:pt x="147010" y="280830"/>
                    <a:pt x="149384" y="282035"/>
                  </a:cubicBezTo>
                  <a:lnTo>
                    <a:pt x="149384" y="255519"/>
                  </a:lnTo>
                  <a:lnTo>
                    <a:pt x="13283" y="255519"/>
                  </a:lnTo>
                  <a:lnTo>
                    <a:pt x="14438" y="244672"/>
                  </a:lnTo>
                  <a:cubicBezTo>
                    <a:pt x="16876" y="204897"/>
                    <a:pt x="39784" y="169944"/>
                    <a:pt x="75911" y="150660"/>
                  </a:cubicBezTo>
                  <a:cubicBezTo>
                    <a:pt x="85536" y="145839"/>
                    <a:pt x="92787" y="136196"/>
                    <a:pt x="94007" y="126554"/>
                  </a:cubicBezTo>
                  <a:cubicBezTo>
                    <a:pt x="100038" y="98833"/>
                    <a:pt x="118070" y="75932"/>
                    <a:pt x="144572" y="63880"/>
                  </a:cubicBezTo>
                  <a:cubicBezTo>
                    <a:pt x="155416" y="59059"/>
                    <a:pt x="167479" y="56648"/>
                    <a:pt x="179543" y="56648"/>
                  </a:cubicBezTo>
                  <a:cubicBezTo>
                    <a:pt x="181917" y="56648"/>
                    <a:pt x="184356" y="56648"/>
                    <a:pt x="187950" y="56648"/>
                  </a:cubicBezTo>
                  <a:cubicBezTo>
                    <a:pt x="189168" y="56648"/>
                    <a:pt x="190388" y="56648"/>
                    <a:pt x="191607" y="56648"/>
                  </a:cubicBezTo>
                  <a:cubicBezTo>
                    <a:pt x="201232" y="56648"/>
                    <a:pt x="209639" y="53032"/>
                    <a:pt x="216890" y="45800"/>
                  </a:cubicBezTo>
                  <a:cubicBezTo>
                    <a:pt x="234985" y="24106"/>
                    <a:pt x="263861" y="12053"/>
                    <a:pt x="294019" y="12053"/>
                  </a:cubicBezTo>
                  <a:close/>
                  <a:moveTo>
                    <a:pt x="294019" y="0"/>
                  </a:moveTo>
                  <a:cubicBezTo>
                    <a:pt x="261486" y="0"/>
                    <a:pt x="228953" y="14463"/>
                    <a:pt x="206045" y="38568"/>
                  </a:cubicBezTo>
                  <a:cubicBezTo>
                    <a:pt x="202452" y="43390"/>
                    <a:pt x="196419" y="45800"/>
                    <a:pt x="190388" y="45800"/>
                  </a:cubicBezTo>
                  <a:cubicBezTo>
                    <a:pt x="189168" y="45800"/>
                    <a:pt x="189168" y="45800"/>
                    <a:pt x="187950" y="45800"/>
                  </a:cubicBezTo>
                  <a:cubicBezTo>
                    <a:pt x="184356" y="45800"/>
                    <a:pt x="181917" y="45800"/>
                    <a:pt x="178324" y="45800"/>
                  </a:cubicBezTo>
                  <a:cubicBezTo>
                    <a:pt x="165105" y="45800"/>
                    <a:pt x="150603" y="48211"/>
                    <a:pt x="138539" y="54237"/>
                  </a:cubicBezTo>
                  <a:cubicBezTo>
                    <a:pt x="109664" y="67496"/>
                    <a:pt x="87975" y="94012"/>
                    <a:pt x="81943" y="125349"/>
                  </a:cubicBezTo>
                  <a:cubicBezTo>
                    <a:pt x="80724" y="132580"/>
                    <a:pt x="75911" y="138607"/>
                    <a:pt x="69880" y="141018"/>
                  </a:cubicBezTo>
                  <a:cubicBezTo>
                    <a:pt x="31314" y="161507"/>
                    <a:pt x="4813" y="200077"/>
                    <a:pt x="2438" y="244672"/>
                  </a:cubicBezTo>
                  <a:lnTo>
                    <a:pt x="1219" y="255519"/>
                  </a:lnTo>
                  <a:lnTo>
                    <a:pt x="0" y="267572"/>
                  </a:lnTo>
                  <a:lnTo>
                    <a:pt x="13283" y="267572"/>
                  </a:lnTo>
                  <a:lnTo>
                    <a:pt x="131353" y="267572"/>
                  </a:lnTo>
                  <a:cubicBezTo>
                    <a:pt x="126540" y="267572"/>
                    <a:pt x="120508" y="268777"/>
                    <a:pt x="115696" y="271188"/>
                  </a:cubicBezTo>
                  <a:cubicBezTo>
                    <a:pt x="104851" y="274804"/>
                    <a:pt x="95161" y="282035"/>
                    <a:pt x="87975" y="291678"/>
                  </a:cubicBezTo>
                  <a:cubicBezTo>
                    <a:pt x="61473" y="298909"/>
                    <a:pt x="42158" y="323017"/>
                    <a:pt x="40939" y="350738"/>
                  </a:cubicBezTo>
                  <a:cubicBezTo>
                    <a:pt x="33753" y="361582"/>
                    <a:pt x="28940" y="373639"/>
                    <a:pt x="28940" y="386896"/>
                  </a:cubicBezTo>
                  <a:cubicBezTo>
                    <a:pt x="28940" y="400154"/>
                    <a:pt x="32533" y="412205"/>
                    <a:pt x="40939" y="423055"/>
                  </a:cubicBezTo>
                  <a:cubicBezTo>
                    <a:pt x="40939" y="450776"/>
                    <a:pt x="60254" y="474878"/>
                    <a:pt x="86756" y="482110"/>
                  </a:cubicBezTo>
                  <a:cubicBezTo>
                    <a:pt x="98820" y="497780"/>
                    <a:pt x="116850" y="506218"/>
                    <a:pt x="136165" y="506218"/>
                  </a:cubicBezTo>
                  <a:cubicBezTo>
                    <a:pt x="137385" y="506218"/>
                    <a:pt x="137385" y="506218"/>
                    <a:pt x="138539" y="506218"/>
                  </a:cubicBezTo>
                  <a:cubicBezTo>
                    <a:pt x="147010" y="506218"/>
                    <a:pt x="153042" y="502599"/>
                    <a:pt x="157854" y="500192"/>
                  </a:cubicBezTo>
                  <a:cubicBezTo>
                    <a:pt x="162667" y="503805"/>
                    <a:pt x="168699" y="506218"/>
                    <a:pt x="177105" y="506218"/>
                  </a:cubicBezTo>
                  <a:cubicBezTo>
                    <a:pt x="177105" y="506218"/>
                    <a:pt x="178324" y="506218"/>
                    <a:pt x="179543" y="506218"/>
                  </a:cubicBezTo>
                  <a:cubicBezTo>
                    <a:pt x="198794" y="506218"/>
                    <a:pt x="216890" y="497780"/>
                    <a:pt x="228953" y="482110"/>
                  </a:cubicBezTo>
                  <a:cubicBezTo>
                    <a:pt x="242172" y="478497"/>
                    <a:pt x="254235" y="470059"/>
                    <a:pt x="262642" y="459214"/>
                  </a:cubicBezTo>
                  <a:lnTo>
                    <a:pt x="396433" y="459214"/>
                  </a:lnTo>
                  <a:lnTo>
                    <a:pt x="408496" y="459214"/>
                  </a:lnTo>
                  <a:lnTo>
                    <a:pt x="408496" y="447157"/>
                  </a:lnTo>
                  <a:lnTo>
                    <a:pt x="408496" y="267572"/>
                  </a:lnTo>
                  <a:lnTo>
                    <a:pt x="485563" y="267572"/>
                  </a:lnTo>
                  <a:lnTo>
                    <a:pt x="492814" y="267572"/>
                  </a:lnTo>
                  <a:lnTo>
                    <a:pt x="496407" y="261545"/>
                  </a:lnTo>
                  <a:lnTo>
                    <a:pt x="498845" y="255519"/>
                  </a:lnTo>
                  <a:cubicBezTo>
                    <a:pt x="528941" y="198871"/>
                    <a:pt x="510909" y="128964"/>
                    <a:pt x="456687" y="94012"/>
                  </a:cubicBezTo>
                  <a:cubicBezTo>
                    <a:pt x="444623" y="86780"/>
                    <a:pt x="431340" y="80753"/>
                    <a:pt x="418122" y="78343"/>
                  </a:cubicBezTo>
                  <a:cubicBezTo>
                    <a:pt x="409651" y="77138"/>
                    <a:pt x="403620" y="72317"/>
                    <a:pt x="400026" y="66290"/>
                  </a:cubicBezTo>
                  <a:cubicBezTo>
                    <a:pt x="379556" y="25311"/>
                    <a:pt x="338553" y="0"/>
                    <a:pt x="294019" y="0"/>
                  </a:cubicBezTo>
                  <a:close/>
                </a:path>
              </a:pathLst>
            </a:custGeom>
            <a:solidFill>
              <a:srgbClr val="FFFFFF"/>
            </a:solidFill>
            <a:ln w="6417" cap="flat">
              <a:noFill/>
              <a:prstDash val="solid"/>
              <a:miter/>
            </a:ln>
          </p:spPr>
          <p:txBody>
            <a:bodyPr rtlCol="0" anchor="ctr"/>
            <a:lstStyle/>
            <a:p>
              <a:endParaRPr lang="en-US"/>
            </a:p>
          </p:txBody>
        </p:sp>
        <p:grpSp>
          <p:nvGrpSpPr>
            <p:cNvPr id="112" name="Graphic 3">
              <a:extLst>
                <a:ext uri="{FF2B5EF4-FFF2-40B4-BE49-F238E27FC236}">
                  <a16:creationId xmlns:a16="http://schemas.microsoft.com/office/drawing/2014/main" id="{89BBE3E9-5E93-4432-A763-C353D75D9DA7}"/>
                </a:ext>
              </a:extLst>
            </p:cNvPr>
            <p:cNvGrpSpPr/>
            <p:nvPr/>
          </p:nvGrpSpPr>
          <p:grpSpPr>
            <a:xfrm>
              <a:off x="10952779" y="2382996"/>
              <a:ext cx="487704" cy="482103"/>
              <a:chOff x="10952779" y="2382996"/>
              <a:chExt cx="487704" cy="482103"/>
            </a:xfrm>
            <a:solidFill>
              <a:srgbClr val="2C5967"/>
            </a:solidFill>
          </p:grpSpPr>
          <p:sp>
            <p:nvSpPr>
              <p:cNvPr id="113" name="Freeform: Shape 112">
                <a:extLst>
                  <a:ext uri="{FF2B5EF4-FFF2-40B4-BE49-F238E27FC236}">
                    <a16:creationId xmlns:a16="http://schemas.microsoft.com/office/drawing/2014/main" id="{8A4301DF-785B-EC62-7865-0588322E2365}"/>
                  </a:ext>
                </a:extLst>
              </p:cNvPr>
              <p:cNvSpPr/>
              <p:nvPr/>
            </p:nvSpPr>
            <p:spPr>
              <a:xfrm>
                <a:off x="10952779" y="2382996"/>
                <a:ext cx="487704" cy="243466"/>
              </a:xfrm>
              <a:custGeom>
                <a:avLst/>
                <a:gdLst>
                  <a:gd name="connsiteX0" fmla="*/ 437372 w 487704"/>
                  <a:gd name="connsiteY0" fmla="*/ 92806 h 243466"/>
                  <a:gd name="connsiteX1" fmla="*/ 402400 w 487704"/>
                  <a:gd name="connsiteY1" fmla="*/ 78343 h 243466"/>
                  <a:gd name="connsiteX2" fmla="*/ 378337 w 487704"/>
                  <a:gd name="connsiteY2" fmla="*/ 59059 h 243466"/>
                  <a:gd name="connsiteX3" fmla="*/ 281956 w 487704"/>
                  <a:gd name="connsiteY3" fmla="*/ 0 h 243466"/>
                  <a:gd name="connsiteX4" fmla="*/ 203606 w 487704"/>
                  <a:gd name="connsiteY4" fmla="*/ 33747 h 243466"/>
                  <a:gd name="connsiteX5" fmla="*/ 174730 w 487704"/>
                  <a:gd name="connsiteY5" fmla="*/ 44595 h 243466"/>
                  <a:gd name="connsiteX6" fmla="*/ 131353 w 487704"/>
                  <a:gd name="connsiteY6" fmla="*/ 51827 h 243466"/>
                  <a:gd name="connsiteX7" fmla="*/ 80724 w 487704"/>
                  <a:gd name="connsiteY7" fmla="*/ 114501 h 243466"/>
                  <a:gd name="connsiteX8" fmla="*/ 62628 w 487704"/>
                  <a:gd name="connsiteY8" fmla="*/ 138607 h 243466"/>
                  <a:gd name="connsiteX9" fmla="*/ 1219 w 487704"/>
                  <a:gd name="connsiteY9" fmla="*/ 232619 h 243466"/>
                  <a:gd name="connsiteX10" fmla="*/ 0 w 487704"/>
                  <a:gd name="connsiteY10" fmla="*/ 243467 h 243466"/>
                  <a:gd name="connsiteX11" fmla="*/ 118070 w 487704"/>
                  <a:gd name="connsiteY11" fmla="*/ 243467 h 243466"/>
                  <a:gd name="connsiteX12" fmla="*/ 118070 w 487704"/>
                  <a:gd name="connsiteY12" fmla="*/ 222976 h 243466"/>
                  <a:gd name="connsiteX13" fmla="*/ 24063 w 487704"/>
                  <a:gd name="connsiteY13" fmla="*/ 222976 h 243466"/>
                  <a:gd name="connsiteX14" fmla="*/ 72254 w 487704"/>
                  <a:gd name="connsiteY14" fmla="*/ 157892 h 243466"/>
                  <a:gd name="connsiteX15" fmla="*/ 101194 w 487704"/>
                  <a:gd name="connsiteY15" fmla="*/ 119322 h 243466"/>
                  <a:gd name="connsiteX16" fmla="*/ 138539 w 487704"/>
                  <a:gd name="connsiteY16" fmla="*/ 72317 h 243466"/>
                  <a:gd name="connsiteX17" fmla="*/ 171073 w 487704"/>
                  <a:gd name="connsiteY17" fmla="*/ 67496 h 243466"/>
                  <a:gd name="connsiteX18" fmla="*/ 216890 w 487704"/>
                  <a:gd name="connsiteY18" fmla="*/ 50622 h 243466"/>
                  <a:gd name="connsiteX19" fmla="*/ 280737 w 487704"/>
                  <a:gd name="connsiteY19" fmla="*/ 22900 h 243466"/>
                  <a:gd name="connsiteX20" fmla="*/ 357867 w 487704"/>
                  <a:gd name="connsiteY20" fmla="*/ 71111 h 243466"/>
                  <a:gd name="connsiteX21" fmla="*/ 397587 w 487704"/>
                  <a:gd name="connsiteY21" fmla="*/ 98833 h 243466"/>
                  <a:gd name="connsiteX22" fmla="*/ 425308 w 487704"/>
                  <a:gd name="connsiteY22" fmla="*/ 110886 h 243466"/>
                  <a:gd name="connsiteX23" fmla="*/ 459061 w 487704"/>
                  <a:gd name="connsiteY23" fmla="*/ 222976 h 243466"/>
                  <a:gd name="connsiteX24" fmla="*/ 398807 w 487704"/>
                  <a:gd name="connsiteY24" fmla="*/ 222976 h 243466"/>
                  <a:gd name="connsiteX25" fmla="*/ 398807 w 487704"/>
                  <a:gd name="connsiteY25" fmla="*/ 243467 h 243466"/>
                  <a:gd name="connsiteX26" fmla="*/ 471125 w 487704"/>
                  <a:gd name="connsiteY26" fmla="*/ 243467 h 243466"/>
                  <a:gd name="connsiteX27" fmla="*/ 473499 w 487704"/>
                  <a:gd name="connsiteY27" fmla="*/ 237440 h 243466"/>
                  <a:gd name="connsiteX28" fmla="*/ 437372 w 487704"/>
                  <a:gd name="connsiteY28" fmla="*/ 92806 h 243466"/>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Lst>
                <a:rect l="l" t="t" r="r" b="b"/>
                <a:pathLst>
                  <a:path w="487704" h="243466">
                    <a:moveTo>
                      <a:pt x="437372" y="92806"/>
                    </a:moveTo>
                    <a:cubicBezTo>
                      <a:pt x="426527" y="85574"/>
                      <a:pt x="414464" y="80753"/>
                      <a:pt x="402400" y="78343"/>
                    </a:cubicBezTo>
                    <a:cubicBezTo>
                      <a:pt x="391556" y="75932"/>
                      <a:pt x="383149" y="68701"/>
                      <a:pt x="378337" y="59059"/>
                    </a:cubicBezTo>
                    <a:cubicBezTo>
                      <a:pt x="360242" y="22900"/>
                      <a:pt x="322895" y="0"/>
                      <a:pt x="281956" y="0"/>
                    </a:cubicBezTo>
                    <a:cubicBezTo>
                      <a:pt x="251797" y="0"/>
                      <a:pt x="224076" y="12053"/>
                      <a:pt x="203606" y="33747"/>
                    </a:cubicBezTo>
                    <a:cubicBezTo>
                      <a:pt x="196419" y="40979"/>
                      <a:pt x="185575" y="45800"/>
                      <a:pt x="174730" y="44595"/>
                    </a:cubicBezTo>
                    <a:cubicBezTo>
                      <a:pt x="160228" y="43390"/>
                      <a:pt x="145790" y="45800"/>
                      <a:pt x="131353" y="51827"/>
                    </a:cubicBezTo>
                    <a:cubicBezTo>
                      <a:pt x="106006" y="62675"/>
                      <a:pt x="86756" y="86780"/>
                      <a:pt x="80724" y="114501"/>
                    </a:cubicBezTo>
                    <a:cubicBezTo>
                      <a:pt x="78285" y="125349"/>
                      <a:pt x="72254" y="133786"/>
                      <a:pt x="62628" y="138607"/>
                    </a:cubicBezTo>
                    <a:cubicBezTo>
                      <a:pt x="27720" y="156686"/>
                      <a:pt x="4813" y="191639"/>
                      <a:pt x="1219" y="232619"/>
                    </a:cubicBezTo>
                    <a:lnTo>
                      <a:pt x="0" y="243467"/>
                    </a:lnTo>
                    <a:lnTo>
                      <a:pt x="118070" y="243467"/>
                    </a:lnTo>
                    <a:lnTo>
                      <a:pt x="118070" y="222976"/>
                    </a:lnTo>
                    <a:lnTo>
                      <a:pt x="24063" y="222976"/>
                    </a:lnTo>
                    <a:cubicBezTo>
                      <a:pt x="30095" y="195255"/>
                      <a:pt x="46971" y="171149"/>
                      <a:pt x="72254" y="157892"/>
                    </a:cubicBezTo>
                    <a:cubicBezTo>
                      <a:pt x="87975" y="149455"/>
                      <a:pt x="98820" y="136196"/>
                      <a:pt x="101194" y="119322"/>
                    </a:cubicBezTo>
                    <a:cubicBezTo>
                      <a:pt x="104787" y="98833"/>
                      <a:pt x="119289" y="80753"/>
                      <a:pt x="138539" y="72317"/>
                    </a:cubicBezTo>
                    <a:cubicBezTo>
                      <a:pt x="148165" y="67496"/>
                      <a:pt x="160228" y="66290"/>
                      <a:pt x="171073" y="67496"/>
                    </a:cubicBezTo>
                    <a:cubicBezTo>
                      <a:pt x="187950" y="68701"/>
                      <a:pt x="204826" y="62675"/>
                      <a:pt x="216890" y="50622"/>
                    </a:cubicBezTo>
                    <a:cubicBezTo>
                      <a:pt x="233766" y="32542"/>
                      <a:pt x="256609" y="22900"/>
                      <a:pt x="280737" y="22900"/>
                    </a:cubicBezTo>
                    <a:cubicBezTo>
                      <a:pt x="313270" y="22900"/>
                      <a:pt x="343365" y="40979"/>
                      <a:pt x="357867" y="71111"/>
                    </a:cubicBezTo>
                    <a:cubicBezTo>
                      <a:pt x="366273" y="84369"/>
                      <a:pt x="380711" y="95217"/>
                      <a:pt x="397587" y="98833"/>
                    </a:cubicBezTo>
                    <a:cubicBezTo>
                      <a:pt x="407277" y="101243"/>
                      <a:pt x="416902" y="104859"/>
                      <a:pt x="425308" y="110886"/>
                    </a:cubicBezTo>
                    <a:cubicBezTo>
                      <a:pt x="462654" y="134991"/>
                      <a:pt x="477156" y="183202"/>
                      <a:pt x="459061" y="222976"/>
                    </a:cubicBezTo>
                    <a:lnTo>
                      <a:pt x="398807" y="222976"/>
                    </a:lnTo>
                    <a:lnTo>
                      <a:pt x="398807" y="243467"/>
                    </a:lnTo>
                    <a:lnTo>
                      <a:pt x="471125" y="243467"/>
                    </a:lnTo>
                    <a:lnTo>
                      <a:pt x="473499" y="237440"/>
                    </a:lnTo>
                    <a:cubicBezTo>
                      <a:pt x="502439" y="186818"/>
                      <a:pt x="485563" y="124143"/>
                      <a:pt x="437372" y="92806"/>
                    </a:cubicBezTo>
                    <a:close/>
                  </a:path>
                </a:pathLst>
              </a:custGeom>
              <a:solidFill>
                <a:srgbClr val="2C5967"/>
              </a:solidFill>
              <a:ln w="6417" cap="flat">
                <a:noFill/>
                <a:prstDash val="solid"/>
                <a:miter/>
              </a:ln>
            </p:spPr>
            <p:txBody>
              <a:bodyPr rtlCol="0" anchor="ctr"/>
              <a:lstStyle/>
              <a:p>
                <a:endParaRPr lang="en-US"/>
              </a:p>
            </p:txBody>
          </p:sp>
          <p:sp>
            <p:nvSpPr>
              <p:cNvPr id="114" name="Freeform: Shape 113">
                <a:extLst>
                  <a:ext uri="{FF2B5EF4-FFF2-40B4-BE49-F238E27FC236}">
                    <a16:creationId xmlns:a16="http://schemas.microsoft.com/office/drawing/2014/main" id="{2FED8911-5D46-74FF-D87E-F9332BED4D96}"/>
                  </a:ext>
                </a:extLst>
              </p:cNvPr>
              <p:cNvSpPr/>
              <p:nvPr/>
            </p:nvSpPr>
            <p:spPr>
              <a:xfrm>
                <a:off x="11087725" y="2503519"/>
                <a:ext cx="248203" cy="314577"/>
              </a:xfrm>
              <a:custGeom>
                <a:avLst/>
                <a:gdLst>
                  <a:gd name="connsiteX0" fmla="*/ 248203 w 248203"/>
                  <a:gd name="connsiteY0" fmla="*/ 56648 h 314577"/>
                  <a:gd name="connsiteX1" fmla="*/ 191543 w 248203"/>
                  <a:gd name="connsiteY1" fmla="*/ 0 h 314577"/>
                  <a:gd name="connsiteX2" fmla="*/ 0 w 248203"/>
                  <a:gd name="connsiteY2" fmla="*/ 0 h 314577"/>
                  <a:gd name="connsiteX3" fmla="*/ 0 w 248203"/>
                  <a:gd name="connsiteY3" fmla="*/ 132581 h 314577"/>
                  <a:gd name="connsiteX4" fmla="*/ 10844 w 248203"/>
                  <a:gd name="connsiteY4" fmla="*/ 137402 h 314577"/>
                  <a:gd name="connsiteX5" fmla="*/ 21689 w 248203"/>
                  <a:gd name="connsiteY5" fmla="*/ 132581 h 314577"/>
                  <a:gd name="connsiteX6" fmla="*/ 21689 w 248203"/>
                  <a:gd name="connsiteY6" fmla="*/ 21695 h 314577"/>
                  <a:gd name="connsiteX7" fmla="*/ 171072 w 248203"/>
                  <a:gd name="connsiteY7" fmla="*/ 21695 h 314577"/>
                  <a:gd name="connsiteX8" fmla="*/ 171072 w 248203"/>
                  <a:gd name="connsiteY8" fmla="*/ 79548 h 314577"/>
                  <a:gd name="connsiteX9" fmla="*/ 228952 w 248203"/>
                  <a:gd name="connsiteY9" fmla="*/ 79548 h 314577"/>
                  <a:gd name="connsiteX10" fmla="*/ 228952 w 248203"/>
                  <a:gd name="connsiteY10" fmla="*/ 294089 h 314577"/>
                  <a:gd name="connsiteX11" fmla="*/ 130133 w 248203"/>
                  <a:gd name="connsiteY11" fmla="*/ 294089 h 314577"/>
                  <a:gd name="connsiteX12" fmla="*/ 125320 w 248203"/>
                  <a:gd name="connsiteY12" fmla="*/ 314578 h 314577"/>
                  <a:gd name="connsiteX13" fmla="*/ 248203 w 248203"/>
                  <a:gd name="connsiteY13" fmla="*/ 314578 h 314577"/>
                  <a:gd name="connsiteX14" fmla="*/ 248203 w 248203"/>
                  <a:gd name="connsiteY14" fmla="*/ 56648 h 314577"/>
                  <a:gd name="connsiteX15" fmla="*/ 191543 w 248203"/>
                  <a:gd name="connsiteY15" fmla="*/ 28926 h 314577"/>
                  <a:gd name="connsiteX16" fmla="*/ 220483 w 248203"/>
                  <a:gd name="connsiteY16" fmla="*/ 57854 h 314577"/>
                  <a:gd name="connsiteX17" fmla="*/ 191543 w 248203"/>
                  <a:gd name="connsiteY17" fmla="*/ 57854 h 314577"/>
                  <a:gd name="connsiteX18" fmla="*/ 191543 w 248203"/>
                  <a:gd name="connsiteY18" fmla="*/ 28926 h 314577"/>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Lst>
                <a:rect l="l" t="t" r="r" b="b"/>
                <a:pathLst>
                  <a:path w="248203" h="314577">
                    <a:moveTo>
                      <a:pt x="248203" y="56648"/>
                    </a:moveTo>
                    <a:lnTo>
                      <a:pt x="191543" y="0"/>
                    </a:lnTo>
                    <a:lnTo>
                      <a:pt x="0" y="0"/>
                    </a:lnTo>
                    <a:lnTo>
                      <a:pt x="0" y="132581"/>
                    </a:lnTo>
                    <a:cubicBezTo>
                      <a:pt x="3593" y="133786"/>
                      <a:pt x="7251" y="134991"/>
                      <a:pt x="10844" y="137402"/>
                    </a:cubicBezTo>
                    <a:cubicBezTo>
                      <a:pt x="14438" y="134991"/>
                      <a:pt x="18095" y="133786"/>
                      <a:pt x="21689" y="132581"/>
                    </a:cubicBezTo>
                    <a:lnTo>
                      <a:pt x="21689" y="21695"/>
                    </a:lnTo>
                    <a:lnTo>
                      <a:pt x="171072" y="21695"/>
                    </a:lnTo>
                    <a:lnTo>
                      <a:pt x="171072" y="79548"/>
                    </a:lnTo>
                    <a:lnTo>
                      <a:pt x="228952" y="79548"/>
                    </a:lnTo>
                    <a:lnTo>
                      <a:pt x="228952" y="294089"/>
                    </a:lnTo>
                    <a:lnTo>
                      <a:pt x="130133" y="294089"/>
                    </a:lnTo>
                    <a:cubicBezTo>
                      <a:pt x="130133" y="301321"/>
                      <a:pt x="127695" y="308553"/>
                      <a:pt x="125320" y="314578"/>
                    </a:cubicBezTo>
                    <a:lnTo>
                      <a:pt x="248203" y="314578"/>
                    </a:lnTo>
                    <a:lnTo>
                      <a:pt x="248203" y="56648"/>
                    </a:lnTo>
                    <a:close/>
                    <a:moveTo>
                      <a:pt x="191543" y="28926"/>
                    </a:moveTo>
                    <a:lnTo>
                      <a:pt x="220483" y="57854"/>
                    </a:lnTo>
                    <a:lnTo>
                      <a:pt x="191543" y="57854"/>
                    </a:lnTo>
                    <a:lnTo>
                      <a:pt x="191543" y="28926"/>
                    </a:lnTo>
                    <a:close/>
                  </a:path>
                </a:pathLst>
              </a:custGeom>
              <a:solidFill>
                <a:srgbClr val="2C5967"/>
              </a:solidFill>
              <a:ln w="6417" cap="flat">
                <a:noFill/>
                <a:prstDash val="solid"/>
                <a:miter/>
              </a:ln>
            </p:spPr>
            <p:txBody>
              <a:bodyPr rtlCol="0" anchor="ctr"/>
              <a:lstStyle/>
              <a:p>
                <a:endParaRPr lang="en-US"/>
              </a:p>
            </p:txBody>
          </p:sp>
          <p:sp>
            <p:nvSpPr>
              <p:cNvPr id="115" name="Freeform: Shape 114">
                <a:extLst>
                  <a:ext uri="{FF2B5EF4-FFF2-40B4-BE49-F238E27FC236}">
                    <a16:creationId xmlns:a16="http://schemas.microsoft.com/office/drawing/2014/main" id="{9745298A-C243-CB2C-B1AF-40E3A304573E}"/>
                  </a:ext>
                </a:extLst>
              </p:cNvPr>
              <p:cNvSpPr/>
              <p:nvPr/>
            </p:nvSpPr>
            <p:spPr>
              <a:xfrm>
                <a:off x="11162417" y="2650560"/>
                <a:ext cx="125320" cy="20483"/>
              </a:xfrm>
              <a:custGeom>
                <a:avLst/>
                <a:gdLst>
                  <a:gd name="connsiteX0" fmla="*/ 124102 w 125320"/>
                  <a:gd name="connsiteY0" fmla="*/ 0 h 20483"/>
                  <a:gd name="connsiteX1" fmla="*/ 0 w 125320"/>
                  <a:gd name="connsiteY1" fmla="*/ 0 h 20483"/>
                  <a:gd name="connsiteX2" fmla="*/ 8470 w 125320"/>
                  <a:gd name="connsiteY2" fmla="*/ 8434 h 20483"/>
                  <a:gd name="connsiteX3" fmla="*/ 32533 w 125320"/>
                  <a:gd name="connsiteY3" fmla="*/ 20483 h 20483"/>
                  <a:gd name="connsiteX4" fmla="*/ 125320 w 125320"/>
                  <a:gd name="connsiteY4" fmla="*/ 20483 h 20483"/>
                  <a:gd name="connsiteX5" fmla="*/ 125320 w 125320"/>
                  <a:gd name="connsiteY5" fmla="*/ 0 h 20483"/>
                  <a:gd name="connsiteX6" fmla="*/ 124102 w 125320"/>
                  <a:gd name="connsiteY6" fmla="*/ 0 h 20483"/>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Lst>
                <a:rect l="l" t="t" r="r" b="b"/>
                <a:pathLst>
                  <a:path w="125320" h="20483">
                    <a:moveTo>
                      <a:pt x="124102" y="0"/>
                    </a:moveTo>
                    <a:lnTo>
                      <a:pt x="0" y="0"/>
                    </a:lnTo>
                    <a:cubicBezTo>
                      <a:pt x="3593" y="2409"/>
                      <a:pt x="6031" y="6025"/>
                      <a:pt x="8470" y="8434"/>
                    </a:cubicBezTo>
                    <a:cubicBezTo>
                      <a:pt x="16876" y="10844"/>
                      <a:pt x="25282" y="15664"/>
                      <a:pt x="32533" y="20483"/>
                    </a:cubicBezTo>
                    <a:lnTo>
                      <a:pt x="125320" y="20483"/>
                    </a:lnTo>
                    <a:lnTo>
                      <a:pt x="125320" y="0"/>
                    </a:lnTo>
                    <a:lnTo>
                      <a:pt x="124102" y="0"/>
                    </a:lnTo>
                    <a:close/>
                  </a:path>
                </a:pathLst>
              </a:custGeom>
              <a:solidFill>
                <a:srgbClr val="2C5967"/>
              </a:solidFill>
              <a:ln w="6417" cap="flat">
                <a:noFill/>
                <a:prstDash val="solid"/>
                <a:miter/>
              </a:ln>
            </p:spPr>
            <p:txBody>
              <a:bodyPr rtlCol="0" anchor="ctr"/>
              <a:lstStyle/>
              <a:p>
                <a:endParaRPr lang="en-US"/>
              </a:p>
            </p:txBody>
          </p:sp>
          <p:sp>
            <p:nvSpPr>
              <p:cNvPr id="116" name="Freeform: Shape 115">
                <a:extLst>
                  <a:ext uri="{FF2B5EF4-FFF2-40B4-BE49-F238E27FC236}">
                    <a16:creationId xmlns:a16="http://schemas.microsoft.com/office/drawing/2014/main" id="{69875A3D-B1C4-127B-92BA-10CC9508B369}"/>
                  </a:ext>
                </a:extLst>
              </p:cNvPr>
              <p:cNvSpPr/>
              <p:nvPr/>
            </p:nvSpPr>
            <p:spPr>
              <a:xfrm>
                <a:off x="11228703" y="2750604"/>
                <a:ext cx="57815" cy="21688"/>
              </a:xfrm>
              <a:custGeom>
                <a:avLst/>
                <a:gdLst>
                  <a:gd name="connsiteX0" fmla="*/ 57816 w 57815"/>
                  <a:gd name="connsiteY0" fmla="*/ 20483 h 21688"/>
                  <a:gd name="connsiteX1" fmla="*/ 57816 w 57815"/>
                  <a:gd name="connsiteY1" fmla="*/ 0 h 21688"/>
                  <a:gd name="connsiteX2" fmla="*/ 1219 w 57815"/>
                  <a:gd name="connsiteY2" fmla="*/ 0 h 21688"/>
                  <a:gd name="connsiteX3" fmla="*/ 1219 w 57815"/>
                  <a:gd name="connsiteY3" fmla="*/ 8432 h 21688"/>
                  <a:gd name="connsiteX4" fmla="*/ 0 w 57815"/>
                  <a:gd name="connsiteY4" fmla="*/ 21689 h 21688"/>
                  <a:gd name="connsiteX5" fmla="*/ 57816 w 57815"/>
                  <a:gd name="connsiteY5" fmla="*/ 21689 h 21688"/>
                  <a:gd name="connsiteX6" fmla="*/ 57816 w 57815"/>
                  <a:gd name="connsiteY6" fmla="*/ 20483 h 21688"/>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Lst>
                <a:rect l="l" t="t" r="r" b="b"/>
                <a:pathLst>
                  <a:path w="57815" h="21688">
                    <a:moveTo>
                      <a:pt x="57816" y="20483"/>
                    </a:moveTo>
                    <a:lnTo>
                      <a:pt x="57816" y="0"/>
                    </a:lnTo>
                    <a:lnTo>
                      <a:pt x="1219" y="0"/>
                    </a:lnTo>
                    <a:cubicBezTo>
                      <a:pt x="1219" y="2406"/>
                      <a:pt x="1219" y="4819"/>
                      <a:pt x="1219" y="8432"/>
                    </a:cubicBezTo>
                    <a:cubicBezTo>
                      <a:pt x="1219" y="13251"/>
                      <a:pt x="1219" y="16870"/>
                      <a:pt x="0" y="21689"/>
                    </a:cubicBezTo>
                    <a:lnTo>
                      <a:pt x="57816" y="21689"/>
                    </a:lnTo>
                    <a:lnTo>
                      <a:pt x="57816" y="20483"/>
                    </a:lnTo>
                    <a:close/>
                  </a:path>
                </a:pathLst>
              </a:custGeom>
              <a:solidFill>
                <a:srgbClr val="2C5967"/>
              </a:solidFill>
              <a:ln w="6417" cap="flat">
                <a:noFill/>
                <a:prstDash val="solid"/>
                <a:miter/>
              </a:ln>
            </p:spPr>
            <p:txBody>
              <a:bodyPr rtlCol="0" anchor="ctr"/>
              <a:lstStyle/>
              <a:p>
                <a:endParaRPr lang="en-US"/>
              </a:p>
            </p:txBody>
          </p:sp>
          <p:sp>
            <p:nvSpPr>
              <p:cNvPr id="117" name="Freeform: Shape 116">
                <a:extLst>
                  <a:ext uri="{FF2B5EF4-FFF2-40B4-BE49-F238E27FC236}">
                    <a16:creationId xmlns:a16="http://schemas.microsoft.com/office/drawing/2014/main" id="{5023F22F-AB85-A40E-AB3A-32A3F5174E3B}"/>
                  </a:ext>
                </a:extLst>
              </p:cNvPr>
              <p:cNvSpPr/>
              <p:nvPr/>
            </p:nvSpPr>
            <p:spPr>
              <a:xfrm>
                <a:off x="11215421" y="2702395"/>
                <a:ext cx="72317" cy="20482"/>
              </a:xfrm>
              <a:custGeom>
                <a:avLst/>
                <a:gdLst>
                  <a:gd name="connsiteX0" fmla="*/ 71098 w 72317"/>
                  <a:gd name="connsiteY0" fmla="*/ 0 h 20482"/>
                  <a:gd name="connsiteX1" fmla="*/ 0 w 72317"/>
                  <a:gd name="connsiteY1" fmla="*/ 0 h 20482"/>
                  <a:gd name="connsiteX2" fmla="*/ 3657 w 72317"/>
                  <a:gd name="connsiteY2" fmla="*/ 16863 h 20482"/>
                  <a:gd name="connsiteX3" fmla="*/ 6031 w 72317"/>
                  <a:gd name="connsiteY3" fmla="*/ 20483 h 20482"/>
                  <a:gd name="connsiteX4" fmla="*/ 72317 w 72317"/>
                  <a:gd name="connsiteY4" fmla="*/ 20483 h 20482"/>
                  <a:gd name="connsiteX5" fmla="*/ 72317 w 72317"/>
                  <a:gd name="connsiteY5" fmla="*/ 0 h 20482"/>
                  <a:gd name="connsiteX6" fmla="*/ 71098 w 72317"/>
                  <a:gd name="connsiteY6" fmla="*/ 0 h 20482"/>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Lst>
                <a:rect l="l" t="t" r="r" b="b"/>
                <a:pathLst>
                  <a:path w="72317" h="20482">
                    <a:moveTo>
                      <a:pt x="71098" y="0"/>
                    </a:moveTo>
                    <a:lnTo>
                      <a:pt x="0" y="0"/>
                    </a:lnTo>
                    <a:cubicBezTo>
                      <a:pt x="1219" y="6019"/>
                      <a:pt x="2438" y="10844"/>
                      <a:pt x="3657" y="16863"/>
                    </a:cubicBezTo>
                    <a:cubicBezTo>
                      <a:pt x="4813" y="18070"/>
                      <a:pt x="4813" y="19276"/>
                      <a:pt x="6031" y="20483"/>
                    </a:cubicBezTo>
                    <a:lnTo>
                      <a:pt x="72317" y="20483"/>
                    </a:lnTo>
                    <a:lnTo>
                      <a:pt x="72317" y="0"/>
                    </a:lnTo>
                    <a:lnTo>
                      <a:pt x="71098" y="0"/>
                    </a:lnTo>
                    <a:close/>
                  </a:path>
                </a:pathLst>
              </a:custGeom>
              <a:solidFill>
                <a:srgbClr val="2C5967"/>
              </a:solidFill>
              <a:ln w="6417" cap="flat">
                <a:noFill/>
                <a:prstDash val="solid"/>
                <a:miter/>
              </a:ln>
            </p:spPr>
            <p:txBody>
              <a:bodyPr rtlCol="0" anchor="ctr"/>
              <a:lstStyle/>
              <a:p>
                <a:endParaRPr lang="en-US"/>
              </a:p>
            </p:txBody>
          </p:sp>
          <p:sp>
            <p:nvSpPr>
              <p:cNvPr id="118" name="Freeform: Shape 117">
                <a:extLst>
                  <a:ext uri="{FF2B5EF4-FFF2-40B4-BE49-F238E27FC236}">
                    <a16:creationId xmlns:a16="http://schemas.microsoft.com/office/drawing/2014/main" id="{34A0FA0E-7F77-07A6-D852-6C4D11CD77A5}"/>
                  </a:ext>
                </a:extLst>
              </p:cNvPr>
              <p:cNvSpPr/>
              <p:nvPr/>
            </p:nvSpPr>
            <p:spPr>
              <a:xfrm>
                <a:off x="11137135" y="2603555"/>
                <a:ext cx="149384" cy="20483"/>
              </a:xfrm>
              <a:custGeom>
                <a:avLst/>
                <a:gdLst>
                  <a:gd name="connsiteX0" fmla="*/ 149384 w 149384"/>
                  <a:gd name="connsiteY0" fmla="*/ 0 h 20483"/>
                  <a:gd name="connsiteX1" fmla="*/ 0 w 149384"/>
                  <a:gd name="connsiteY1" fmla="*/ 0 h 20483"/>
                  <a:gd name="connsiteX2" fmla="*/ 0 w 149384"/>
                  <a:gd name="connsiteY2" fmla="*/ 20484 h 20483"/>
                  <a:gd name="connsiteX3" fmla="*/ 149384 w 149384"/>
                  <a:gd name="connsiteY3" fmla="*/ 20484 h 20483"/>
                  <a:gd name="connsiteX4" fmla="*/ 149384 w 149384"/>
                  <a:gd name="connsiteY4" fmla="*/ 0 h 20483"/>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49384" h="20483">
                    <a:moveTo>
                      <a:pt x="149384" y="0"/>
                    </a:moveTo>
                    <a:lnTo>
                      <a:pt x="0" y="0"/>
                    </a:lnTo>
                    <a:lnTo>
                      <a:pt x="0" y="20484"/>
                    </a:lnTo>
                    <a:lnTo>
                      <a:pt x="149384" y="20484"/>
                    </a:lnTo>
                    <a:lnTo>
                      <a:pt x="149384" y="0"/>
                    </a:lnTo>
                    <a:close/>
                  </a:path>
                </a:pathLst>
              </a:custGeom>
              <a:solidFill>
                <a:srgbClr val="2C5967"/>
              </a:solidFill>
              <a:ln w="6417" cap="flat">
                <a:noFill/>
                <a:prstDash val="solid"/>
                <a:miter/>
              </a:ln>
            </p:spPr>
            <p:txBody>
              <a:bodyPr rtlCol="0" anchor="ctr"/>
              <a:lstStyle/>
              <a:p>
                <a:endParaRPr lang="en-US"/>
              </a:p>
            </p:txBody>
          </p:sp>
          <p:sp>
            <p:nvSpPr>
              <p:cNvPr id="119" name="Freeform: Shape 118">
                <a:extLst>
                  <a:ext uri="{FF2B5EF4-FFF2-40B4-BE49-F238E27FC236}">
                    <a16:creationId xmlns:a16="http://schemas.microsoft.com/office/drawing/2014/main" id="{F3F39A71-6788-F1DC-6FA7-C85A43BE52F2}"/>
                  </a:ext>
                </a:extLst>
              </p:cNvPr>
              <p:cNvSpPr/>
              <p:nvPr/>
            </p:nvSpPr>
            <p:spPr>
              <a:xfrm>
                <a:off x="11025033" y="2746979"/>
                <a:ext cx="21688" cy="21688"/>
              </a:xfrm>
              <a:custGeom>
                <a:avLst/>
                <a:gdLst>
                  <a:gd name="connsiteX0" fmla="*/ 10844 w 21688"/>
                  <a:gd name="connsiteY0" fmla="*/ 21689 h 21688"/>
                  <a:gd name="connsiteX1" fmla="*/ 21689 w 21688"/>
                  <a:gd name="connsiteY1" fmla="*/ 10844 h 21688"/>
                  <a:gd name="connsiteX2" fmla="*/ 10844 w 21688"/>
                  <a:gd name="connsiteY2" fmla="*/ 0 h 21688"/>
                  <a:gd name="connsiteX3" fmla="*/ 0 w 21688"/>
                  <a:gd name="connsiteY3" fmla="*/ 10844 h 21688"/>
                  <a:gd name="connsiteX4" fmla="*/ 10844 w 21688"/>
                  <a:gd name="connsiteY4" fmla="*/ 21689 h 21688"/>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21688" h="21688">
                    <a:moveTo>
                      <a:pt x="10844" y="21689"/>
                    </a:moveTo>
                    <a:cubicBezTo>
                      <a:pt x="16876" y="21689"/>
                      <a:pt x="21689" y="16838"/>
                      <a:pt x="21689" y="10844"/>
                    </a:cubicBezTo>
                    <a:cubicBezTo>
                      <a:pt x="21689" y="4858"/>
                      <a:pt x="16876" y="0"/>
                      <a:pt x="10844" y="0"/>
                    </a:cubicBezTo>
                    <a:cubicBezTo>
                      <a:pt x="4877" y="0"/>
                      <a:pt x="0" y="4858"/>
                      <a:pt x="0" y="10844"/>
                    </a:cubicBezTo>
                    <a:cubicBezTo>
                      <a:pt x="0" y="16838"/>
                      <a:pt x="4877" y="21689"/>
                      <a:pt x="10844" y="21689"/>
                    </a:cubicBezTo>
                    <a:close/>
                  </a:path>
                </a:pathLst>
              </a:custGeom>
              <a:solidFill>
                <a:srgbClr val="2C5967"/>
              </a:solidFill>
              <a:ln w="6417" cap="flat">
                <a:noFill/>
                <a:prstDash val="solid"/>
                <a:miter/>
              </a:ln>
            </p:spPr>
            <p:txBody>
              <a:bodyPr rtlCol="0" anchor="ctr"/>
              <a:lstStyle/>
              <a:p>
                <a:endParaRPr lang="en-US"/>
              </a:p>
            </p:txBody>
          </p:sp>
          <p:sp>
            <p:nvSpPr>
              <p:cNvPr id="120" name="Freeform: Shape 119">
                <a:extLst>
                  <a:ext uri="{FF2B5EF4-FFF2-40B4-BE49-F238E27FC236}">
                    <a16:creationId xmlns:a16="http://schemas.microsoft.com/office/drawing/2014/main" id="{F7CC5475-3DE7-9ACA-C820-C0D8A510A25C}"/>
                  </a:ext>
                </a:extLst>
              </p:cNvPr>
              <p:cNvSpPr/>
              <p:nvPr/>
            </p:nvSpPr>
            <p:spPr>
              <a:xfrm>
                <a:off x="11035147" y="2714142"/>
                <a:ext cx="20797" cy="20349"/>
              </a:xfrm>
              <a:custGeom>
                <a:avLst/>
                <a:gdLst>
                  <a:gd name="connsiteX0" fmla="*/ 3169 w 20797"/>
                  <a:gd name="connsiteY0" fmla="*/ 2709 h 20349"/>
                  <a:gd name="connsiteX1" fmla="*/ 3169 w 20797"/>
                  <a:gd name="connsiteY1" fmla="*/ 17167 h 20349"/>
                  <a:gd name="connsiteX2" fmla="*/ 17606 w 20797"/>
                  <a:gd name="connsiteY2" fmla="*/ 17167 h 20349"/>
                  <a:gd name="connsiteX3" fmla="*/ 17606 w 20797"/>
                  <a:gd name="connsiteY3" fmla="*/ 2709 h 20349"/>
                  <a:gd name="connsiteX4" fmla="*/ 3169 w 20797"/>
                  <a:gd name="connsiteY4" fmla="*/ 2709 h 20349"/>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20797" h="20349">
                    <a:moveTo>
                      <a:pt x="3169" y="2709"/>
                    </a:moveTo>
                    <a:cubicBezTo>
                      <a:pt x="-424" y="6322"/>
                      <a:pt x="-1644" y="13554"/>
                      <a:pt x="3169" y="17167"/>
                    </a:cubicBezTo>
                    <a:cubicBezTo>
                      <a:pt x="6762" y="20786"/>
                      <a:pt x="14013" y="21992"/>
                      <a:pt x="17606" y="17167"/>
                    </a:cubicBezTo>
                    <a:cubicBezTo>
                      <a:pt x="21264" y="13554"/>
                      <a:pt x="22419" y="6322"/>
                      <a:pt x="17606" y="2709"/>
                    </a:cubicBezTo>
                    <a:cubicBezTo>
                      <a:pt x="14013" y="-903"/>
                      <a:pt x="7981" y="-903"/>
                      <a:pt x="3169" y="2709"/>
                    </a:cubicBezTo>
                    <a:close/>
                  </a:path>
                </a:pathLst>
              </a:custGeom>
              <a:solidFill>
                <a:srgbClr val="2C5967"/>
              </a:solidFill>
              <a:ln w="6417" cap="flat">
                <a:noFill/>
                <a:prstDash val="solid"/>
                <a:miter/>
              </a:ln>
            </p:spPr>
            <p:txBody>
              <a:bodyPr rtlCol="0" anchor="ctr"/>
              <a:lstStyle/>
              <a:p>
                <a:endParaRPr lang="en-US"/>
              </a:p>
            </p:txBody>
          </p:sp>
          <p:sp>
            <p:nvSpPr>
              <p:cNvPr id="121" name="Freeform: Shape 120">
                <a:extLst>
                  <a:ext uri="{FF2B5EF4-FFF2-40B4-BE49-F238E27FC236}">
                    <a16:creationId xmlns:a16="http://schemas.microsoft.com/office/drawing/2014/main" id="{1C08926E-E127-C101-4879-5BAFD3EB6D32}"/>
                  </a:ext>
                </a:extLst>
              </p:cNvPr>
              <p:cNvSpPr/>
              <p:nvPr/>
            </p:nvSpPr>
            <p:spPr>
              <a:xfrm>
                <a:off x="11035756" y="2780261"/>
                <a:ext cx="20775" cy="19919"/>
              </a:xfrm>
              <a:custGeom>
                <a:avLst/>
                <a:gdLst>
                  <a:gd name="connsiteX0" fmla="*/ 2559 w 20775"/>
                  <a:gd name="connsiteY0" fmla="*/ 2883 h 19919"/>
                  <a:gd name="connsiteX1" fmla="*/ 3779 w 20775"/>
                  <a:gd name="connsiteY1" fmla="*/ 17340 h 19919"/>
                  <a:gd name="connsiteX2" fmla="*/ 18216 w 20775"/>
                  <a:gd name="connsiteY2" fmla="*/ 16134 h 19919"/>
                  <a:gd name="connsiteX3" fmla="*/ 16997 w 20775"/>
                  <a:gd name="connsiteY3" fmla="*/ 1677 h 19919"/>
                  <a:gd name="connsiteX4" fmla="*/ 2559 w 20775"/>
                  <a:gd name="connsiteY4" fmla="*/ 2883 h 19919"/>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20775" h="19919">
                    <a:moveTo>
                      <a:pt x="2559" y="2883"/>
                    </a:moveTo>
                    <a:cubicBezTo>
                      <a:pt x="-1034" y="7702"/>
                      <a:pt x="-1034" y="13728"/>
                      <a:pt x="3779" y="17340"/>
                    </a:cubicBezTo>
                    <a:cubicBezTo>
                      <a:pt x="8591" y="20959"/>
                      <a:pt x="14623" y="20959"/>
                      <a:pt x="18216" y="16134"/>
                    </a:cubicBezTo>
                    <a:cubicBezTo>
                      <a:pt x="21809" y="11315"/>
                      <a:pt x="21809" y="5289"/>
                      <a:pt x="16997" y="1677"/>
                    </a:cubicBezTo>
                    <a:cubicBezTo>
                      <a:pt x="13404" y="-730"/>
                      <a:pt x="6153" y="-730"/>
                      <a:pt x="2559" y="2883"/>
                    </a:cubicBezTo>
                    <a:close/>
                  </a:path>
                </a:pathLst>
              </a:custGeom>
              <a:solidFill>
                <a:srgbClr val="2C5967"/>
              </a:solidFill>
              <a:ln w="6417" cap="flat">
                <a:noFill/>
                <a:prstDash val="solid"/>
                <a:miter/>
              </a:ln>
            </p:spPr>
            <p:txBody>
              <a:bodyPr rtlCol="0" anchor="ctr"/>
              <a:lstStyle/>
              <a:p>
                <a:endParaRPr lang="en-US"/>
              </a:p>
            </p:txBody>
          </p:sp>
          <p:sp>
            <p:nvSpPr>
              <p:cNvPr id="122" name="Freeform: Shape 121">
                <a:extLst>
                  <a:ext uri="{FF2B5EF4-FFF2-40B4-BE49-F238E27FC236}">
                    <a16:creationId xmlns:a16="http://schemas.microsoft.com/office/drawing/2014/main" id="{261FC9A6-1A9B-4279-D95E-11401F338FB8}"/>
                  </a:ext>
                </a:extLst>
              </p:cNvPr>
              <p:cNvSpPr/>
              <p:nvPr/>
            </p:nvSpPr>
            <p:spPr>
              <a:xfrm>
                <a:off x="10981655" y="2650560"/>
                <a:ext cx="233765" cy="214540"/>
              </a:xfrm>
              <a:custGeom>
                <a:avLst/>
                <a:gdLst>
                  <a:gd name="connsiteX0" fmla="*/ 221766 w 233765"/>
                  <a:gd name="connsiteY0" fmla="*/ 142223 h 214540"/>
                  <a:gd name="connsiteX1" fmla="*/ 221766 w 233765"/>
                  <a:gd name="connsiteY1" fmla="*/ 139810 h 214540"/>
                  <a:gd name="connsiteX2" fmla="*/ 233766 w 233765"/>
                  <a:gd name="connsiteY2" fmla="*/ 107270 h 214540"/>
                  <a:gd name="connsiteX3" fmla="*/ 221766 w 233765"/>
                  <a:gd name="connsiteY3" fmla="*/ 74724 h 214540"/>
                  <a:gd name="connsiteX4" fmla="*/ 221766 w 233765"/>
                  <a:gd name="connsiteY4" fmla="*/ 72318 h 214540"/>
                  <a:gd name="connsiteX5" fmla="*/ 180763 w 233765"/>
                  <a:gd name="connsiteY5" fmla="*/ 22900 h 214540"/>
                  <a:gd name="connsiteX6" fmla="*/ 155480 w 233765"/>
                  <a:gd name="connsiteY6" fmla="*/ 3616 h 214540"/>
                  <a:gd name="connsiteX7" fmla="*/ 136165 w 233765"/>
                  <a:gd name="connsiteY7" fmla="*/ 0 h 214540"/>
                  <a:gd name="connsiteX8" fmla="*/ 121727 w 233765"/>
                  <a:gd name="connsiteY8" fmla="*/ 6026 h 214540"/>
                  <a:gd name="connsiteX9" fmla="*/ 116915 w 233765"/>
                  <a:gd name="connsiteY9" fmla="*/ 8437 h 214540"/>
                  <a:gd name="connsiteX10" fmla="*/ 112102 w 233765"/>
                  <a:gd name="connsiteY10" fmla="*/ 6026 h 214540"/>
                  <a:gd name="connsiteX11" fmla="*/ 97600 w 233765"/>
                  <a:gd name="connsiteY11" fmla="*/ 0 h 214540"/>
                  <a:gd name="connsiteX12" fmla="*/ 78349 w 233765"/>
                  <a:gd name="connsiteY12" fmla="*/ 3616 h 214540"/>
                  <a:gd name="connsiteX13" fmla="*/ 53067 w 233765"/>
                  <a:gd name="connsiteY13" fmla="*/ 22900 h 214540"/>
                  <a:gd name="connsiteX14" fmla="*/ 12064 w 233765"/>
                  <a:gd name="connsiteY14" fmla="*/ 72318 h 214540"/>
                  <a:gd name="connsiteX15" fmla="*/ 12064 w 233765"/>
                  <a:gd name="connsiteY15" fmla="*/ 74724 h 214540"/>
                  <a:gd name="connsiteX16" fmla="*/ 0 w 233765"/>
                  <a:gd name="connsiteY16" fmla="*/ 107270 h 214540"/>
                  <a:gd name="connsiteX17" fmla="*/ 12064 w 233765"/>
                  <a:gd name="connsiteY17" fmla="*/ 139810 h 214540"/>
                  <a:gd name="connsiteX18" fmla="*/ 12064 w 233765"/>
                  <a:gd name="connsiteY18" fmla="*/ 142223 h 214540"/>
                  <a:gd name="connsiteX19" fmla="*/ 53067 w 233765"/>
                  <a:gd name="connsiteY19" fmla="*/ 191639 h 214540"/>
                  <a:gd name="connsiteX20" fmla="*/ 95226 w 233765"/>
                  <a:gd name="connsiteY20" fmla="*/ 214541 h 214540"/>
                  <a:gd name="connsiteX21" fmla="*/ 96445 w 233765"/>
                  <a:gd name="connsiteY21" fmla="*/ 214541 h 214540"/>
                  <a:gd name="connsiteX22" fmla="*/ 112102 w 233765"/>
                  <a:gd name="connsiteY22" fmla="*/ 208515 h 214540"/>
                  <a:gd name="connsiteX23" fmla="*/ 115696 w 233765"/>
                  <a:gd name="connsiteY23" fmla="*/ 206103 h 214540"/>
                  <a:gd name="connsiteX24" fmla="*/ 119289 w 233765"/>
                  <a:gd name="connsiteY24" fmla="*/ 208515 h 214540"/>
                  <a:gd name="connsiteX25" fmla="*/ 135011 w 233765"/>
                  <a:gd name="connsiteY25" fmla="*/ 214541 h 214540"/>
                  <a:gd name="connsiteX26" fmla="*/ 136165 w 233765"/>
                  <a:gd name="connsiteY26" fmla="*/ 214541 h 214540"/>
                  <a:gd name="connsiteX27" fmla="*/ 178389 w 233765"/>
                  <a:gd name="connsiteY27" fmla="*/ 191639 h 214540"/>
                  <a:gd name="connsiteX28" fmla="*/ 221766 w 233765"/>
                  <a:gd name="connsiteY28" fmla="*/ 142223 h 214540"/>
                  <a:gd name="connsiteX29" fmla="*/ 96445 w 233765"/>
                  <a:gd name="connsiteY29" fmla="*/ 194052 h 214540"/>
                  <a:gd name="connsiteX30" fmla="*/ 96445 w 233765"/>
                  <a:gd name="connsiteY30" fmla="*/ 194052 h 214540"/>
                  <a:gd name="connsiteX31" fmla="*/ 68724 w 233765"/>
                  <a:gd name="connsiteY31" fmla="*/ 178382 h 214540"/>
                  <a:gd name="connsiteX32" fmla="*/ 66286 w 233765"/>
                  <a:gd name="connsiteY32" fmla="*/ 173563 h 214540"/>
                  <a:gd name="connsiteX33" fmla="*/ 60254 w 233765"/>
                  <a:gd name="connsiteY33" fmla="*/ 173563 h 214540"/>
                  <a:gd name="connsiteX34" fmla="*/ 32533 w 233765"/>
                  <a:gd name="connsiteY34" fmla="*/ 143429 h 214540"/>
                  <a:gd name="connsiteX35" fmla="*/ 32533 w 233765"/>
                  <a:gd name="connsiteY35" fmla="*/ 138610 h 214540"/>
                  <a:gd name="connsiteX36" fmla="*/ 33753 w 233765"/>
                  <a:gd name="connsiteY36" fmla="*/ 133785 h 214540"/>
                  <a:gd name="connsiteX37" fmla="*/ 30159 w 233765"/>
                  <a:gd name="connsiteY37" fmla="*/ 130172 h 214540"/>
                  <a:gd name="connsiteX38" fmla="*/ 21689 w 233765"/>
                  <a:gd name="connsiteY38" fmla="*/ 108477 h 214540"/>
                  <a:gd name="connsiteX39" fmla="*/ 30159 w 233765"/>
                  <a:gd name="connsiteY39" fmla="*/ 86781 h 214540"/>
                  <a:gd name="connsiteX40" fmla="*/ 33753 w 233765"/>
                  <a:gd name="connsiteY40" fmla="*/ 81956 h 214540"/>
                  <a:gd name="connsiteX41" fmla="*/ 32533 w 233765"/>
                  <a:gd name="connsiteY41" fmla="*/ 77137 h 214540"/>
                  <a:gd name="connsiteX42" fmla="*/ 32533 w 233765"/>
                  <a:gd name="connsiteY42" fmla="*/ 72318 h 214540"/>
                  <a:gd name="connsiteX43" fmla="*/ 60254 w 233765"/>
                  <a:gd name="connsiteY43" fmla="*/ 42184 h 214540"/>
                  <a:gd name="connsiteX44" fmla="*/ 66286 w 233765"/>
                  <a:gd name="connsiteY44" fmla="*/ 42184 h 214540"/>
                  <a:gd name="connsiteX45" fmla="*/ 68724 w 233765"/>
                  <a:gd name="connsiteY45" fmla="*/ 37365 h 214540"/>
                  <a:gd name="connsiteX46" fmla="*/ 85600 w 233765"/>
                  <a:gd name="connsiteY46" fmla="*/ 22900 h 214540"/>
                  <a:gd name="connsiteX47" fmla="*/ 95226 w 233765"/>
                  <a:gd name="connsiteY47" fmla="*/ 20490 h 214540"/>
                  <a:gd name="connsiteX48" fmla="*/ 96445 w 233765"/>
                  <a:gd name="connsiteY48" fmla="*/ 20490 h 214540"/>
                  <a:gd name="connsiteX49" fmla="*/ 101258 w 233765"/>
                  <a:gd name="connsiteY49" fmla="*/ 22900 h 214540"/>
                  <a:gd name="connsiteX50" fmla="*/ 106071 w 233765"/>
                  <a:gd name="connsiteY50" fmla="*/ 26516 h 214540"/>
                  <a:gd name="connsiteX51" fmla="*/ 106071 w 233765"/>
                  <a:gd name="connsiteY51" fmla="*/ 167531 h 214540"/>
                  <a:gd name="connsiteX52" fmla="*/ 106071 w 233765"/>
                  <a:gd name="connsiteY52" fmla="*/ 188026 h 214540"/>
                  <a:gd name="connsiteX53" fmla="*/ 101258 w 233765"/>
                  <a:gd name="connsiteY53" fmla="*/ 190433 h 214540"/>
                  <a:gd name="connsiteX54" fmla="*/ 96445 w 233765"/>
                  <a:gd name="connsiteY54" fmla="*/ 194052 h 214540"/>
                  <a:gd name="connsiteX55" fmla="*/ 137385 w 233765"/>
                  <a:gd name="connsiteY55" fmla="*/ 194052 h 214540"/>
                  <a:gd name="connsiteX56" fmla="*/ 131353 w 233765"/>
                  <a:gd name="connsiteY56" fmla="*/ 191639 h 214540"/>
                  <a:gd name="connsiteX57" fmla="*/ 126540 w 233765"/>
                  <a:gd name="connsiteY57" fmla="*/ 189226 h 214540"/>
                  <a:gd name="connsiteX58" fmla="*/ 126540 w 233765"/>
                  <a:gd name="connsiteY58" fmla="*/ 148248 h 214540"/>
                  <a:gd name="connsiteX59" fmla="*/ 126540 w 233765"/>
                  <a:gd name="connsiteY59" fmla="*/ 28926 h 214540"/>
                  <a:gd name="connsiteX60" fmla="*/ 131353 w 233765"/>
                  <a:gd name="connsiteY60" fmla="*/ 25311 h 214540"/>
                  <a:gd name="connsiteX61" fmla="*/ 136165 w 233765"/>
                  <a:gd name="connsiteY61" fmla="*/ 22900 h 214540"/>
                  <a:gd name="connsiteX62" fmla="*/ 147010 w 233765"/>
                  <a:gd name="connsiteY62" fmla="*/ 25311 h 214540"/>
                  <a:gd name="connsiteX63" fmla="*/ 163886 w 233765"/>
                  <a:gd name="connsiteY63" fmla="*/ 39772 h 214540"/>
                  <a:gd name="connsiteX64" fmla="*/ 166325 w 233765"/>
                  <a:gd name="connsiteY64" fmla="*/ 44597 h 214540"/>
                  <a:gd name="connsiteX65" fmla="*/ 172356 w 233765"/>
                  <a:gd name="connsiteY65" fmla="*/ 44597 h 214540"/>
                  <a:gd name="connsiteX66" fmla="*/ 200077 w 233765"/>
                  <a:gd name="connsiteY66" fmla="*/ 74724 h 214540"/>
                  <a:gd name="connsiteX67" fmla="*/ 200077 w 233765"/>
                  <a:gd name="connsiteY67" fmla="*/ 79550 h 214540"/>
                  <a:gd name="connsiteX68" fmla="*/ 198858 w 233765"/>
                  <a:gd name="connsiteY68" fmla="*/ 81956 h 214540"/>
                  <a:gd name="connsiteX69" fmla="*/ 202452 w 233765"/>
                  <a:gd name="connsiteY69" fmla="*/ 85575 h 214540"/>
                  <a:gd name="connsiteX70" fmla="*/ 210922 w 233765"/>
                  <a:gd name="connsiteY70" fmla="*/ 107270 h 214540"/>
                  <a:gd name="connsiteX71" fmla="*/ 202452 w 233765"/>
                  <a:gd name="connsiteY71" fmla="*/ 128966 h 214540"/>
                  <a:gd name="connsiteX72" fmla="*/ 198858 w 233765"/>
                  <a:gd name="connsiteY72" fmla="*/ 132578 h 214540"/>
                  <a:gd name="connsiteX73" fmla="*/ 200077 w 233765"/>
                  <a:gd name="connsiteY73" fmla="*/ 137404 h 214540"/>
                  <a:gd name="connsiteX74" fmla="*/ 200077 w 233765"/>
                  <a:gd name="connsiteY74" fmla="*/ 142223 h 214540"/>
                  <a:gd name="connsiteX75" fmla="*/ 172356 w 233765"/>
                  <a:gd name="connsiteY75" fmla="*/ 172356 h 214540"/>
                  <a:gd name="connsiteX76" fmla="*/ 166325 w 233765"/>
                  <a:gd name="connsiteY76" fmla="*/ 172356 h 214540"/>
                  <a:gd name="connsiteX77" fmla="*/ 163886 w 233765"/>
                  <a:gd name="connsiteY77" fmla="*/ 177175 h 214540"/>
                  <a:gd name="connsiteX78" fmla="*/ 137385 w 233765"/>
                  <a:gd name="connsiteY78" fmla="*/ 194052 h 21454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 ang="0">
                    <a:pos x="connsiteX39" y="connsiteY39"/>
                  </a:cxn>
                  <a:cxn ang="0">
                    <a:pos x="connsiteX40" y="connsiteY40"/>
                  </a:cxn>
                  <a:cxn ang="0">
                    <a:pos x="connsiteX41" y="connsiteY41"/>
                  </a:cxn>
                  <a:cxn ang="0">
                    <a:pos x="connsiteX42" y="connsiteY42"/>
                  </a:cxn>
                  <a:cxn ang="0">
                    <a:pos x="connsiteX43" y="connsiteY43"/>
                  </a:cxn>
                  <a:cxn ang="0">
                    <a:pos x="connsiteX44" y="connsiteY44"/>
                  </a:cxn>
                  <a:cxn ang="0">
                    <a:pos x="connsiteX45" y="connsiteY45"/>
                  </a:cxn>
                  <a:cxn ang="0">
                    <a:pos x="connsiteX46" y="connsiteY46"/>
                  </a:cxn>
                  <a:cxn ang="0">
                    <a:pos x="connsiteX47" y="connsiteY47"/>
                  </a:cxn>
                  <a:cxn ang="0">
                    <a:pos x="connsiteX48" y="connsiteY48"/>
                  </a:cxn>
                  <a:cxn ang="0">
                    <a:pos x="connsiteX49" y="connsiteY49"/>
                  </a:cxn>
                  <a:cxn ang="0">
                    <a:pos x="connsiteX50" y="connsiteY50"/>
                  </a:cxn>
                  <a:cxn ang="0">
                    <a:pos x="connsiteX51" y="connsiteY51"/>
                  </a:cxn>
                  <a:cxn ang="0">
                    <a:pos x="connsiteX52" y="connsiteY52"/>
                  </a:cxn>
                  <a:cxn ang="0">
                    <a:pos x="connsiteX53" y="connsiteY53"/>
                  </a:cxn>
                  <a:cxn ang="0">
                    <a:pos x="connsiteX54" y="connsiteY54"/>
                  </a:cxn>
                  <a:cxn ang="0">
                    <a:pos x="connsiteX55" y="connsiteY55"/>
                  </a:cxn>
                  <a:cxn ang="0">
                    <a:pos x="connsiteX56" y="connsiteY56"/>
                  </a:cxn>
                  <a:cxn ang="0">
                    <a:pos x="connsiteX57" y="connsiteY57"/>
                  </a:cxn>
                  <a:cxn ang="0">
                    <a:pos x="connsiteX58" y="connsiteY58"/>
                  </a:cxn>
                  <a:cxn ang="0">
                    <a:pos x="connsiteX59" y="connsiteY59"/>
                  </a:cxn>
                  <a:cxn ang="0">
                    <a:pos x="connsiteX60" y="connsiteY60"/>
                  </a:cxn>
                  <a:cxn ang="0">
                    <a:pos x="connsiteX61" y="connsiteY61"/>
                  </a:cxn>
                  <a:cxn ang="0">
                    <a:pos x="connsiteX62" y="connsiteY62"/>
                  </a:cxn>
                  <a:cxn ang="0">
                    <a:pos x="connsiteX63" y="connsiteY63"/>
                  </a:cxn>
                  <a:cxn ang="0">
                    <a:pos x="connsiteX64" y="connsiteY64"/>
                  </a:cxn>
                  <a:cxn ang="0">
                    <a:pos x="connsiteX65" y="connsiteY65"/>
                  </a:cxn>
                  <a:cxn ang="0">
                    <a:pos x="connsiteX66" y="connsiteY66"/>
                  </a:cxn>
                  <a:cxn ang="0">
                    <a:pos x="connsiteX67" y="connsiteY67"/>
                  </a:cxn>
                  <a:cxn ang="0">
                    <a:pos x="connsiteX68" y="connsiteY68"/>
                  </a:cxn>
                  <a:cxn ang="0">
                    <a:pos x="connsiteX69" y="connsiteY69"/>
                  </a:cxn>
                  <a:cxn ang="0">
                    <a:pos x="connsiteX70" y="connsiteY70"/>
                  </a:cxn>
                  <a:cxn ang="0">
                    <a:pos x="connsiteX71" y="connsiteY71"/>
                  </a:cxn>
                  <a:cxn ang="0">
                    <a:pos x="connsiteX72" y="connsiteY72"/>
                  </a:cxn>
                  <a:cxn ang="0">
                    <a:pos x="connsiteX73" y="connsiteY73"/>
                  </a:cxn>
                  <a:cxn ang="0">
                    <a:pos x="connsiteX74" y="connsiteY74"/>
                  </a:cxn>
                  <a:cxn ang="0">
                    <a:pos x="connsiteX75" y="connsiteY75"/>
                  </a:cxn>
                  <a:cxn ang="0">
                    <a:pos x="connsiteX76" y="connsiteY76"/>
                  </a:cxn>
                  <a:cxn ang="0">
                    <a:pos x="connsiteX77" y="connsiteY77"/>
                  </a:cxn>
                  <a:cxn ang="0">
                    <a:pos x="connsiteX78" y="connsiteY78"/>
                  </a:cxn>
                </a:cxnLst>
                <a:rect l="l" t="t" r="r" b="b"/>
                <a:pathLst>
                  <a:path w="233765" h="214540">
                    <a:moveTo>
                      <a:pt x="221766" y="142223"/>
                    </a:moveTo>
                    <a:cubicBezTo>
                      <a:pt x="221766" y="141017"/>
                      <a:pt x="221766" y="141017"/>
                      <a:pt x="221766" y="139810"/>
                    </a:cubicBezTo>
                    <a:cubicBezTo>
                      <a:pt x="228953" y="130172"/>
                      <a:pt x="233766" y="119321"/>
                      <a:pt x="233766" y="107270"/>
                    </a:cubicBezTo>
                    <a:cubicBezTo>
                      <a:pt x="233766" y="95220"/>
                      <a:pt x="230172" y="84369"/>
                      <a:pt x="221766" y="74724"/>
                    </a:cubicBezTo>
                    <a:cubicBezTo>
                      <a:pt x="221766" y="73524"/>
                      <a:pt x="221766" y="73524"/>
                      <a:pt x="221766" y="72318"/>
                    </a:cubicBezTo>
                    <a:cubicBezTo>
                      <a:pt x="221766" y="48210"/>
                      <a:pt x="203671" y="26516"/>
                      <a:pt x="180763" y="22900"/>
                    </a:cubicBezTo>
                    <a:cubicBezTo>
                      <a:pt x="174730" y="14464"/>
                      <a:pt x="166325" y="7232"/>
                      <a:pt x="155480" y="3616"/>
                    </a:cubicBezTo>
                    <a:cubicBezTo>
                      <a:pt x="149449" y="1205"/>
                      <a:pt x="143416" y="0"/>
                      <a:pt x="136165" y="0"/>
                    </a:cubicBezTo>
                    <a:cubicBezTo>
                      <a:pt x="130134" y="0"/>
                      <a:pt x="126540" y="2410"/>
                      <a:pt x="121727" y="6026"/>
                    </a:cubicBezTo>
                    <a:cubicBezTo>
                      <a:pt x="120508" y="7232"/>
                      <a:pt x="119289" y="7232"/>
                      <a:pt x="116915" y="8437"/>
                    </a:cubicBezTo>
                    <a:cubicBezTo>
                      <a:pt x="115696" y="7232"/>
                      <a:pt x="113322" y="6026"/>
                      <a:pt x="112102" y="6026"/>
                    </a:cubicBezTo>
                    <a:cubicBezTo>
                      <a:pt x="107289" y="3616"/>
                      <a:pt x="103632" y="0"/>
                      <a:pt x="97600" y="0"/>
                    </a:cubicBezTo>
                    <a:cubicBezTo>
                      <a:pt x="91633" y="0"/>
                      <a:pt x="84382" y="1205"/>
                      <a:pt x="78349" y="3616"/>
                    </a:cubicBezTo>
                    <a:cubicBezTo>
                      <a:pt x="68724" y="7232"/>
                      <a:pt x="59099" y="14464"/>
                      <a:pt x="53067" y="22900"/>
                    </a:cubicBezTo>
                    <a:cubicBezTo>
                      <a:pt x="28940" y="27721"/>
                      <a:pt x="12064" y="48210"/>
                      <a:pt x="12064" y="72318"/>
                    </a:cubicBezTo>
                    <a:cubicBezTo>
                      <a:pt x="12064" y="73524"/>
                      <a:pt x="12064" y="73524"/>
                      <a:pt x="12064" y="74724"/>
                    </a:cubicBezTo>
                    <a:cubicBezTo>
                      <a:pt x="4877" y="84369"/>
                      <a:pt x="0" y="95220"/>
                      <a:pt x="0" y="107270"/>
                    </a:cubicBezTo>
                    <a:cubicBezTo>
                      <a:pt x="0" y="119321"/>
                      <a:pt x="3657" y="130172"/>
                      <a:pt x="12064" y="139810"/>
                    </a:cubicBezTo>
                    <a:cubicBezTo>
                      <a:pt x="12064" y="141017"/>
                      <a:pt x="12064" y="141017"/>
                      <a:pt x="12064" y="142223"/>
                    </a:cubicBezTo>
                    <a:cubicBezTo>
                      <a:pt x="12064" y="166331"/>
                      <a:pt x="30159" y="188026"/>
                      <a:pt x="53067" y="191639"/>
                    </a:cubicBezTo>
                    <a:cubicBezTo>
                      <a:pt x="62693" y="206103"/>
                      <a:pt x="78349" y="214541"/>
                      <a:pt x="95226" y="214541"/>
                    </a:cubicBezTo>
                    <a:lnTo>
                      <a:pt x="96445" y="214541"/>
                    </a:lnTo>
                    <a:cubicBezTo>
                      <a:pt x="102477" y="214541"/>
                      <a:pt x="107289" y="210922"/>
                      <a:pt x="112102" y="208515"/>
                    </a:cubicBezTo>
                    <a:cubicBezTo>
                      <a:pt x="113322" y="207309"/>
                      <a:pt x="114476" y="207309"/>
                      <a:pt x="115696" y="206103"/>
                    </a:cubicBezTo>
                    <a:cubicBezTo>
                      <a:pt x="116915" y="207309"/>
                      <a:pt x="118134" y="207309"/>
                      <a:pt x="119289" y="208515"/>
                    </a:cubicBezTo>
                    <a:cubicBezTo>
                      <a:pt x="124166" y="210922"/>
                      <a:pt x="128978" y="214541"/>
                      <a:pt x="135011" y="214541"/>
                    </a:cubicBezTo>
                    <a:lnTo>
                      <a:pt x="136165" y="214541"/>
                    </a:lnTo>
                    <a:cubicBezTo>
                      <a:pt x="153042" y="214541"/>
                      <a:pt x="168699" y="206103"/>
                      <a:pt x="178389" y="191639"/>
                    </a:cubicBezTo>
                    <a:cubicBezTo>
                      <a:pt x="203671" y="186820"/>
                      <a:pt x="221766" y="166331"/>
                      <a:pt x="221766" y="142223"/>
                    </a:cubicBezTo>
                    <a:close/>
                    <a:moveTo>
                      <a:pt x="96445" y="194052"/>
                    </a:moveTo>
                    <a:cubicBezTo>
                      <a:pt x="96445" y="194052"/>
                      <a:pt x="95226" y="194052"/>
                      <a:pt x="96445" y="194052"/>
                    </a:cubicBezTo>
                    <a:cubicBezTo>
                      <a:pt x="84382" y="194052"/>
                      <a:pt x="74756" y="188026"/>
                      <a:pt x="68724" y="178382"/>
                    </a:cubicBezTo>
                    <a:lnTo>
                      <a:pt x="66286" y="173563"/>
                    </a:lnTo>
                    <a:lnTo>
                      <a:pt x="60254" y="173563"/>
                    </a:lnTo>
                    <a:cubicBezTo>
                      <a:pt x="44597" y="172356"/>
                      <a:pt x="32533" y="159099"/>
                      <a:pt x="32533" y="143429"/>
                    </a:cubicBezTo>
                    <a:cubicBezTo>
                      <a:pt x="32533" y="142223"/>
                      <a:pt x="32533" y="141017"/>
                      <a:pt x="32533" y="138610"/>
                    </a:cubicBezTo>
                    <a:lnTo>
                      <a:pt x="33753" y="133785"/>
                    </a:lnTo>
                    <a:lnTo>
                      <a:pt x="30159" y="130172"/>
                    </a:lnTo>
                    <a:cubicBezTo>
                      <a:pt x="24127" y="124147"/>
                      <a:pt x="21689" y="116915"/>
                      <a:pt x="21689" y="108477"/>
                    </a:cubicBezTo>
                    <a:cubicBezTo>
                      <a:pt x="21689" y="100039"/>
                      <a:pt x="25346" y="92807"/>
                      <a:pt x="30159" y="86781"/>
                    </a:cubicBezTo>
                    <a:lnTo>
                      <a:pt x="33753" y="81956"/>
                    </a:lnTo>
                    <a:lnTo>
                      <a:pt x="32533" y="77137"/>
                    </a:lnTo>
                    <a:cubicBezTo>
                      <a:pt x="32533" y="75931"/>
                      <a:pt x="32533" y="73524"/>
                      <a:pt x="32533" y="72318"/>
                    </a:cubicBezTo>
                    <a:cubicBezTo>
                      <a:pt x="32533" y="56648"/>
                      <a:pt x="44597" y="43391"/>
                      <a:pt x="60254" y="42184"/>
                    </a:cubicBezTo>
                    <a:lnTo>
                      <a:pt x="66286" y="42184"/>
                    </a:lnTo>
                    <a:lnTo>
                      <a:pt x="68724" y="37365"/>
                    </a:lnTo>
                    <a:cubicBezTo>
                      <a:pt x="72318" y="30132"/>
                      <a:pt x="78349" y="25311"/>
                      <a:pt x="85600" y="22900"/>
                    </a:cubicBezTo>
                    <a:cubicBezTo>
                      <a:pt x="89194" y="21695"/>
                      <a:pt x="92787" y="20490"/>
                      <a:pt x="95226" y="20490"/>
                    </a:cubicBezTo>
                    <a:cubicBezTo>
                      <a:pt x="95226" y="20490"/>
                      <a:pt x="95226" y="20490"/>
                      <a:pt x="96445" y="20490"/>
                    </a:cubicBezTo>
                    <a:cubicBezTo>
                      <a:pt x="97600" y="20490"/>
                      <a:pt x="98820" y="21695"/>
                      <a:pt x="101258" y="22900"/>
                    </a:cubicBezTo>
                    <a:cubicBezTo>
                      <a:pt x="102477" y="24106"/>
                      <a:pt x="104851" y="25311"/>
                      <a:pt x="106071" y="26516"/>
                    </a:cubicBezTo>
                    <a:lnTo>
                      <a:pt x="106071" y="167531"/>
                    </a:lnTo>
                    <a:lnTo>
                      <a:pt x="106071" y="188026"/>
                    </a:lnTo>
                    <a:cubicBezTo>
                      <a:pt x="104851" y="189226"/>
                      <a:pt x="102477" y="190433"/>
                      <a:pt x="101258" y="190433"/>
                    </a:cubicBezTo>
                    <a:cubicBezTo>
                      <a:pt x="100038" y="191639"/>
                      <a:pt x="96445" y="192845"/>
                      <a:pt x="96445" y="194052"/>
                    </a:cubicBezTo>
                    <a:close/>
                    <a:moveTo>
                      <a:pt x="137385" y="194052"/>
                    </a:moveTo>
                    <a:cubicBezTo>
                      <a:pt x="136165" y="194052"/>
                      <a:pt x="133791" y="192845"/>
                      <a:pt x="131353" y="191639"/>
                    </a:cubicBezTo>
                    <a:cubicBezTo>
                      <a:pt x="130134" y="190433"/>
                      <a:pt x="128978" y="190433"/>
                      <a:pt x="126540" y="189226"/>
                    </a:cubicBezTo>
                    <a:lnTo>
                      <a:pt x="126540" y="148248"/>
                    </a:lnTo>
                    <a:lnTo>
                      <a:pt x="126540" y="28926"/>
                    </a:lnTo>
                    <a:cubicBezTo>
                      <a:pt x="128978" y="27721"/>
                      <a:pt x="130134" y="26516"/>
                      <a:pt x="131353" y="25311"/>
                    </a:cubicBezTo>
                    <a:cubicBezTo>
                      <a:pt x="132572" y="24106"/>
                      <a:pt x="135011" y="22900"/>
                      <a:pt x="136165" y="22900"/>
                    </a:cubicBezTo>
                    <a:cubicBezTo>
                      <a:pt x="139823" y="22900"/>
                      <a:pt x="143416" y="22900"/>
                      <a:pt x="147010" y="25311"/>
                    </a:cubicBezTo>
                    <a:cubicBezTo>
                      <a:pt x="154261" y="27721"/>
                      <a:pt x="160293" y="32542"/>
                      <a:pt x="163886" y="39772"/>
                    </a:cubicBezTo>
                    <a:lnTo>
                      <a:pt x="166325" y="44597"/>
                    </a:lnTo>
                    <a:lnTo>
                      <a:pt x="172356" y="44597"/>
                    </a:lnTo>
                    <a:cubicBezTo>
                      <a:pt x="188014" y="45803"/>
                      <a:pt x="200077" y="59061"/>
                      <a:pt x="200077" y="74724"/>
                    </a:cubicBezTo>
                    <a:cubicBezTo>
                      <a:pt x="200077" y="75931"/>
                      <a:pt x="200077" y="77137"/>
                      <a:pt x="200077" y="79550"/>
                    </a:cubicBezTo>
                    <a:lnTo>
                      <a:pt x="198858" y="81956"/>
                    </a:lnTo>
                    <a:lnTo>
                      <a:pt x="202452" y="85575"/>
                    </a:lnTo>
                    <a:cubicBezTo>
                      <a:pt x="208483" y="91600"/>
                      <a:pt x="210922" y="98832"/>
                      <a:pt x="210922" y="107270"/>
                    </a:cubicBezTo>
                    <a:cubicBezTo>
                      <a:pt x="210922" y="115708"/>
                      <a:pt x="207264" y="122940"/>
                      <a:pt x="202452" y="128966"/>
                    </a:cubicBezTo>
                    <a:lnTo>
                      <a:pt x="198858" y="132578"/>
                    </a:lnTo>
                    <a:lnTo>
                      <a:pt x="200077" y="137404"/>
                    </a:lnTo>
                    <a:cubicBezTo>
                      <a:pt x="200077" y="138610"/>
                      <a:pt x="200077" y="141017"/>
                      <a:pt x="200077" y="142223"/>
                    </a:cubicBezTo>
                    <a:cubicBezTo>
                      <a:pt x="200077" y="157893"/>
                      <a:pt x="188014" y="171150"/>
                      <a:pt x="172356" y="172356"/>
                    </a:cubicBezTo>
                    <a:lnTo>
                      <a:pt x="166325" y="172356"/>
                    </a:lnTo>
                    <a:lnTo>
                      <a:pt x="163886" y="177175"/>
                    </a:lnTo>
                    <a:cubicBezTo>
                      <a:pt x="159074" y="186820"/>
                      <a:pt x="149449" y="194052"/>
                      <a:pt x="137385" y="194052"/>
                    </a:cubicBezTo>
                    <a:close/>
                  </a:path>
                </a:pathLst>
              </a:custGeom>
              <a:solidFill>
                <a:srgbClr val="2C5967"/>
              </a:solidFill>
              <a:ln w="6417" cap="flat">
                <a:noFill/>
                <a:prstDash val="solid"/>
                <a:miter/>
              </a:ln>
            </p:spPr>
            <p:txBody>
              <a:bodyPr rtlCol="0" anchor="ctr"/>
              <a:lstStyle/>
              <a:p>
                <a:endParaRPr lang="en-US"/>
              </a:p>
            </p:txBody>
          </p:sp>
          <p:sp>
            <p:nvSpPr>
              <p:cNvPr id="123" name="Freeform: Shape 122">
                <a:extLst>
                  <a:ext uri="{FF2B5EF4-FFF2-40B4-BE49-F238E27FC236}">
                    <a16:creationId xmlns:a16="http://schemas.microsoft.com/office/drawing/2014/main" id="{9F661F91-F7DE-564A-2A78-38531F8B008E}"/>
                  </a:ext>
                </a:extLst>
              </p:cNvPr>
              <p:cNvSpPr/>
              <p:nvPr/>
            </p:nvSpPr>
            <p:spPr>
              <a:xfrm>
                <a:off x="11150354" y="2746979"/>
                <a:ext cx="21688" cy="21688"/>
              </a:xfrm>
              <a:custGeom>
                <a:avLst/>
                <a:gdLst>
                  <a:gd name="connsiteX0" fmla="*/ 10844 w 21688"/>
                  <a:gd name="connsiteY0" fmla="*/ 21689 h 21688"/>
                  <a:gd name="connsiteX1" fmla="*/ 21689 w 21688"/>
                  <a:gd name="connsiteY1" fmla="*/ 10844 h 21688"/>
                  <a:gd name="connsiteX2" fmla="*/ 10844 w 21688"/>
                  <a:gd name="connsiteY2" fmla="*/ 0 h 21688"/>
                  <a:gd name="connsiteX3" fmla="*/ 0 w 21688"/>
                  <a:gd name="connsiteY3" fmla="*/ 10844 h 21688"/>
                  <a:gd name="connsiteX4" fmla="*/ 10844 w 21688"/>
                  <a:gd name="connsiteY4" fmla="*/ 21689 h 21688"/>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21688" h="21688">
                    <a:moveTo>
                      <a:pt x="10844" y="21689"/>
                    </a:moveTo>
                    <a:cubicBezTo>
                      <a:pt x="16876" y="21689"/>
                      <a:pt x="21689" y="16838"/>
                      <a:pt x="21689" y="10844"/>
                    </a:cubicBezTo>
                    <a:cubicBezTo>
                      <a:pt x="21689" y="4858"/>
                      <a:pt x="16876" y="0"/>
                      <a:pt x="10844" y="0"/>
                    </a:cubicBezTo>
                    <a:cubicBezTo>
                      <a:pt x="4877" y="0"/>
                      <a:pt x="0" y="4858"/>
                      <a:pt x="0" y="10844"/>
                    </a:cubicBezTo>
                    <a:cubicBezTo>
                      <a:pt x="0" y="16838"/>
                      <a:pt x="4877" y="21689"/>
                      <a:pt x="10844" y="21689"/>
                    </a:cubicBezTo>
                    <a:close/>
                  </a:path>
                </a:pathLst>
              </a:custGeom>
              <a:solidFill>
                <a:srgbClr val="2C5967"/>
              </a:solidFill>
              <a:ln w="6417" cap="flat">
                <a:noFill/>
                <a:prstDash val="solid"/>
                <a:miter/>
              </a:ln>
            </p:spPr>
            <p:txBody>
              <a:bodyPr rtlCol="0" anchor="ctr"/>
              <a:lstStyle/>
              <a:p>
                <a:endParaRPr lang="en-US"/>
              </a:p>
            </p:txBody>
          </p:sp>
          <p:sp>
            <p:nvSpPr>
              <p:cNvPr id="124" name="Freeform: Shape 123">
                <a:extLst>
                  <a:ext uri="{FF2B5EF4-FFF2-40B4-BE49-F238E27FC236}">
                    <a16:creationId xmlns:a16="http://schemas.microsoft.com/office/drawing/2014/main" id="{01776F9E-ADFE-570B-1DA7-3A22909B477B}"/>
                  </a:ext>
                </a:extLst>
              </p:cNvPr>
              <p:cNvSpPr/>
              <p:nvPr/>
            </p:nvSpPr>
            <p:spPr>
              <a:xfrm>
                <a:off x="11140423" y="2714880"/>
                <a:ext cx="19876" cy="20349"/>
              </a:xfrm>
              <a:custGeom>
                <a:avLst/>
                <a:gdLst>
                  <a:gd name="connsiteX0" fmla="*/ 2744 w 19876"/>
                  <a:gd name="connsiteY0" fmla="*/ 3178 h 20349"/>
                  <a:gd name="connsiteX1" fmla="*/ 2744 w 19876"/>
                  <a:gd name="connsiteY1" fmla="*/ 17635 h 20349"/>
                  <a:gd name="connsiteX2" fmla="*/ 17181 w 19876"/>
                  <a:gd name="connsiteY2" fmla="*/ 17635 h 20349"/>
                  <a:gd name="connsiteX3" fmla="*/ 17181 w 19876"/>
                  <a:gd name="connsiteY3" fmla="*/ 3178 h 20349"/>
                  <a:gd name="connsiteX4" fmla="*/ 2744 w 19876"/>
                  <a:gd name="connsiteY4" fmla="*/ 3178 h 20349"/>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9876" h="20349">
                    <a:moveTo>
                      <a:pt x="2744" y="3178"/>
                    </a:moveTo>
                    <a:cubicBezTo>
                      <a:pt x="-915" y="6791"/>
                      <a:pt x="-915" y="14022"/>
                      <a:pt x="2744" y="17635"/>
                    </a:cubicBezTo>
                    <a:cubicBezTo>
                      <a:pt x="6337" y="21254"/>
                      <a:pt x="13588" y="21254"/>
                      <a:pt x="17181" y="17635"/>
                    </a:cubicBezTo>
                    <a:cubicBezTo>
                      <a:pt x="20774" y="14022"/>
                      <a:pt x="20774" y="6791"/>
                      <a:pt x="17181" y="3178"/>
                    </a:cubicBezTo>
                    <a:cubicBezTo>
                      <a:pt x="13588" y="-435"/>
                      <a:pt x="7556" y="-1641"/>
                      <a:pt x="2744" y="3178"/>
                    </a:cubicBezTo>
                    <a:close/>
                  </a:path>
                </a:pathLst>
              </a:custGeom>
              <a:solidFill>
                <a:srgbClr val="2C5967"/>
              </a:solidFill>
              <a:ln w="6417" cap="flat">
                <a:noFill/>
                <a:prstDash val="solid"/>
                <a:miter/>
              </a:ln>
            </p:spPr>
            <p:txBody>
              <a:bodyPr rtlCol="0" anchor="ctr"/>
              <a:lstStyle/>
              <a:p>
                <a:endParaRPr lang="en-US"/>
              </a:p>
            </p:txBody>
          </p:sp>
          <p:sp>
            <p:nvSpPr>
              <p:cNvPr id="125" name="Freeform: Shape 124">
                <a:extLst>
                  <a:ext uri="{FF2B5EF4-FFF2-40B4-BE49-F238E27FC236}">
                    <a16:creationId xmlns:a16="http://schemas.microsoft.com/office/drawing/2014/main" id="{4775B2BC-F9CA-1F6D-55EB-FFE3B7898529}"/>
                  </a:ext>
                </a:extLst>
              </p:cNvPr>
              <p:cNvSpPr/>
              <p:nvPr/>
            </p:nvSpPr>
            <p:spPr>
              <a:xfrm>
                <a:off x="11140553" y="2780955"/>
                <a:ext cx="20830" cy="20420"/>
              </a:xfrm>
              <a:custGeom>
                <a:avLst/>
                <a:gdLst>
                  <a:gd name="connsiteX0" fmla="*/ 17052 w 20830"/>
                  <a:gd name="connsiteY0" fmla="*/ 17846 h 20420"/>
                  <a:gd name="connsiteX1" fmla="*/ 18271 w 20830"/>
                  <a:gd name="connsiteY1" fmla="*/ 3389 h 20420"/>
                  <a:gd name="connsiteX2" fmla="*/ 3769 w 20830"/>
                  <a:gd name="connsiteY2" fmla="*/ 2182 h 20420"/>
                  <a:gd name="connsiteX3" fmla="*/ 2614 w 20830"/>
                  <a:gd name="connsiteY3" fmla="*/ 16640 h 20420"/>
                  <a:gd name="connsiteX4" fmla="*/ 17052 w 20830"/>
                  <a:gd name="connsiteY4" fmla="*/ 17846 h 20420"/>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20830" h="20420">
                    <a:moveTo>
                      <a:pt x="17052" y="17846"/>
                    </a:moveTo>
                    <a:cubicBezTo>
                      <a:pt x="21865" y="14233"/>
                      <a:pt x="21865" y="7002"/>
                      <a:pt x="18271" y="3389"/>
                    </a:cubicBezTo>
                    <a:cubicBezTo>
                      <a:pt x="14613" y="-230"/>
                      <a:pt x="7427" y="-1430"/>
                      <a:pt x="3769" y="2182"/>
                    </a:cubicBezTo>
                    <a:cubicBezTo>
                      <a:pt x="-1044" y="5795"/>
                      <a:pt x="-1044" y="13027"/>
                      <a:pt x="2614" y="16640"/>
                    </a:cubicBezTo>
                    <a:cubicBezTo>
                      <a:pt x="6207" y="21459"/>
                      <a:pt x="13458" y="21459"/>
                      <a:pt x="17052" y="17846"/>
                    </a:cubicBezTo>
                    <a:close/>
                  </a:path>
                </a:pathLst>
              </a:custGeom>
              <a:solidFill>
                <a:srgbClr val="2C5967"/>
              </a:solidFill>
              <a:ln w="6417" cap="flat">
                <a:noFill/>
                <a:prstDash val="solid"/>
                <a:miter/>
              </a:ln>
            </p:spPr>
            <p:txBody>
              <a:bodyPr rtlCol="0" anchor="ctr"/>
              <a:lstStyle/>
              <a:p>
                <a:endParaRPr lang="en-US"/>
              </a:p>
            </p:txBody>
          </p:sp>
        </p:grpSp>
      </p:grpSp>
      <p:sp>
        <p:nvSpPr>
          <p:cNvPr id="110" name="TextBox 109">
            <a:extLst>
              <a:ext uri="{FF2B5EF4-FFF2-40B4-BE49-F238E27FC236}">
                <a16:creationId xmlns:a16="http://schemas.microsoft.com/office/drawing/2014/main" id="{8E50A71E-BE1E-F3FF-A632-DD076C5B7A82}"/>
              </a:ext>
            </a:extLst>
          </p:cNvPr>
          <p:cNvSpPr txBox="1"/>
          <p:nvPr/>
        </p:nvSpPr>
        <p:spPr>
          <a:xfrm>
            <a:off x="10652504" y="3836135"/>
            <a:ext cx="1021875" cy="415498"/>
          </a:xfrm>
          <a:prstGeom prst="rect">
            <a:avLst/>
          </a:prstGeom>
          <a:noFill/>
        </p:spPr>
        <p:txBody>
          <a:bodyPr wrap="square" rtlCol="0">
            <a:spAutoFit/>
          </a:bodyPr>
          <a:lstStyle/>
          <a:p>
            <a:pPr algn="ctr"/>
            <a:r>
              <a:rPr lang="en-US" sz="1050" spc="0" baseline="0" dirty="0">
                <a:solidFill>
                  <a:srgbClr val="000000"/>
                </a:solidFill>
                <a:latin typeface="Oracle Sans"/>
                <a:cs typeface="Oracle Sans"/>
                <a:sym typeface="Oracle Sans"/>
                <a:rtl val="0"/>
              </a:rPr>
              <a:t>Multimodal Documents</a:t>
            </a:r>
          </a:p>
        </p:txBody>
      </p:sp>
      <p:grpSp>
        <p:nvGrpSpPr>
          <p:cNvPr id="131" name="Graphic 3">
            <a:extLst>
              <a:ext uri="{FF2B5EF4-FFF2-40B4-BE49-F238E27FC236}">
                <a16:creationId xmlns:a16="http://schemas.microsoft.com/office/drawing/2014/main" id="{D49D7F9C-C22D-976F-61BF-2AEDB528FE5C}"/>
              </a:ext>
            </a:extLst>
          </p:cNvPr>
          <p:cNvGrpSpPr/>
          <p:nvPr/>
        </p:nvGrpSpPr>
        <p:grpSpPr>
          <a:xfrm>
            <a:off x="9860935" y="3333497"/>
            <a:ext cx="739305" cy="897518"/>
            <a:chOff x="9982969" y="2429394"/>
            <a:chExt cx="739305" cy="897518"/>
          </a:xfrm>
        </p:grpSpPr>
        <p:grpSp>
          <p:nvGrpSpPr>
            <p:cNvPr id="132" name="Graphic 3">
              <a:extLst>
                <a:ext uri="{FF2B5EF4-FFF2-40B4-BE49-F238E27FC236}">
                  <a16:creationId xmlns:a16="http://schemas.microsoft.com/office/drawing/2014/main" id="{F3A50DA7-3BA6-3507-7F5C-2E00EDA076F7}"/>
                </a:ext>
              </a:extLst>
            </p:cNvPr>
            <p:cNvGrpSpPr/>
            <p:nvPr/>
          </p:nvGrpSpPr>
          <p:grpSpPr>
            <a:xfrm>
              <a:off x="10013482" y="2429394"/>
              <a:ext cx="513347" cy="447750"/>
              <a:chOff x="10013482" y="2429394"/>
              <a:chExt cx="513347" cy="447750"/>
            </a:xfrm>
          </p:grpSpPr>
          <p:sp>
            <p:nvSpPr>
              <p:cNvPr id="137" name="Freeform: Shape 136">
                <a:extLst>
                  <a:ext uri="{FF2B5EF4-FFF2-40B4-BE49-F238E27FC236}">
                    <a16:creationId xmlns:a16="http://schemas.microsoft.com/office/drawing/2014/main" id="{B32FAA47-9E22-810F-3C4C-5C0E6B30FF6C}"/>
                  </a:ext>
                </a:extLst>
              </p:cNvPr>
              <p:cNvSpPr/>
              <p:nvPr/>
            </p:nvSpPr>
            <p:spPr>
              <a:xfrm>
                <a:off x="10279011" y="2652341"/>
                <a:ext cx="247818" cy="224803"/>
              </a:xfrm>
              <a:custGeom>
                <a:avLst/>
                <a:gdLst>
                  <a:gd name="connsiteX0" fmla="*/ 237166 w 247818"/>
                  <a:gd name="connsiteY0" fmla="*/ 10659 h 224803"/>
                  <a:gd name="connsiteX1" fmla="*/ 237166 w 247818"/>
                  <a:gd name="connsiteY1" fmla="*/ 172147 h 224803"/>
                  <a:gd name="connsiteX2" fmla="*/ 78478 w 247818"/>
                  <a:gd name="connsiteY2" fmla="*/ 172147 h 224803"/>
                  <a:gd name="connsiteX3" fmla="*/ 46458 w 247818"/>
                  <a:gd name="connsiteY3" fmla="*/ 214145 h 224803"/>
                  <a:gd name="connsiteX4" fmla="*/ 10716 w 247818"/>
                  <a:gd name="connsiteY4" fmla="*/ 214145 h 224803"/>
                  <a:gd name="connsiteX5" fmla="*/ 10716 w 247818"/>
                  <a:gd name="connsiteY5" fmla="*/ 10659 h 224803"/>
                  <a:gd name="connsiteX6" fmla="*/ 237166 w 247818"/>
                  <a:gd name="connsiteY6" fmla="*/ 10659 h 224803"/>
                  <a:gd name="connsiteX7" fmla="*/ 247818 w 247818"/>
                  <a:gd name="connsiteY7" fmla="*/ 0 h 224803"/>
                  <a:gd name="connsiteX8" fmla="*/ 0 w 247818"/>
                  <a:gd name="connsiteY8" fmla="*/ 0 h 224803"/>
                  <a:gd name="connsiteX9" fmla="*/ 0 w 247818"/>
                  <a:gd name="connsiteY9" fmla="*/ 224804 h 224803"/>
                  <a:gd name="connsiteX10" fmla="*/ 51399 w 247818"/>
                  <a:gd name="connsiteY10" fmla="*/ 224804 h 224803"/>
                  <a:gd name="connsiteX11" fmla="*/ 54607 w 247818"/>
                  <a:gd name="connsiteY11" fmla="*/ 220646 h 224803"/>
                  <a:gd name="connsiteX12" fmla="*/ 83740 w 247818"/>
                  <a:gd name="connsiteY12" fmla="*/ 182806 h 224803"/>
                  <a:gd name="connsiteX13" fmla="*/ 247818 w 247818"/>
                  <a:gd name="connsiteY13" fmla="*/ 182806 h 224803"/>
                  <a:gd name="connsiteX14" fmla="*/ 247818 w 247818"/>
                  <a:gd name="connsiteY14" fmla="*/ 0 h 224803"/>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Lst>
                <a:rect l="l" t="t" r="r" b="b"/>
                <a:pathLst>
                  <a:path w="247818" h="224803">
                    <a:moveTo>
                      <a:pt x="237166" y="10659"/>
                    </a:moveTo>
                    <a:lnTo>
                      <a:pt x="237166" y="172147"/>
                    </a:lnTo>
                    <a:lnTo>
                      <a:pt x="78478" y="172147"/>
                    </a:lnTo>
                    <a:lnTo>
                      <a:pt x="46458" y="214145"/>
                    </a:lnTo>
                    <a:lnTo>
                      <a:pt x="10716" y="214145"/>
                    </a:lnTo>
                    <a:lnTo>
                      <a:pt x="10716" y="10659"/>
                    </a:lnTo>
                    <a:lnTo>
                      <a:pt x="237166" y="10659"/>
                    </a:lnTo>
                    <a:close/>
                    <a:moveTo>
                      <a:pt x="247818" y="0"/>
                    </a:moveTo>
                    <a:lnTo>
                      <a:pt x="0" y="0"/>
                    </a:lnTo>
                    <a:lnTo>
                      <a:pt x="0" y="224804"/>
                    </a:lnTo>
                    <a:lnTo>
                      <a:pt x="51399" y="224804"/>
                    </a:lnTo>
                    <a:lnTo>
                      <a:pt x="54607" y="220646"/>
                    </a:lnTo>
                    <a:lnTo>
                      <a:pt x="83740" y="182806"/>
                    </a:lnTo>
                    <a:lnTo>
                      <a:pt x="247818" y="182806"/>
                    </a:lnTo>
                    <a:lnTo>
                      <a:pt x="247818" y="0"/>
                    </a:lnTo>
                    <a:close/>
                  </a:path>
                </a:pathLst>
              </a:custGeom>
              <a:solidFill>
                <a:srgbClr val="FFFFFF"/>
              </a:solidFill>
              <a:ln w="6417" cap="flat">
                <a:noFill/>
                <a:prstDash val="solid"/>
                <a:miter/>
              </a:ln>
            </p:spPr>
            <p:txBody>
              <a:bodyPr rtlCol="0" anchor="ctr"/>
              <a:lstStyle/>
              <a:p>
                <a:endParaRPr lang="en-US"/>
              </a:p>
            </p:txBody>
          </p:sp>
          <p:sp>
            <p:nvSpPr>
              <p:cNvPr id="139" name="Freeform: Shape 138">
                <a:extLst>
                  <a:ext uri="{FF2B5EF4-FFF2-40B4-BE49-F238E27FC236}">
                    <a16:creationId xmlns:a16="http://schemas.microsoft.com/office/drawing/2014/main" id="{E6B8AD87-0A4F-9EA6-3069-0498D2C6EE9B}"/>
                  </a:ext>
                </a:extLst>
              </p:cNvPr>
              <p:cNvSpPr/>
              <p:nvPr/>
            </p:nvSpPr>
            <p:spPr>
              <a:xfrm>
                <a:off x="10013482" y="2429394"/>
                <a:ext cx="422999" cy="302671"/>
              </a:xfrm>
              <a:custGeom>
                <a:avLst/>
                <a:gdLst>
                  <a:gd name="connsiteX0" fmla="*/ 306853 w 422999"/>
                  <a:gd name="connsiteY0" fmla="*/ 10715 h 302671"/>
                  <a:gd name="connsiteX1" fmla="*/ 346895 w 422999"/>
                  <a:gd name="connsiteY1" fmla="*/ 17492 h 302671"/>
                  <a:gd name="connsiteX2" fmla="*/ 381096 w 422999"/>
                  <a:gd name="connsiteY2" fmla="*/ 39321 h 302671"/>
                  <a:gd name="connsiteX3" fmla="*/ 404068 w 422999"/>
                  <a:gd name="connsiteY3" fmla="*/ 72742 h 302671"/>
                  <a:gd name="connsiteX4" fmla="*/ 412154 w 422999"/>
                  <a:gd name="connsiteY4" fmla="*/ 112457 h 302671"/>
                  <a:gd name="connsiteX5" fmla="*/ 404068 w 422999"/>
                  <a:gd name="connsiteY5" fmla="*/ 152173 h 302671"/>
                  <a:gd name="connsiteX6" fmla="*/ 381096 w 422999"/>
                  <a:gd name="connsiteY6" fmla="*/ 185593 h 302671"/>
                  <a:gd name="connsiteX7" fmla="*/ 346895 w 422999"/>
                  <a:gd name="connsiteY7" fmla="*/ 207423 h 302671"/>
                  <a:gd name="connsiteX8" fmla="*/ 306853 w 422999"/>
                  <a:gd name="connsiteY8" fmla="*/ 214200 h 302671"/>
                  <a:gd name="connsiteX9" fmla="*/ 256802 w 422999"/>
                  <a:gd name="connsiteY9" fmla="*/ 214200 h 302671"/>
                  <a:gd name="connsiteX10" fmla="*/ 256802 w 422999"/>
                  <a:gd name="connsiteY10" fmla="*/ 291693 h 302671"/>
                  <a:gd name="connsiteX11" fmla="*/ 219456 w 422999"/>
                  <a:gd name="connsiteY11" fmla="*/ 291693 h 302671"/>
                  <a:gd name="connsiteX12" fmla="*/ 159844 w 422999"/>
                  <a:gd name="connsiteY12" fmla="*/ 214200 h 302671"/>
                  <a:gd name="connsiteX13" fmla="*/ 116080 w 422999"/>
                  <a:gd name="connsiteY13" fmla="*/ 214200 h 302671"/>
                  <a:gd name="connsiteX14" fmla="*/ 76104 w 422999"/>
                  <a:gd name="connsiteY14" fmla="*/ 207423 h 302671"/>
                  <a:gd name="connsiteX15" fmla="*/ 41902 w 422999"/>
                  <a:gd name="connsiteY15" fmla="*/ 185593 h 302671"/>
                  <a:gd name="connsiteX16" fmla="*/ 18929 w 422999"/>
                  <a:gd name="connsiteY16" fmla="*/ 152173 h 302671"/>
                  <a:gd name="connsiteX17" fmla="*/ 10844 w 422999"/>
                  <a:gd name="connsiteY17" fmla="*/ 112457 h 302671"/>
                  <a:gd name="connsiteX18" fmla="*/ 18929 w 422999"/>
                  <a:gd name="connsiteY18" fmla="*/ 72742 h 302671"/>
                  <a:gd name="connsiteX19" fmla="*/ 41902 w 422999"/>
                  <a:gd name="connsiteY19" fmla="*/ 39321 h 302671"/>
                  <a:gd name="connsiteX20" fmla="*/ 76104 w 422999"/>
                  <a:gd name="connsiteY20" fmla="*/ 17492 h 302671"/>
                  <a:gd name="connsiteX21" fmla="*/ 116080 w 422999"/>
                  <a:gd name="connsiteY21" fmla="*/ 10715 h 302671"/>
                  <a:gd name="connsiteX22" fmla="*/ 306853 w 422999"/>
                  <a:gd name="connsiteY22" fmla="*/ 10715 h 302671"/>
                  <a:gd name="connsiteX23" fmla="*/ 306853 w 422999"/>
                  <a:gd name="connsiteY23" fmla="*/ 55 h 302671"/>
                  <a:gd name="connsiteX24" fmla="*/ 116080 w 422999"/>
                  <a:gd name="connsiteY24" fmla="*/ 55 h 302671"/>
                  <a:gd name="connsiteX25" fmla="*/ 71933 w 422999"/>
                  <a:gd name="connsiteY25" fmla="*/ 7596 h 302671"/>
                  <a:gd name="connsiteX26" fmla="*/ 34201 w 422999"/>
                  <a:gd name="connsiteY26" fmla="*/ 31725 h 302671"/>
                  <a:gd name="connsiteX27" fmla="*/ 8920 w 422999"/>
                  <a:gd name="connsiteY27" fmla="*/ 68624 h 302671"/>
                  <a:gd name="connsiteX28" fmla="*/ 0 w 422999"/>
                  <a:gd name="connsiteY28" fmla="*/ 112457 h 302671"/>
                  <a:gd name="connsiteX29" fmla="*/ 8920 w 422999"/>
                  <a:gd name="connsiteY29" fmla="*/ 156291 h 302671"/>
                  <a:gd name="connsiteX30" fmla="*/ 34201 w 422999"/>
                  <a:gd name="connsiteY30" fmla="*/ 193190 h 302671"/>
                  <a:gd name="connsiteX31" fmla="*/ 71933 w 422999"/>
                  <a:gd name="connsiteY31" fmla="*/ 217319 h 302671"/>
                  <a:gd name="connsiteX32" fmla="*/ 116080 w 422999"/>
                  <a:gd name="connsiteY32" fmla="*/ 224860 h 302671"/>
                  <a:gd name="connsiteX33" fmla="*/ 154517 w 422999"/>
                  <a:gd name="connsiteY33" fmla="*/ 224860 h 302671"/>
                  <a:gd name="connsiteX34" fmla="*/ 210986 w 422999"/>
                  <a:gd name="connsiteY34" fmla="*/ 298514 h 302671"/>
                  <a:gd name="connsiteX35" fmla="*/ 214194 w 422999"/>
                  <a:gd name="connsiteY35" fmla="*/ 302672 h 302671"/>
                  <a:gd name="connsiteX36" fmla="*/ 267582 w 422999"/>
                  <a:gd name="connsiteY36" fmla="*/ 302672 h 302671"/>
                  <a:gd name="connsiteX37" fmla="*/ 267582 w 422999"/>
                  <a:gd name="connsiteY37" fmla="*/ 224860 h 302671"/>
                  <a:gd name="connsiteX38" fmla="*/ 306982 w 422999"/>
                  <a:gd name="connsiteY38" fmla="*/ 224860 h 302671"/>
                  <a:gd name="connsiteX39" fmla="*/ 351129 w 422999"/>
                  <a:gd name="connsiteY39" fmla="*/ 217298 h 302671"/>
                  <a:gd name="connsiteX40" fmla="*/ 388860 w 422999"/>
                  <a:gd name="connsiteY40" fmla="*/ 193151 h 302671"/>
                  <a:gd name="connsiteX41" fmla="*/ 414143 w 422999"/>
                  <a:gd name="connsiteY41" fmla="*/ 156240 h 302671"/>
                  <a:gd name="connsiteX42" fmla="*/ 422999 w 422999"/>
                  <a:gd name="connsiteY42" fmla="*/ 112402 h 302671"/>
                  <a:gd name="connsiteX43" fmla="*/ 414079 w 422999"/>
                  <a:gd name="connsiteY43" fmla="*/ 68573 h 302671"/>
                  <a:gd name="connsiteX44" fmla="*/ 388732 w 422999"/>
                  <a:gd name="connsiteY44" fmla="*/ 31686 h 302671"/>
                  <a:gd name="connsiteX45" fmla="*/ 351001 w 422999"/>
                  <a:gd name="connsiteY45" fmla="*/ 7575 h 302671"/>
                  <a:gd name="connsiteX46" fmla="*/ 306853 w 422999"/>
                  <a:gd name="connsiteY46" fmla="*/ 55 h 302671"/>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 ang="0">
                    <a:pos x="connsiteX39" y="connsiteY39"/>
                  </a:cxn>
                  <a:cxn ang="0">
                    <a:pos x="connsiteX40" y="connsiteY40"/>
                  </a:cxn>
                  <a:cxn ang="0">
                    <a:pos x="connsiteX41" y="connsiteY41"/>
                  </a:cxn>
                  <a:cxn ang="0">
                    <a:pos x="connsiteX42" y="connsiteY42"/>
                  </a:cxn>
                  <a:cxn ang="0">
                    <a:pos x="connsiteX43" y="connsiteY43"/>
                  </a:cxn>
                  <a:cxn ang="0">
                    <a:pos x="connsiteX44" y="connsiteY44"/>
                  </a:cxn>
                  <a:cxn ang="0">
                    <a:pos x="connsiteX45" y="connsiteY45"/>
                  </a:cxn>
                  <a:cxn ang="0">
                    <a:pos x="connsiteX46" y="connsiteY46"/>
                  </a:cxn>
                </a:cxnLst>
                <a:rect l="l" t="t" r="r" b="b"/>
                <a:pathLst>
                  <a:path w="422999" h="302671">
                    <a:moveTo>
                      <a:pt x="306853" y="10715"/>
                    </a:moveTo>
                    <a:cubicBezTo>
                      <a:pt x="320521" y="10273"/>
                      <a:pt x="334125" y="12578"/>
                      <a:pt x="346895" y="17492"/>
                    </a:cubicBezTo>
                    <a:cubicBezTo>
                      <a:pt x="359664" y="22407"/>
                      <a:pt x="371278" y="29830"/>
                      <a:pt x="381096" y="39321"/>
                    </a:cubicBezTo>
                    <a:cubicBezTo>
                      <a:pt x="390914" y="48813"/>
                      <a:pt x="398743" y="60178"/>
                      <a:pt x="404068" y="72742"/>
                    </a:cubicBezTo>
                    <a:cubicBezTo>
                      <a:pt x="409395" y="85306"/>
                      <a:pt x="412154" y="98812"/>
                      <a:pt x="412154" y="112457"/>
                    </a:cubicBezTo>
                    <a:cubicBezTo>
                      <a:pt x="412154" y="126103"/>
                      <a:pt x="409395" y="139609"/>
                      <a:pt x="404068" y="152173"/>
                    </a:cubicBezTo>
                    <a:cubicBezTo>
                      <a:pt x="398743" y="164737"/>
                      <a:pt x="390914" y="176102"/>
                      <a:pt x="381096" y="185593"/>
                    </a:cubicBezTo>
                    <a:cubicBezTo>
                      <a:pt x="371278" y="195085"/>
                      <a:pt x="359664" y="202508"/>
                      <a:pt x="346895" y="207423"/>
                    </a:cubicBezTo>
                    <a:cubicBezTo>
                      <a:pt x="334125" y="212337"/>
                      <a:pt x="320521" y="214642"/>
                      <a:pt x="306853" y="214200"/>
                    </a:cubicBezTo>
                    <a:lnTo>
                      <a:pt x="256802" y="214200"/>
                    </a:lnTo>
                    <a:lnTo>
                      <a:pt x="256802" y="291693"/>
                    </a:lnTo>
                    <a:lnTo>
                      <a:pt x="219456" y="291693"/>
                    </a:lnTo>
                    <a:lnTo>
                      <a:pt x="159844" y="214200"/>
                    </a:lnTo>
                    <a:lnTo>
                      <a:pt x="116080" y="214200"/>
                    </a:lnTo>
                    <a:cubicBezTo>
                      <a:pt x="102413" y="214642"/>
                      <a:pt x="88809" y="212337"/>
                      <a:pt x="76104" y="207423"/>
                    </a:cubicBezTo>
                    <a:cubicBezTo>
                      <a:pt x="63334" y="202508"/>
                      <a:pt x="51720" y="195085"/>
                      <a:pt x="41902" y="185593"/>
                    </a:cubicBezTo>
                    <a:cubicBezTo>
                      <a:pt x="32084" y="176102"/>
                      <a:pt x="24256" y="164737"/>
                      <a:pt x="18929" y="152173"/>
                    </a:cubicBezTo>
                    <a:cubicBezTo>
                      <a:pt x="13604" y="139609"/>
                      <a:pt x="10844" y="126103"/>
                      <a:pt x="10844" y="112457"/>
                    </a:cubicBezTo>
                    <a:cubicBezTo>
                      <a:pt x="10844" y="98812"/>
                      <a:pt x="13604" y="85306"/>
                      <a:pt x="18929" y="72742"/>
                    </a:cubicBezTo>
                    <a:cubicBezTo>
                      <a:pt x="24256" y="60178"/>
                      <a:pt x="32084" y="48813"/>
                      <a:pt x="41902" y="39321"/>
                    </a:cubicBezTo>
                    <a:cubicBezTo>
                      <a:pt x="51720" y="29830"/>
                      <a:pt x="63334" y="22407"/>
                      <a:pt x="76104" y="17492"/>
                    </a:cubicBezTo>
                    <a:cubicBezTo>
                      <a:pt x="88809" y="12578"/>
                      <a:pt x="102413" y="10273"/>
                      <a:pt x="116080" y="10715"/>
                    </a:cubicBezTo>
                    <a:lnTo>
                      <a:pt x="306853" y="10715"/>
                    </a:lnTo>
                    <a:close/>
                    <a:moveTo>
                      <a:pt x="306853" y="55"/>
                    </a:moveTo>
                    <a:lnTo>
                      <a:pt x="116080" y="55"/>
                    </a:lnTo>
                    <a:cubicBezTo>
                      <a:pt x="101001" y="-408"/>
                      <a:pt x="85986" y="2156"/>
                      <a:pt x="71933" y="7596"/>
                    </a:cubicBezTo>
                    <a:cubicBezTo>
                      <a:pt x="57880" y="13036"/>
                      <a:pt x="45046" y="21241"/>
                      <a:pt x="34201" y="31725"/>
                    </a:cubicBezTo>
                    <a:cubicBezTo>
                      <a:pt x="23422" y="42208"/>
                      <a:pt x="14759" y="54756"/>
                      <a:pt x="8920" y="68624"/>
                    </a:cubicBezTo>
                    <a:cubicBezTo>
                      <a:pt x="3016" y="82492"/>
                      <a:pt x="0" y="97398"/>
                      <a:pt x="0" y="112457"/>
                    </a:cubicBezTo>
                    <a:cubicBezTo>
                      <a:pt x="0" y="127516"/>
                      <a:pt x="3016" y="142423"/>
                      <a:pt x="8920" y="156291"/>
                    </a:cubicBezTo>
                    <a:cubicBezTo>
                      <a:pt x="14759" y="170159"/>
                      <a:pt x="23422" y="182707"/>
                      <a:pt x="34201" y="193190"/>
                    </a:cubicBezTo>
                    <a:cubicBezTo>
                      <a:pt x="45046" y="203673"/>
                      <a:pt x="57880" y="211879"/>
                      <a:pt x="71933" y="217319"/>
                    </a:cubicBezTo>
                    <a:cubicBezTo>
                      <a:pt x="85986" y="222759"/>
                      <a:pt x="101001" y="225323"/>
                      <a:pt x="116080" y="224860"/>
                    </a:cubicBezTo>
                    <a:lnTo>
                      <a:pt x="154517" y="224860"/>
                    </a:lnTo>
                    <a:lnTo>
                      <a:pt x="210986" y="298514"/>
                    </a:lnTo>
                    <a:lnTo>
                      <a:pt x="214194" y="302672"/>
                    </a:lnTo>
                    <a:lnTo>
                      <a:pt x="267582" y="302672"/>
                    </a:lnTo>
                    <a:lnTo>
                      <a:pt x="267582" y="224860"/>
                    </a:lnTo>
                    <a:lnTo>
                      <a:pt x="306982" y="224860"/>
                    </a:lnTo>
                    <a:cubicBezTo>
                      <a:pt x="322061" y="225316"/>
                      <a:pt x="337077" y="222744"/>
                      <a:pt x="351129" y="217298"/>
                    </a:cubicBezTo>
                    <a:cubicBezTo>
                      <a:pt x="365183" y="211851"/>
                      <a:pt x="378016" y="203639"/>
                      <a:pt x="388860" y="193151"/>
                    </a:cubicBezTo>
                    <a:cubicBezTo>
                      <a:pt x="399641" y="182663"/>
                      <a:pt x="408239" y="170111"/>
                      <a:pt x="414143" y="156240"/>
                    </a:cubicBezTo>
                    <a:cubicBezTo>
                      <a:pt x="419982" y="142369"/>
                      <a:pt x="423063" y="127462"/>
                      <a:pt x="422999" y="112402"/>
                    </a:cubicBezTo>
                    <a:cubicBezTo>
                      <a:pt x="422999" y="97343"/>
                      <a:pt x="419982" y="82439"/>
                      <a:pt x="414079" y="68573"/>
                    </a:cubicBezTo>
                    <a:cubicBezTo>
                      <a:pt x="408239" y="54708"/>
                      <a:pt x="399577" y="42164"/>
                      <a:pt x="388732" y="31686"/>
                    </a:cubicBezTo>
                    <a:cubicBezTo>
                      <a:pt x="377952" y="21208"/>
                      <a:pt x="365118" y="13009"/>
                      <a:pt x="351001" y="7575"/>
                    </a:cubicBezTo>
                    <a:cubicBezTo>
                      <a:pt x="336948" y="2142"/>
                      <a:pt x="321933" y="-415"/>
                      <a:pt x="306853" y="55"/>
                    </a:cubicBezTo>
                    <a:close/>
                  </a:path>
                </a:pathLst>
              </a:custGeom>
              <a:solidFill>
                <a:srgbClr val="FFFFFF"/>
              </a:solidFill>
              <a:ln w="6417" cap="flat">
                <a:noFill/>
                <a:prstDash val="solid"/>
                <a:miter/>
              </a:ln>
            </p:spPr>
            <p:txBody>
              <a:bodyPr rtlCol="0" anchor="ctr"/>
              <a:lstStyle/>
              <a:p>
                <a:endParaRPr lang="en-US"/>
              </a:p>
            </p:txBody>
          </p:sp>
          <p:sp>
            <p:nvSpPr>
              <p:cNvPr id="140" name="Freeform: Shape 139">
                <a:extLst>
                  <a:ext uri="{FF2B5EF4-FFF2-40B4-BE49-F238E27FC236}">
                    <a16:creationId xmlns:a16="http://schemas.microsoft.com/office/drawing/2014/main" id="{B1F091D9-3840-736B-D296-4034F4B7D7D8}"/>
                  </a:ext>
                </a:extLst>
              </p:cNvPr>
              <p:cNvSpPr/>
              <p:nvPr/>
            </p:nvSpPr>
            <p:spPr>
              <a:xfrm>
                <a:off x="10334965" y="2708196"/>
                <a:ext cx="135909" cy="25795"/>
              </a:xfrm>
              <a:custGeom>
                <a:avLst/>
                <a:gdLst>
                  <a:gd name="connsiteX0" fmla="*/ 135909 w 135909"/>
                  <a:gd name="connsiteY0" fmla="*/ 0 h 25795"/>
                  <a:gd name="connsiteX1" fmla="*/ 0 w 135909"/>
                  <a:gd name="connsiteY1" fmla="*/ 0 h 25795"/>
                  <a:gd name="connsiteX2" fmla="*/ 0 w 135909"/>
                  <a:gd name="connsiteY2" fmla="*/ 25796 h 25795"/>
                  <a:gd name="connsiteX3" fmla="*/ 135909 w 135909"/>
                  <a:gd name="connsiteY3" fmla="*/ 25796 h 25795"/>
                  <a:gd name="connsiteX4" fmla="*/ 135909 w 135909"/>
                  <a:gd name="connsiteY4" fmla="*/ 0 h 25795"/>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35909" h="25795">
                    <a:moveTo>
                      <a:pt x="135909" y="0"/>
                    </a:moveTo>
                    <a:lnTo>
                      <a:pt x="0" y="0"/>
                    </a:lnTo>
                    <a:lnTo>
                      <a:pt x="0" y="25796"/>
                    </a:lnTo>
                    <a:lnTo>
                      <a:pt x="135909" y="25796"/>
                    </a:lnTo>
                    <a:lnTo>
                      <a:pt x="135909" y="0"/>
                    </a:lnTo>
                    <a:close/>
                  </a:path>
                </a:pathLst>
              </a:custGeom>
              <a:solidFill>
                <a:srgbClr val="2D5967"/>
              </a:solidFill>
              <a:ln w="6417" cap="flat">
                <a:noFill/>
                <a:prstDash val="solid"/>
                <a:miter/>
              </a:ln>
            </p:spPr>
            <p:txBody>
              <a:bodyPr rtlCol="0" anchor="ctr"/>
              <a:lstStyle/>
              <a:p>
                <a:endParaRPr lang="en-US"/>
              </a:p>
            </p:txBody>
          </p:sp>
          <p:sp>
            <p:nvSpPr>
              <p:cNvPr id="141" name="Freeform: Shape 140">
                <a:extLst>
                  <a:ext uri="{FF2B5EF4-FFF2-40B4-BE49-F238E27FC236}">
                    <a16:creationId xmlns:a16="http://schemas.microsoft.com/office/drawing/2014/main" id="{D77683F3-099D-BB0A-C1D7-79F8B5404FAE}"/>
                  </a:ext>
                </a:extLst>
              </p:cNvPr>
              <p:cNvSpPr/>
              <p:nvPr/>
            </p:nvSpPr>
            <p:spPr>
              <a:xfrm>
                <a:off x="10334965" y="2753383"/>
                <a:ext cx="135909" cy="25795"/>
              </a:xfrm>
              <a:custGeom>
                <a:avLst/>
                <a:gdLst>
                  <a:gd name="connsiteX0" fmla="*/ 135909 w 135909"/>
                  <a:gd name="connsiteY0" fmla="*/ 0 h 25795"/>
                  <a:gd name="connsiteX1" fmla="*/ 0 w 135909"/>
                  <a:gd name="connsiteY1" fmla="*/ 0 h 25795"/>
                  <a:gd name="connsiteX2" fmla="*/ 0 w 135909"/>
                  <a:gd name="connsiteY2" fmla="*/ 25796 h 25795"/>
                  <a:gd name="connsiteX3" fmla="*/ 135909 w 135909"/>
                  <a:gd name="connsiteY3" fmla="*/ 25796 h 25795"/>
                  <a:gd name="connsiteX4" fmla="*/ 135909 w 135909"/>
                  <a:gd name="connsiteY4" fmla="*/ 0 h 25795"/>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35909" h="25795">
                    <a:moveTo>
                      <a:pt x="135909" y="0"/>
                    </a:moveTo>
                    <a:lnTo>
                      <a:pt x="0" y="0"/>
                    </a:lnTo>
                    <a:lnTo>
                      <a:pt x="0" y="25796"/>
                    </a:lnTo>
                    <a:lnTo>
                      <a:pt x="135909" y="25796"/>
                    </a:lnTo>
                    <a:lnTo>
                      <a:pt x="135909" y="0"/>
                    </a:lnTo>
                    <a:close/>
                  </a:path>
                </a:pathLst>
              </a:custGeom>
              <a:solidFill>
                <a:srgbClr val="2D5967"/>
              </a:solidFill>
              <a:ln w="6417" cap="flat">
                <a:noFill/>
                <a:prstDash val="solid"/>
                <a:miter/>
              </a:ln>
            </p:spPr>
            <p:txBody>
              <a:bodyPr rtlCol="0" anchor="ctr"/>
              <a:lstStyle/>
              <a:p>
                <a:endParaRPr lang="en-US"/>
              </a:p>
            </p:txBody>
          </p:sp>
          <p:sp>
            <p:nvSpPr>
              <p:cNvPr id="142" name="Freeform: Shape 141">
                <a:extLst>
                  <a:ext uri="{FF2B5EF4-FFF2-40B4-BE49-F238E27FC236}">
                    <a16:creationId xmlns:a16="http://schemas.microsoft.com/office/drawing/2014/main" id="{B4EE6EEA-91DA-ED0F-62B9-89F040BBCF26}"/>
                  </a:ext>
                </a:extLst>
              </p:cNvPr>
              <p:cNvSpPr/>
              <p:nvPr/>
            </p:nvSpPr>
            <p:spPr>
              <a:xfrm>
                <a:off x="10289727" y="2662988"/>
                <a:ext cx="226449" cy="203485"/>
              </a:xfrm>
              <a:custGeom>
                <a:avLst/>
                <a:gdLst>
                  <a:gd name="connsiteX0" fmla="*/ 0 w 226449"/>
                  <a:gd name="connsiteY0" fmla="*/ 0 h 203485"/>
                  <a:gd name="connsiteX1" fmla="*/ 0 w 226449"/>
                  <a:gd name="connsiteY1" fmla="*/ 203486 h 203485"/>
                  <a:gd name="connsiteX2" fmla="*/ 35420 w 226449"/>
                  <a:gd name="connsiteY2" fmla="*/ 203486 h 203485"/>
                  <a:gd name="connsiteX3" fmla="*/ 67441 w 226449"/>
                  <a:gd name="connsiteY3" fmla="*/ 161488 h 203485"/>
                  <a:gd name="connsiteX4" fmla="*/ 226450 w 226449"/>
                  <a:gd name="connsiteY4" fmla="*/ 161488 h 203485"/>
                  <a:gd name="connsiteX5" fmla="*/ 226450 w 226449"/>
                  <a:gd name="connsiteY5" fmla="*/ 0 h 203485"/>
                  <a:gd name="connsiteX6" fmla="*/ 0 w 226449"/>
                  <a:gd name="connsiteY6" fmla="*/ 0 h 203485"/>
                  <a:gd name="connsiteX7" fmla="*/ 200462 w 226449"/>
                  <a:gd name="connsiteY7" fmla="*/ 135692 h 203485"/>
                  <a:gd name="connsiteX8" fmla="*/ 55056 w 226449"/>
                  <a:gd name="connsiteY8" fmla="*/ 135692 h 203485"/>
                  <a:gd name="connsiteX9" fmla="*/ 26180 w 226449"/>
                  <a:gd name="connsiteY9" fmla="*/ 173532 h 203485"/>
                  <a:gd name="connsiteX10" fmla="*/ 26180 w 226449"/>
                  <a:gd name="connsiteY10" fmla="*/ 25797 h 203485"/>
                  <a:gd name="connsiteX11" fmla="*/ 200462 w 226449"/>
                  <a:gd name="connsiteY11" fmla="*/ 25797 h 203485"/>
                  <a:gd name="connsiteX12" fmla="*/ 200462 w 226449"/>
                  <a:gd name="connsiteY12" fmla="*/ 135692 h 203485"/>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Lst>
                <a:rect l="l" t="t" r="r" b="b"/>
                <a:pathLst>
                  <a:path w="226449" h="203485">
                    <a:moveTo>
                      <a:pt x="0" y="0"/>
                    </a:moveTo>
                    <a:lnTo>
                      <a:pt x="0" y="203486"/>
                    </a:lnTo>
                    <a:lnTo>
                      <a:pt x="35420" y="203486"/>
                    </a:lnTo>
                    <a:lnTo>
                      <a:pt x="67441" y="161488"/>
                    </a:lnTo>
                    <a:lnTo>
                      <a:pt x="226450" y="161488"/>
                    </a:lnTo>
                    <a:lnTo>
                      <a:pt x="226450" y="0"/>
                    </a:lnTo>
                    <a:lnTo>
                      <a:pt x="0" y="0"/>
                    </a:lnTo>
                    <a:close/>
                    <a:moveTo>
                      <a:pt x="200462" y="135692"/>
                    </a:moveTo>
                    <a:lnTo>
                      <a:pt x="55056" y="135692"/>
                    </a:lnTo>
                    <a:lnTo>
                      <a:pt x="26180" y="173532"/>
                    </a:lnTo>
                    <a:lnTo>
                      <a:pt x="26180" y="25797"/>
                    </a:lnTo>
                    <a:lnTo>
                      <a:pt x="200462" y="25797"/>
                    </a:lnTo>
                    <a:lnTo>
                      <a:pt x="200462" y="135692"/>
                    </a:lnTo>
                    <a:close/>
                  </a:path>
                </a:pathLst>
              </a:custGeom>
              <a:solidFill>
                <a:srgbClr val="2D5967"/>
              </a:solidFill>
              <a:ln w="6417" cap="flat">
                <a:noFill/>
                <a:prstDash val="solid"/>
                <a:miter/>
              </a:ln>
            </p:spPr>
            <p:txBody>
              <a:bodyPr rtlCol="0" anchor="ctr"/>
              <a:lstStyle/>
              <a:p>
                <a:endParaRPr lang="en-US"/>
              </a:p>
            </p:txBody>
          </p:sp>
          <p:sp>
            <p:nvSpPr>
              <p:cNvPr id="143" name="Freeform: Shape 142">
                <a:extLst>
                  <a:ext uri="{FF2B5EF4-FFF2-40B4-BE49-F238E27FC236}">
                    <a16:creationId xmlns:a16="http://schemas.microsoft.com/office/drawing/2014/main" id="{84882FD9-E9DE-16BC-E8EE-4E62DA61C5F4}"/>
                  </a:ext>
                </a:extLst>
              </p:cNvPr>
              <p:cNvSpPr/>
              <p:nvPr/>
            </p:nvSpPr>
            <p:spPr>
              <a:xfrm>
                <a:off x="10024326" y="2440056"/>
                <a:ext cx="398293" cy="281031"/>
              </a:xfrm>
              <a:custGeom>
                <a:avLst/>
                <a:gdLst>
                  <a:gd name="connsiteX0" fmla="*/ 398294 w 398293"/>
                  <a:gd name="connsiteY0" fmla="*/ 101849 h 281031"/>
                  <a:gd name="connsiteX1" fmla="*/ 390465 w 398293"/>
                  <a:gd name="connsiteY1" fmla="*/ 62836 h 281031"/>
                  <a:gd name="connsiteX2" fmla="*/ 368327 w 398293"/>
                  <a:gd name="connsiteY2" fmla="*/ 29786 h 281031"/>
                  <a:gd name="connsiteX3" fmla="*/ 335152 w 398293"/>
                  <a:gd name="connsiteY3" fmla="*/ 7739 h 281031"/>
                  <a:gd name="connsiteX4" fmla="*/ 296009 w 398293"/>
                  <a:gd name="connsiteY4" fmla="*/ 53 h 281031"/>
                  <a:gd name="connsiteX5" fmla="*/ 105236 w 398293"/>
                  <a:gd name="connsiteY5" fmla="*/ 53 h 281031"/>
                  <a:gd name="connsiteX6" fmla="*/ 65260 w 398293"/>
                  <a:gd name="connsiteY6" fmla="*/ 6831 h 281031"/>
                  <a:gd name="connsiteX7" fmla="*/ 31058 w 398293"/>
                  <a:gd name="connsiteY7" fmla="*/ 28660 h 281031"/>
                  <a:gd name="connsiteX8" fmla="*/ 8085 w 398293"/>
                  <a:gd name="connsiteY8" fmla="*/ 62080 h 281031"/>
                  <a:gd name="connsiteX9" fmla="*/ 0 w 398293"/>
                  <a:gd name="connsiteY9" fmla="*/ 101796 h 281031"/>
                  <a:gd name="connsiteX10" fmla="*/ 8085 w 398293"/>
                  <a:gd name="connsiteY10" fmla="*/ 141511 h 281031"/>
                  <a:gd name="connsiteX11" fmla="*/ 31058 w 398293"/>
                  <a:gd name="connsiteY11" fmla="*/ 174932 h 281031"/>
                  <a:gd name="connsiteX12" fmla="*/ 65260 w 398293"/>
                  <a:gd name="connsiteY12" fmla="*/ 196761 h 281031"/>
                  <a:gd name="connsiteX13" fmla="*/ 105236 w 398293"/>
                  <a:gd name="connsiteY13" fmla="*/ 203539 h 281031"/>
                  <a:gd name="connsiteX14" fmla="*/ 149000 w 398293"/>
                  <a:gd name="connsiteY14" fmla="*/ 203539 h 281031"/>
                  <a:gd name="connsiteX15" fmla="*/ 208612 w 398293"/>
                  <a:gd name="connsiteY15" fmla="*/ 281031 h 281031"/>
                  <a:gd name="connsiteX16" fmla="*/ 245958 w 398293"/>
                  <a:gd name="connsiteY16" fmla="*/ 281031 h 281031"/>
                  <a:gd name="connsiteX17" fmla="*/ 245958 w 398293"/>
                  <a:gd name="connsiteY17" fmla="*/ 203539 h 281031"/>
                  <a:gd name="connsiteX18" fmla="*/ 296009 w 398293"/>
                  <a:gd name="connsiteY18" fmla="*/ 203539 h 281031"/>
                  <a:gd name="connsiteX19" fmla="*/ 335152 w 398293"/>
                  <a:gd name="connsiteY19" fmla="*/ 195892 h 281031"/>
                  <a:gd name="connsiteX20" fmla="*/ 368327 w 398293"/>
                  <a:gd name="connsiteY20" fmla="*/ 173875 h 281031"/>
                  <a:gd name="connsiteX21" fmla="*/ 390465 w 398293"/>
                  <a:gd name="connsiteY21" fmla="*/ 140847 h 281031"/>
                  <a:gd name="connsiteX22" fmla="*/ 398294 w 398293"/>
                  <a:gd name="connsiteY22" fmla="*/ 101849 h 281031"/>
                  <a:gd name="connsiteX23" fmla="*/ 220034 w 398293"/>
                  <a:gd name="connsiteY23" fmla="*/ 177743 h 281031"/>
                  <a:gd name="connsiteX24" fmla="*/ 220034 w 398293"/>
                  <a:gd name="connsiteY24" fmla="*/ 253529 h 281031"/>
                  <a:gd name="connsiteX25" fmla="*/ 161705 w 398293"/>
                  <a:gd name="connsiteY25" fmla="*/ 177743 h 281031"/>
                  <a:gd name="connsiteX26" fmla="*/ 105236 w 398293"/>
                  <a:gd name="connsiteY26" fmla="*/ 177743 h 281031"/>
                  <a:gd name="connsiteX27" fmla="*/ 75270 w 398293"/>
                  <a:gd name="connsiteY27" fmla="*/ 172800 h 281031"/>
                  <a:gd name="connsiteX28" fmla="*/ 49603 w 398293"/>
                  <a:gd name="connsiteY28" fmla="*/ 156534 h 281031"/>
                  <a:gd name="connsiteX29" fmla="*/ 32341 w 398293"/>
                  <a:gd name="connsiteY29" fmla="*/ 131536 h 281031"/>
                  <a:gd name="connsiteX30" fmla="*/ 26310 w 398293"/>
                  <a:gd name="connsiteY30" fmla="*/ 101796 h 281031"/>
                  <a:gd name="connsiteX31" fmla="*/ 32341 w 398293"/>
                  <a:gd name="connsiteY31" fmla="*/ 72055 h 281031"/>
                  <a:gd name="connsiteX32" fmla="*/ 49603 w 398293"/>
                  <a:gd name="connsiteY32" fmla="*/ 47059 h 281031"/>
                  <a:gd name="connsiteX33" fmla="*/ 75270 w 398293"/>
                  <a:gd name="connsiteY33" fmla="*/ 30791 h 281031"/>
                  <a:gd name="connsiteX34" fmla="*/ 105236 w 398293"/>
                  <a:gd name="connsiteY34" fmla="*/ 25848 h 281031"/>
                  <a:gd name="connsiteX35" fmla="*/ 296009 w 398293"/>
                  <a:gd name="connsiteY35" fmla="*/ 25848 h 281031"/>
                  <a:gd name="connsiteX36" fmla="*/ 326040 w 398293"/>
                  <a:gd name="connsiteY36" fmla="*/ 30791 h 281031"/>
                  <a:gd name="connsiteX37" fmla="*/ 351708 w 398293"/>
                  <a:gd name="connsiteY37" fmla="*/ 47059 h 281031"/>
                  <a:gd name="connsiteX38" fmla="*/ 368905 w 398293"/>
                  <a:gd name="connsiteY38" fmla="*/ 72055 h 281031"/>
                  <a:gd name="connsiteX39" fmla="*/ 375001 w 398293"/>
                  <a:gd name="connsiteY39" fmla="*/ 101796 h 281031"/>
                  <a:gd name="connsiteX40" fmla="*/ 368905 w 398293"/>
                  <a:gd name="connsiteY40" fmla="*/ 131536 h 281031"/>
                  <a:gd name="connsiteX41" fmla="*/ 351708 w 398293"/>
                  <a:gd name="connsiteY41" fmla="*/ 156534 h 281031"/>
                  <a:gd name="connsiteX42" fmla="*/ 326040 w 398293"/>
                  <a:gd name="connsiteY42" fmla="*/ 172800 h 281031"/>
                  <a:gd name="connsiteX43" fmla="*/ 296009 w 398293"/>
                  <a:gd name="connsiteY43" fmla="*/ 177743 h 281031"/>
                  <a:gd name="connsiteX44" fmla="*/ 220034 w 398293"/>
                  <a:gd name="connsiteY44" fmla="*/ 177743 h 281031"/>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 ang="0">
                    <a:pos x="connsiteX39" y="connsiteY39"/>
                  </a:cxn>
                  <a:cxn ang="0">
                    <a:pos x="connsiteX40" y="connsiteY40"/>
                  </a:cxn>
                  <a:cxn ang="0">
                    <a:pos x="connsiteX41" y="connsiteY41"/>
                  </a:cxn>
                  <a:cxn ang="0">
                    <a:pos x="connsiteX42" y="connsiteY42"/>
                  </a:cxn>
                  <a:cxn ang="0">
                    <a:pos x="connsiteX43" y="connsiteY43"/>
                  </a:cxn>
                  <a:cxn ang="0">
                    <a:pos x="connsiteX44" y="connsiteY44"/>
                  </a:cxn>
                </a:cxnLst>
                <a:rect l="l" t="t" r="r" b="b"/>
                <a:pathLst>
                  <a:path w="398293" h="281031">
                    <a:moveTo>
                      <a:pt x="398294" y="101849"/>
                    </a:moveTo>
                    <a:cubicBezTo>
                      <a:pt x="398294" y="88458"/>
                      <a:pt x="395663" y="75201"/>
                      <a:pt x="390465" y="62836"/>
                    </a:cubicBezTo>
                    <a:cubicBezTo>
                      <a:pt x="385332" y="50471"/>
                      <a:pt x="377824" y="39240"/>
                      <a:pt x="368327" y="29786"/>
                    </a:cubicBezTo>
                    <a:cubicBezTo>
                      <a:pt x="358830" y="20332"/>
                      <a:pt x="347536" y="12840"/>
                      <a:pt x="335152" y="7739"/>
                    </a:cubicBezTo>
                    <a:cubicBezTo>
                      <a:pt x="322703" y="2637"/>
                      <a:pt x="309421" y="25"/>
                      <a:pt x="296009" y="53"/>
                    </a:cubicBezTo>
                    <a:lnTo>
                      <a:pt x="105236" y="53"/>
                    </a:lnTo>
                    <a:cubicBezTo>
                      <a:pt x="91568" y="-388"/>
                      <a:pt x="77965" y="1917"/>
                      <a:pt x="65260" y="6831"/>
                    </a:cubicBezTo>
                    <a:cubicBezTo>
                      <a:pt x="52490" y="11745"/>
                      <a:pt x="40876" y="19168"/>
                      <a:pt x="31058" y="28660"/>
                    </a:cubicBezTo>
                    <a:cubicBezTo>
                      <a:pt x="21240" y="38151"/>
                      <a:pt x="13412" y="49517"/>
                      <a:pt x="8085" y="62080"/>
                    </a:cubicBezTo>
                    <a:cubicBezTo>
                      <a:pt x="2760" y="74645"/>
                      <a:pt x="0" y="88151"/>
                      <a:pt x="0" y="101796"/>
                    </a:cubicBezTo>
                    <a:cubicBezTo>
                      <a:pt x="0" y="115442"/>
                      <a:pt x="2760" y="128947"/>
                      <a:pt x="8085" y="141511"/>
                    </a:cubicBezTo>
                    <a:cubicBezTo>
                      <a:pt x="13412" y="154076"/>
                      <a:pt x="21240" y="165441"/>
                      <a:pt x="31058" y="174932"/>
                    </a:cubicBezTo>
                    <a:cubicBezTo>
                      <a:pt x="40876" y="184423"/>
                      <a:pt x="52490" y="191847"/>
                      <a:pt x="65260" y="196761"/>
                    </a:cubicBezTo>
                    <a:cubicBezTo>
                      <a:pt x="77965" y="201676"/>
                      <a:pt x="91568" y="203981"/>
                      <a:pt x="105236" y="203539"/>
                    </a:cubicBezTo>
                    <a:lnTo>
                      <a:pt x="149000" y="203539"/>
                    </a:lnTo>
                    <a:lnTo>
                      <a:pt x="208612" y="281031"/>
                    </a:lnTo>
                    <a:lnTo>
                      <a:pt x="245958" y="281031"/>
                    </a:lnTo>
                    <a:lnTo>
                      <a:pt x="245958" y="203539"/>
                    </a:lnTo>
                    <a:lnTo>
                      <a:pt x="296009" y="203539"/>
                    </a:lnTo>
                    <a:cubicBezTo>
                      <a:pt x="309421" y="203581"/>
                      <a:pt x="322703" y="200983"/>
                      <a:pt x="335152" y="195892"/>
                    </a:cubicBezTo>
                    <a:cubicBezTo>
                      <a:pt x="347536" y="190802"/>
                      <a:pt x="358766" y="183320"/>
                      <a:pt x="368327" y="173875"/>
                    </a:cubicBezTo>
                    <a:cubicBezTo>
                      <a:pt x="377824" y="164429"/>
                      <a:pt x="385332" y="153205"/>
                      <a:pt x="390465" y="140847"/>
                    </a:cubicBezTo>
                    <a:cubicBezTo>
                      <a:pt x="395663" y="128487"/>
                      <a:pt x="398294" y="115236"/>
                      <a:pt x="398294" y="101849"/>
                    </a:cubicBezTo>
                    <a:close/>
                    <a:moveTo>
                      <a:pt x="220034" y="177743"/>
                    </a:moveTo>
                    <a:lnTo>
                      <a:pt x="220034" y="253529"/>
                    </a:lnTo>
                    <a:lnTo>
                      <a:pt x="161705" y="177743"/>
                    </a:lnTo>
                    <a:lnTo>
                      <a:pt x="105236" y="177743"/>
                    </a:lnTo>
                    <a:cubicBezTo>
                      <a:pt x="95034" y="178126"/>
                      <a:pt x="84831" y="176445"/>
                      <a:pt x="75270" y="172800"/>
                    </a:cubicBezTo>
                    <a:cubicBezTo>
                      <a:pt x="65709" y="169156"/>
                      <a:pt x="56982" y="163624"/>
                      <a:pt x="49603" y="156534"/>
                    </a:cubicBezTo>
                    <a:cubicBezTo>
                      <a:pt x="42223" y="149443"/>
                      <a:pt x="36384" y="140941"/>
                      <a:pt x="32341" y="131536"/>
                    </a:cubicBezTo>
                    <a:cubicBezTo>
                      <a:pt x="28363" y="122131"/>
                      <a:pt x="26310" y="112016"/>
                      <a:pt x="26310" y="101796"/>
                    </a:cubicBezTo>
                    <a:cubicBezTo>
                      <a:pt x="26310" y="91576"/>
                      <a:pt x="28363" y="81461"/>
                      <a:pt x="32341" y="72055"/>
                    </a:cubicBezTo>
                    <a:cubicBezTo>
                      <a:pt x="36384" y="62650"/>
                      <a:pt x="42223" y="54149"/>
                      <a:pt x="49603" y="47059"/>
                    </a:cubicBezTo>
                    <a:cubicBezTo>
                      <a:pt x="56982" y="39969"/>
                      <a:pt x="65709" y="34435"/>
                      <a:pt x="75270" y="30791"/>
                    </a:cubicBezTo>
                    <a:cubicBezTo>
                      <a:pt x="84831" y="27147"/>
                      <a:pt x="95034" y="25466"/>
                      <a:pt x="105236" y="25848"/>
                    </a:cubicBezTo>
                    <a:lnTo>
                      <a:pt x="296009" y="25848"/>
                    </a:lnTo>
                    <a:cubicBezTo>
                      <a:pt x="306277" y="25466"/>
                      <a:pt x="316479" y="27147"/>
                      <a:pt x="326040" y="30791"/>
                    </a:cubicBezTo>
                    <a:cubicBezTo>
                      <a:pt x="335601" y="34435"/>
                      <a:pt x="344328" y="39969"/>
                      <a:pt x="351708" y="47059"/>
                    </a:cubicBezTo>
                    <a:cubicBezTo>
                      <a:pt x="359087" y="54149"/>
                      <a:pt x="364927" y="62650"/>
                      <a:pt x="368905" y="72055"/>
                    </a:cubicBezTo>
                    <a:cubicBezTo>
                      <a:pt x="372948" y="81461"/>
                      <a:pt x="375001" y="91576"/>
                      <a:pt x="375001" y="101796"/>
                    </a:cubicBezTo>
                    <a:cubicBezTo>
                      <a:pt x="375001" y="112016"/>
                      <a:pt x="372948" y="122131"/>
                      <a:pt x="368905" y="131536"/>
                    </a:cubicBezTo>
                    <a:cubicBezTo>
                      <a:pt x="364927" y="140941"/>
                      <a:pt x="359087" y="149443"/>
                      <a:pt x="351708" y="156534"/>
                    </a:cubicBezTo>
                    <a:cubicBezTo>
                      <a:pt x="344328" y="163624"/>
                      <a:pt x="335601" y="169156"/>
                      <a:pt x="326040" y="172800"/>
                    </a:cubicBezTo>
                    <a:cubicBezTo>
                      <a:pt x="316479" y="176445"/>
                      <a:pt x="306277" y="178126"/>
                      <a:pt x="296009" y="177743"/>
                    </a:cubicBezTo>
                    <a:lnTo>
                      <a:pt x="220034" y="177743"/>
                    </a:lnTo>
                    <a:close/>
                  </a:path>
                </a:pathLst>
              </a:custGeom>
              <a:solidFill>
                <a:srgbClr val="2D5967"/>
              </a:solidFill>
              <a:ln w="6417" cap="flat">
                <a:noFill/>
                <a:prstDash val="solid"/>
                <a:miter/>
              </a:ln>
            </p:spPr>
            <p:txBody>
              <a:bodyPr rtlCol="0" anchor="ctr"/>
              <a:lstStyle/>
              <a:p>
                <a:endParaRPr lang="en-US"/>
              </a:p>
            </p:txBody>
          </p:sp>
          <p:sp>
            <p:nvSpPr>
              <p:cNvPr id="144" name="Freeform: Shape 143">
                <a:extLst>
                  <a:ext uri="{FF2B5EF4-FFF2-40B4-BE49-F238E27FC236}">
                    <a16:creationId xmlns:a16="http://schemas.microsoft.com/office/drawing/2014/main" id="{B853EAC4-65A2-5172-1C5D-2F12D6A20A29}"/>
                  </a:ext>
                </a:extLst>
              </p:cNvPr>
              <p:cNvSpPr/>
              <p:nvPr/>
            </p:nvSpPr>
            <p:spPr>
              <a:xfrm>
                <a:off x="10263672" y="2485211"/>
                <a:ext cx="113388" cy="113201"/>
              </a:xfrm>
              <a:custGeom>
                <a:avLst/>
                <a:gdLst>
                  <a:gd name="connsiteX0" fmla="*/ 113388 w 113388"/>
                  <a:gd name="connsiteY0" fmla="*/ 56708 h 113201"/>
                  <a:gd name="connsiteX1" fmla="*/ 103892 w 113388"/>
                  <a:gd name="connsiteY1" fmla="*/ 25233 h 113201"/>
                  <a:gd name="connsiteX2" fmla="*/ 78480 w 113388"/>
                  <a:gd name="connsiteY2" fmla="*/ 4339 h 113201"/>
                  <a:gd name="connsiteX3" fmla="*/ 45690 w 113388"/>
                  <a:gd name="connsiteY3" fmla="*/ 1074 h 113201"/>
                  <a:gd name="connsiteX4" fmla="*/ 16622 w 113388"/>
                  <a:gd name="connsiteY4" fmla="*/ 16540 h 113201"/>
                  <a:gd name="connsiteX5" fmla="*/ 1094 w 113388"/>
                  <a:gd name="connsiteY5" fmla="*/ 45519 h 113201"/>
                  <a:gd name="connsiteX6" fmla="*/ 4302 w 113388"/>
                  <a:gd name="connsiteY6" fmla="*/ 78236 h 113201"/>
                  <a:gd name="connsiteX7" fmla="*/ 25221 w 113388"/>
                  <a:gd name="connsiteY7" fmla="*/ 103655 h 113201"/>
                  <a:gd name="connsiteX8" fmla="*/ 56727 w 113388"/>
                  <a:gd name="connsiteY8" fmla="*/ 113202 h 113201"/>
                  <a:gd name="connsiteX9" fmla="*/ 96768 w 113388"/>
                  <a:gd name="connsiteY9" fmla="*/ 96662 h 113201"/>
                  <a:gd name="connsiteX10" fmla="*/ 113388 w 113388"/>
                  <a:gd name="connsiteY10" fmla="*/ 56708 h 113201"/>
                  <a:gd name="connsiteX11" fmla="*/ 26055 w 113388"/>
                  <a:gd name="connsiteY11" fmla="*/ 56708 h 113201"/>
                  <a:gd name="connsiteX12" fmla="*/ 31188 w 113388"/>
                  <a:gd name="connsiteY12" fmla="*/ 39612 h 113201"/>
                  <a:gd name="connsiteX13" fmla="*/ 44985 w 113388"/>
                  <a:gd name="connsiteY13" fmla="*/ 28259 h 113201"/>
                  <a:gd name="connsiteX14" fmla="*/ 62759 w 113388"/>
                  <a:gd name="connsiteY14" fmla="*/ 26487 h 113201"/>
                  <a:gd name="connsiteX15" fmla="*/ 78545 w 113388"/>
                  <a:gd name="connsiteY15" fmla="*/ 34894 h 113201"/>
                  <a:gd name="connsiteX16" fmla="*/ 86951 w 113388"/>
                  <a:gd name="connsiteY16" fmla="*/ 50638 h 113201"/>
                  <a:gd name="connsiteX17" fmla="*/ 85218 w 113388"/>
                  <a:gd name="connsiteY17" fmla="*/ 68398 h 113201"/>
                  <a:gd name="connsiteX18" fmla="*/ 73796 w 113388"/>
                  <a:gd name="connsiteY18" fmla="*/ 82170 h 113201"/>
                  <a:gd name="connsiteX19" fmla="*/ 56727 w 113388"/>
                  <a:gd name="connsiteY19" fmla="*/ 87299 h 113201"/>
                  <a:gd name="connsiteX20" fmla="*/ 35038 w 113388"/>
                  <a:gd name="connsiteY20" fmla="*/ 78308 h 113201"/>
                  <a:gd name="connsiteX21" fmla="*/ 26055 w 113388"/>
                  <a:gd name="connsiteY21" fmla="*/ 56708 h 113201"/>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Lst>
                <a:rect l="l" t="t" r="r" b="b"/>
                <a:pathLst>
                  <a:path w="113388" h="113201">
                    <a:moveTo>
                      <a:pt x="113388" y="56708"/>
                    </a:moveTo>
                    <a:cubicBezTo>
                      <a:pt x="113388" y="45508"/>
                      <a:pt x="110116" y="34555"/>
                      <a:pt x="103892" y="25233"/>
                    </a:cubicBezTo>
                    <a:cubicBezTo>
                      <a:pt x="97667" y="15911"/>
                      <a:pt x="88811" y="8639"/>
                      <a:pt x="78480" y="4339"/>
                    </a:cubicBezTo>
                    <a:cubicBezTo>
                      <a:pt x="68085" y="39"/>
                      <a:pt x="56727" y="-1097"/>
                      <a:pt x="45690" y="1074"/>
                    </a:cubicBezTo>
                    <a:cubicBezTo>
                      <a:pt x="34718" y="3247"/>
                      <a:pt x="24579" y="8629"/>
                      <a:pt x="16622" y="16540"/>
                    </a:cubicBezTo>
                    <a:cubicBezTo>
                      <a:pt x="8729" y="24452"/>
                      <a:pt x="3275" y="34537"/>
                      <a:pt x="1094" y="45519"/>
                    </a:cubicBezTo>
                    <a:cubicBezTo>
                      <a:pt x="-1089" y="56502"/>
                      <a:pt x="2" y="67888"/>
                      <a:pt x="4302" y="78236"/>
                    </a:cubicBezTo>
                    <a:cubicBezTo>
                      <a:pt x="8601" y="88585"/>
                      <a:pt x="15852" y="97431"/>
                      <a:pt x="25221" y="103655"/>
                    </a:cubicBezTo>
                    <a:cubicBezTo>
                      <a:pt x="34525" y="109880"/>
                      <a:pt x="45498" y="113202"/>
                      <a:pt x="56727" y="113202"/>
                    </a:cubicBezTo>
                    <a:cubicBezTo>
                      <a:pt x="71743" y="113202"/>
                      <a:pt x="86117" y="107253"/>
                      <a:pt x="96768" y="96662"/>
                    </a:cubicBezTo>
                    <a:cubicBezTo>
                      <a:pt x="107356" y="86070"/>
                      <a:pt x="113388" y="71701"/>
                      <a:pt x="113388" y="56708"/>
                    </a:cubicBezTo>
                    <a:close/>
                    <a:moveTo>
                      <a:pt x="26055" y="56708"/>
                    </a:moveTo>
                    <a:cubicBezTo>
                      <a:pt x="26055" y="50627"/>
                      <a:pt x="27851" y="44677"/>
                      <a:pt x="31188" y="39612"/>
                    </a:cubicBezTo>
                    <a:cubicBezTo>
                      <a:pt x="34589" y="34547"/>
                      <a:pt x="39338" y="30596"/>
                      <a:pt x="44985" y="28259"/>
                    </a:cubicBezTo>
                    <a:cubicBezTo>
                      <a:pt x="50631" y="25923"/>
                      <a:pt x="56791" y="25306"/>
                      <a:pt x="62759" y="26487"/>
                    </a:cubicBezTo>
                    <a:cubicBezTo>
                      <a:pt x="68727" y="27668"/>
                      <a:pt x="74246" y="30594"/>
                      <a:pt x="78545" y="34894"/>
                    </a:cubicBezTo>
                    <a:cubicBezTo>
                      <a:pt x="82844" y="39194"/>
                      <a:pt x="85796" y="44673"/>
                      <a:pt x="86951" y="50638"/>
                    </a:cubicBezTo>
                    <a:cubicBezTo>
                      <a:pt x="88170" y="56603"/>
                      <a:pt x="87528" y="62785"/>
                      <a:pt x="85218" y="68398"/>
                    </a:cubicBezTo>
                    <a:cubicBezTo>
                      <a:pt x="82844" y="74012"/>
                      <a:pt x="78866" y="78805"/>
                      <a:pt x="73796" y="82170"/>
                    </a:cubicBezTo>
                    <a:cubicBezTo>
                      <a:pt x="68727" y="85535"/>
                      <a:pt x="62759" y="87321"/>
                      <a:pt x="56727" y="87299"/>
                    </a:cubicBezTo>
                    <a:cubicBezTo>
                      <a:pt x="48578" y="87272"/>
                      <a:pt x="40813" y="84040"/>
                      <a:pt x="35038" y="78308"/>
                    </a:cubicBezTo>
                    <a:cubicBezTo>
                      <a:pt x="29328" y="72577"/>
                      <a:pt x="26055" y="64812"/>
                      <a:pt x="26055" y="56708"/>
                    </a:cubicBezTo>
                    <a:close/>
                  </a:path>
                </a:pathLst>
              </a:custGeom>
              <a:solidFill>
                <a:srgbClr val="2D5967"/>
              </a:solidFill>
              <a:ln w="6417" cap="flat">
                <a:noFill/>
                <a:prstDash val="solid"/>
                <a:miter/>
              </a:ln>
            </p:spPr>
            <p:txBody>
              <a:bodyPr rtlCol="0" anchor="ctr"/>
              <a:lstStyle/>
              <a:p>
                <a:endParaRPr lang="en-US"/>
              </a:p>
            </p:txBody>
          </p:sp>
          <p:sp>
            <p:nvSpPr>
              <p:cNvPr id="145" name="Freeform: Shape 144">
                <a:extLst>
                  <a:ext uri="{FF2B5EF4-FFF2-40B4-BE49-F238E27FC236}">
                    <a16:creationId xmlns:a16="http://schemas.microsoft.com/office/drawing/2014/main" id="{83A65075-6780-1604-BA71-15ABD4EE29E6}"/>
                  </a:ext>
                </a:extLst>
              </p:cNvPr>
              <p:cNvSpPr/>
              <p:nvPr/>
            </p:nvSpPr>
            <p:spPr>
              <a:xfrm>
                <a:off x="10072787" y="2485308"/>
                <a:ext cx="113371" cy="113201"/>
              </a:xfrm>
              <a:custGeom>
                <a:avLst/>
                <a:gdLst>
                  <a:gd name="connsiteX0" fmla="*/ 56775 w 113371"/>
                  <a:gd name="connsiteY0" fmla="*/ 0 h 113201"/>
                  <a:gd name="connsiteX1" fmla="*/ 25269 w 113371"/>
                  <a:gd name="connsiteY1" fmla="*/ 9487 h 113201"/>
                  <a:gd name="connsiteX2" fmla="*/ 4350 w 113371"/>
                  <a:gd name="connsiteY2" fmla="*/ 34867 h 113201"/>
                  <a:gd name="connsiteX3" fmla="*/ 1077 w 113371"/>
                  <a:gd name="connsiteY3" fmla="*/ 67578 h 113201"/>
                  <a:gd name="connsiteX4" fmla="*/ 16541 w 113371"/>
                  <a:gd name="connsiteY4" fmla="*/ 96586 h 113201"/>
                  <a:gd name="connsiteX5" fmla="*/ 45610 w 113371"/>
                  <a:gd name="connsiteY5" fmla="*/ 112106 h 113201"/>
                  <a:gd name="connsiteX6" fmla="*/ 78335 w 113371"/>
                  <a:gd name="connsiteY6" fmla="*/ 108904 h 113201"/>
                  <a:gd name="connsiteX7" fmla="*/ 103811 w 113371"/>
                  <a:gd name="connsiteY7" fmla="*/ 88058 h 113201"/>
                  <a:gd name="connsiteX8" fmla="*/ 113372 w 113371"/>
                  <a:gd name="connsiteY8" fmla="*/ 56601 h 113201"/>
                  <a:gd name="connsiteX9" fmla="*/ 96816 w 113371"/>
                  <a:gd name="connsiteY9" fmla="*/ 16616 h 113201"/>
                  <a:gd name="connsiteX10" fmla="*/ 56775 w 113371"/>
                  <a:gd name="connsiteY10" fmla="*/ 0 h 113201"/>
                  <a:gd name="connsiteX11" fmla="*/ 56775 w 113371"/>
                  <a:gd name="connsiteY11" fmla="*/ 87193 h 113201"/>
                  <a:gd name="connsiteX12" fmla="*/ 39707 w 113371"/>
                  <a:gd name="connsiteY12" fmla="*/ 82064 h 113201"/>
                  <a:gd name="connsiteX13" fmla="*/ 28284 w 113371"/>
                  <a:gd name="connsiteY13" fmla="*/ 68292 h 113201"/>
                  <a:gd name="connsiteX14" fmla="*/ 26552 w 113371"/>
                  <a:gd name="connsiteY14" fmla="*/ 50531 h 113201"/>
                  <a:gd name="connsiteX15" fmla="*/ 34957 w 113371"/>
                  <a:gd name="connsiteY15" fmla="*/ 34787 h 113201"/>
                  <a:gd name="connsiteX16" fmla="*/ 50743 w 113371"/>
                  <a:gd name="connsiteY16" fmla="*/ 26380 h 113201"/>
                  <a:gd name="connsiteX17" fmla="*/ 68518 w 113371"/>
                  <a:gd name="connsiteY17" fmla="*/ 28153 h 113201"/>
                  <a:gd name="connsiteX18" fmla="*/ 82314 w 113371"/>
                  <a:gd name="connsiteY18" fmla="*/ 39506 h 113201"/>
                  <a:gd name="connsiteX19" fmla="*/ 87447 w 113371"/>
                  <a:gd name="connsiteY19" fmla="*/ 56601 h 113201"/>
                  <a:gd name="connsiteX20" fmla="*/ 78464 w 113371"/>
                  <a:gd name="connsiteY20" fmla="*/ 78202 h 113201"/>
                  <a:gd name="connsiteX21" fmla="*/ 56775 w 113371"/>
                  <a:gd name="connsiteY21" fmla="*/ 87193 h 113201"/>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Lst>
                <a:rect l="l" t="t" r="r" b="b"/>
                <a:pathLst>
                  <a:path w="113371" h="113201">
                    <a:moveTo>
                      <a:pt x="56775" y="0"/>
                    </a:moveTo>
                    <a:cubicBezTo>
                      <a:pt x="45610" y="-21"/>
                      <a:pt x="34637" y="3281"/>
                      <a:pt x="25269" y="9487"/>
                    </a:cubicBezTo>
                    <a:cubicBezTo>
                      <a:pt x="15964" y="15694"/>
                      <a:pt x="8648" y="24527"/>
                      <a:pt x="4350" y="34867"/>
                    </a:cubicBezTo>
                    <a:cubicBezTo>
                      <a:pt x="50" y="45207"/>
                      <a:pt x="-1105" y="56592"/>
                      <a:pt x="1077" y="67578"/>
                    </a:cubicBezTo>
                    <a:cubicBezTo>
                      <a:pt x="3259" y="78564"/>
                      <a:pt x="8648" y="88660"/>
                      <a:pt x="16541" y="96586"/>
                    </a:cubicBezTo>
                    <a:cubicBezTo>
                      <a:pt x="24499" y="104513"/>
                      <a:pt x="34573" y="109914"/>
                      <a:pt x="45610" y="112106"/>
                    </a:cubicBezTo>
                    <a:cubicBezTo>
                      <a:pt x="56583" y="114299"/>
                      <a:pt x="68004" y="113184"/>
                      <a:pt x="78335" y="108904"/>
                    </a:cubicBezTo>
                    <a:cubicBezTo>
                      <a:pt x="88731" y="104623"/>
                      <a:pt x="97586" y="97368"/>
                      <a:pt x="103811" y="88058"/>
                    </a:cubicBezTo>
                    <a:cubicBezTo>
                      <a:pt x="110035" y="78748"/>
                      <a:pt x="113372" y="67800"/>
                      <a:pt x="113372" y="56601"/>
                    </a:cubicBezTo>
                    <a:cubicBezTo>
                      <a:pt x="113372" y="41608"/>
                      <a:pt x="107404" y="27227"/>
                      <a:pt x="96816" y="16616"/>
                    </a:cubicBezTo>
                    <a:cubicBezTo>
                      <a:pt x="86229" y="6004"/>
                      <a:pt x="71791" y="28"/>
                      <a:pt x="56775" y="0"/>
                    </a:cubicBezTo>
                    <a:close/>
                    <a:moveTo>
                      <a:pt x="56775" y="87193"/>
                    </a:moveTo>
                    <a:cubicBezTo>
                      <a:pt x="50679" y="87215"/>
                      <a:pt x="44775" y="85429"/>
                      <a:pt x="39707" y="82064"/>
                    </a:cubicBezTo>
                    <a:cubicBezTo>
                      <a:pt x="34573" y="78699"/>
                      <a:pt x="30659" y="73905"/>
                      <a:pt x="28284" y="68292"/>
                    </a:cubicBezTo>
                    <a:cubicBezTo>
                      <a:pt x="25974" y="62678"/>
                      <a:pt x="25332" y="56497"/>
                      <a:pt x="26552" y="50531"/>
                    </a:cubicBezTo>
                    <a:cubicBezTo>
                      <a:pt x="27707" y="44567"/>
                      <a:pt x="30659" y="39087"/>
                      <a:pt x="34957" y="34787"/>
                    </a:cubicBezTo>
                    <a:cubicBezTo>
                      <a:pt x="39257" y="30488"/>
                      <a:pt x="44775" y="27562"/>
                      <a:pt x="50743" y="26380"/>
                    </a:cubicBezTo>
                    <a:cubicBezTo>
                      <a:pt x="56711" y="25200"/>
                      <a:pt x="62871" y="25816"/>
                      <a:pt x="68518" y="28153"/>
                    </a:cubicBezTo>
                    <a:cubicBezTo>
                      <a:pt x="74101" y="30490"/>
                      <a:pt x="78913" y="34441"/>
                      <a:pt x="82314" y="39506"/>
                    </a:cubicBezTo>
                    <a:cubicBezTo>
                      <a:pt x="85651" y="44570"/>
                      <a:pt x="87447" y="50521"/>
                      <a:pt x="87447" y="56601"/>
                    </a:cubicBezTo>
                    <a:cubicBezTo>
                      <a:pt x="87383" y="64706"/>
                      <a:pt x="84175" y="72471"/>
                      <a:pt x="78464" y="78202"/>
                    </a:cubicBezTo>
                    <a:cubicBezTo>
                      <a:pt x="72688" y="83933"/>
                      <a:pt x="64924" y="87165"/>
                      <a:pt x="56775" y="87193"/>
                    </a:cubicBezTo>
                    <a:close/>
                  </a:path>
                </a:pathLst>
              </a:custGeom>
              <a:solidFill>
                <a:srgbClr val="2D5967"/>
              </a:solidFill>
              <a:ln w="6417" cap="flat">
                <a:noFill/>
                <a:prstDash val="solid"/>
                <a:miter/>
              </a:ln>
            </p:spPr>
            <p:txBody>
              <a:bodyPr rtlCol="0" anchor="ctr"/>
              <a:lstStyle/>
              <a:p>
                <a:endParaRPr lang="en-US"/>
              </a:p>
            </p:txBody>
          </p:sp>
        </p:grpSp>
        <p:sp>
          <p:nvSpPr>
            <p:cNvPr id="134" name="TextBox 133">
              <a:extLst>
                <a:ext uri="{FF2B5EF4-FFF2-40B4-BE49-F238E27FC236}">
                  <a16:creationId xmlns:a16="http://schemas.microsoft.com/office/drawing/2014/main" id="{8543672D-3D1E-4272-7C31-9AC0F7775989}"/>
                </a:ext>
              </a:extLst>
            </p:cNvPr>
            <p:cNvSpPr txBox="1"/>
            <p:nvPr/>
          </p:nvSpPr>
          <p:spPr>
            <a:xfrm>
              <a:off x="9982969" y="2911414"/>
              <a:ext cx="739305" cy="415498"/>
            </a:xfrm>
            <a:prstGeom prst="rect">
              <a:avLst/>
            </a:prstGeom>
            <a:noFill/>
          </p:spPr>
          <p:txBody>
            <a:bodyPr wrap="none" rtlCol="0">
              <a:spAutoFit/>
            </a:bodyPr>
            <a:lstStyle/>
            <a:p>
              <a:pPr algn="ctr"/>
              <a:r>
                <a:rPr lang="en-US" sz="1050" spc="0" baseline="0" dirty="0">
                  <a:solidFill>
                    <a:srgbClr val="000000"/>
                  </a:solidFill>
                  <a:latin typeface="Oracle Sans"/>
                  <a:cs typeface="Oracle Sans"/>
                  <a:sym typeface="Oracle Sans"/>
                  <a:rtl val="0"/>
                </a:rPr>
                <a:t>Digital</a:t>
              </a:r>
            </a:p>
            <a:p>
              <a:pPr algn="ctr"/>
              <a:r>
                <a:rPr lang="en-US" sz="1050" dirty="0">
                  <a:solidFill>
                    <a:srgbClr val="000000"/>
                  </a:solidFill>
                  <a:latin typeface="Oracle Sans"/>
                  <a:cs typeface="Oracle Sans"/>
                  <a:sym typeface="Oracle Sans"/>
                  <a:rtl val="0"/>
                </a:rPr>
                <a:t>Assistant</a:t>
              </a:r>
              <a:endParaRPr lang="en-US" sz="1050" spc="0" baseline="0" dirty="0">
                <a:solidFill>
                  <a:srgbClr val="000000"/>
                </a:solidFill>
                <a:latin typeface="Oracle Sans"/>
                <a:cs typeface="Oracle Sans"/>
                <a:sym typeface="Oracle Sans"/>
                <a:rtl val="0"/>
              </a:endParaRPr>
            </a:p>
          </p:txBody>
        </p:sp>
      </p:grpSp>
      <p:grpSp>
        <p:nvGrpSpPr>
          <p:cNvPr id="151" name="Graphic 5">
            <a:extLst>
              <a:ext uri="{FF2B5EF4-FFF2-40B4-BE49-F238E27FC236}">
                <a16:creationId xmlns:a16="http://schemas.microsoft.com/office/drawing/2014/main" id="{DF7B101D-2C89-D905-38F2-115D384B22D7}"/>
              </a:ext>
            </a:extLst>
          </p:cNvPr>
          <p:cNvGrpSpPr/>
          <p:nvPr/>
        </p:nvGrpSpPr>
        <p:grpSpPr>
          <a:xfrm>
            <a:off x="8671507" y="4796115"/>
            <a:ext cx="1039067" cy="917590"/>
            <a:chOff x="4615722" y="2773477"/>
            <a:chExt cx="1039067" cy="917590"/>
          </a:xfrm>
        </p:grpSpPr>
        <p:grpSp>
          <p:nvGrpSpPr>
            <p:cNvPr id="152" name="Graphic 5">
              <a:extLst>
                <a:ext uri="{FF2B5EF4-FFF2-40B4-BE49-F238E27FC236}">
                  <a16:creationId xmlns:a16="http://schemas.microsoft.com/office/drawing/2014/main" id="{EEC3433E-FE78-4F5C-AB5A-5F151136B63D}"/>
                </a:ext>
              </a:extLst>
            </p:cNvPr>
            <p:cNvGrpSpPr/>
            <p:nvPr/>
          </p:nvGrpSpPr>
          <p:grpSpPr>
            <a:xfrm>
              <a:off x="4851132" y="2773477"/>
              <a:ext cx="513354" cy="490534"/>
              <a:chOff x="4851132" y="2773477"/>
              <a:chExt cx="513354" cy="490534"/>
            </a:xfrm>
          </p:grpSpPr>
          <p:sp>
            <p:nvSpPr>
              <p:cNvPr id="157" name="Freeform: Shape 156">
                <a:extLst>
                  <a:ext uri="{FF2B5EF4-FFF2-40B4-BE49-F238E27FC236}">
                    <a16:creationId xmlns:a16="http://schemas.microsoft.com/office/drawing/2014/main" id="{C3B10930-D772-DAC1-5D31-AFD33161765D}"/>
                  </a:ext>
                </a:extLst>
              </p:cNvPr>
              <p:cNvSpPr/>
              <p:nvPr/>
            </p:nvSpPr>
            <p:spPr>
              <a:xfrm>
                <a:off x="4851132" y="2773477"/>
                <a:ext cx="513354" cy="490534"/>
              </a:xfrm>
              <a:custGeom>
                <a:avLst/>
                <a:gdLst>
                  <a:gd name="connsiteX0" fmla="*/ 294187 w 513354"/>
                  <a:gd name="connsiteY0" fmla="*/ 11568 h 490534"/>
                  <a:gd name="connsiteX1" fmla="*/ 350918 w 513354"/>
                  <a:gd name="connsiteY1" fmla="*/ 27608 h 490534"/>
                  <a:gd name="connsiteX2" fmla="*/ 390587 w 513354"/>
                  <a:gd name="connsiteY2" fmla="*/ 71251 h 490534"/>
                  <a:gd name="connsiteX3" fmla="*/ 400783 w 513354"/>
                  <a:gd name="connsiteY3" fmla="*/ 83656 h 490534"/>
                  <a:gd name="connsiteX4" fmla="*/ 415324 w 513354"/>
                  <a:gd name="connsiteY4" fmla="*/ 90451 h 490534"/>
                  <a:gd name="connsiteX5" fmla="*/ 460819 w 513354"/>
                  <a:gd name="connsiteY5" fmla="*/ 112392 h 490534"/>
                  <a:gd name="connsiteX6" fmla="*/ 491780 w 513354"/>
                  <a:gd name="connsiteY6" fmla="*/ 152311 h 490534"/>
                  <a:gd name="connsiteX7" fmla="*/ 501746 w 513354"/>
                  <a:gd name="connsiteY7" fmla="*/ 201851 h 490534"/>
                  <a:gd name="connsiteX8" fmla="*/ 488611 w 513354"/>
                  <a:gd name="connsiteY8" fmla="*/ 250646 h 490534"/>
                  <a:gd name="connsiteX9" fmla="*/ 485607 w 513354"/>
                  <a:gd name="connsiteY9" fmla="*/ 256198 h 490534"/>
                  <a:gd name="connsiteX10" fmla="*/ 425610 w 513354"/>
                  <a:gd name="connsiteY10" fmla="*/ 256198 h 490534"/>
                  <a:gd name="connsiteX11" fmla="*/ 425610 w 513354"/>
                  <a:gd name="connsiteY11" fmla="*/ 443114 h 490534"/>
                  <a:gd name="connsiteX12" fmla="*/ 293718 w 513354"/>
                  <a:gd name="connsiteY12" fmla="*/ 443114 h 490534"/>
                  <a:gd name="connsiteX13" fmla="*/ 262628 w 513354"/>
                  <a:gd name="connsiteY13" fmla="*/ 474223 h 490534"/>
                  <a:gd name="connsiteX14" fmla="*/ 231186 w 513354"/>
                  <a:gd name="connsiteY14" fmla="*/ 443114 h 490534"/>
                  <a:gd name="connsiteX15" fmla="*/ 99641 w 513354"/>
                  <a:gd name="connsiteY15" fmla="*/ 443114 h 490534"/>
                  <a:gd name="connsiteX16" fmla="*/ 99641 w 513354"/>
                  <a:gd name="connsiteY16" fmla="*/ 256198 h 490534"/>
                  <a:gd name="connsiteX17" fmla="*/ 12487 w 513354"/>
                  <a:gd name="connsiteY17" fmla="*/ 256198 h 490534"/>
                  <a:gd name="connsiteX18" fmla="*/ 13296 w 513354"/>
                  <a:gd name="connsiteY18" fmla="*/ 244631 h 490534"/>
                  <a:gd name="connsiteX19" fmla="*/ 31962 w 513354"/>
                  <a:gd name="connsiteY19" fmla="*/ 189750 h 490534"/>
                  <a:gd name="connsiteX20" fmla="*/ 74904 w 513354"/>
                  <a:gd name="connsiteY20" fmla="*/ 150827 h 490534"/>
                  <a:gd name="connsiteX21" fmla="*/ 86961 w 513354"/>
                  <a:gd name="connsiteY21" fmla="*/ 140621 h 490534"/>
                  <a:gd name="connsiteX22" fmla="*/ 93397 w 513354"/>
                  <a:gd name="connsiteY22" fmla="*/ 126191 h 490534"/>
                  <a:gd name="connsiteX23" fmla="*/ 123422 w 513354"/>
                  <a:gd name="connsiteY23" fmla="*/ 75841 h 490534"/>
                  <a:gd name="connsiteX24" fmla="*/ 178593 w 513354"/>
                  <a:gd name="connsiteY24" fmla="*/ 56099 h 490534"/>
                  <a:gd name="connsiteX25" fmla="*/ 186685 w 513354"/>
                  <a:gd name="connsiteY25" fmla="*/ 56099 h 490534"/>
                  <a:gd name="connsiteX26" fmla="*/ 190150 w 513354"/>
                  <a:gd name="connsiteY26" fmla="*/ 56099 h 490534"/>
                  <a:gd name="connsiteX27" fmla="*/ 203683 w 513354"/>
                  <a:gd name="connsiteY27" fmla="*/ 53720 h 490534"/>
                  <a:gd name="connsiteX28" fmla="*/ 215234 w 513354"/>
                  <a:gd name="connsiteY28" fmla="*/ 46267 h 490534"/>
                  <a:gd name="connsiteX29" fmla="*/ 251110 w 513354"/>
                  <a:gd name="connsiteY29" fmla="*/ 20717 h 490534"/>
                  <a:gd name="connsiteX30" fmla="*/ 294187 w 513354"/>
                  <a:gd name="connsiteY30" fmla="*/ 11568 h 490534"/>
                  <a:gd name="connsiteX31" fmla="*/ 294187 w 513354"/>
                  <a:gd name="connsiteY31" fmla="*/ 1 h 490534"/>
                  <a:gd name="connsiteX32" fmla="*/ 246464 w 513354"/>
                  <a:gd name="connsiteY32" fmla="*/ 9985 h 490534"/>
                  <a:gd name="connsiteX33" fmla="*/ 206680 w 513354"/>
                  <a:gd name="connsiteY33" fmla="*/ 38171 h 490534"/>
                  <a:gd name="connsiteX34" fmla="*/ 199172 w 513354"/>
                  <a:gd name="connsiteY34" fmla="*/ 43478 h 490534"/>
                  <a:gd name="connsiteX35" fmla="*/ 190150 w 513354"/>
                  <a:gd name="connsiteY35" fmla="*/ 45226 h 490534"/>
                  <a:gd name="connsiteX36" fmla="*/ 187725 w 513354"/>
                  <a:gd name="connsiteY36" fmla="*/ 45226 h 490534"/>
                  <a:gd name="connsiteX37" fmla="*/ 178593 w 513354"/>
                  <a:gd name="connsiteY37" fmla="*/ 45226 h 490534"/>
                  <a:gd name="connsiteX38" fmla="*/ 116171 w 513354"/>
                  <a:gd name="connsiteY38" fmla="*/ 67317 h 490534"/>
                  <a:gd name="connsiteX39" fmla="*/ 82071 w 513354"/>
                  <a:gd name="connsiteY39" fmla="*/ 124109 h 490534"/>
                  <a:gd name="connsiteX40" fmla="*/ 77631 w 513354"/>
                  <a:gd name="connsiteY40" fmla="*/ 133903 h 490534"/>
                  <a:gd name="connsiteX41" fmla="*/ 69353 w 513354"/>
                  <a:gd name="connsiteY41" fmla="*/ 140765 h 490534"/>
                  <a:gd name="connsiteX42" fmla="*/ 22099 w 513354"/>
                  <a:gd name="connsiteY42" fmla="*/ 183595 h 490534"/>
                  <a:gd name="connsiteX43" fmla="*/ 1733 w 513354"/>
                  <a:gd name="connsiteY43" fmla="*/ 244053 h 490534"/>
                  <a:gd name="connsiteX44" fmla="*/ 924 w 513354"/>
                  <a:gd name="connsiteY44" fmla="*/ 255619 h 490534"/>
                  <a:gd name="connsiteX45" fmla="*/ 0 w 513354"/>
                  <a:gd name="connsiteY45" fmla="*/ 267764 h 490534"/>
                  <a:gd name="connsiteX46" fmla="*/ 88084 w 513354"/>
                  <a:gd name="connsiteY46" fmla="*/ 267764 h 490534"/>
                  <a:gd name="connsiteX47" fmla="*/ 88084 w 513354"/>
                  <a:gd name="connsiteY47" fmla="*/ 454677 h 490534"/>
                  <a:gd name="connsiteX48" fmla="*/ 226791 w 513354"/>
                  <a:gd name="connsiteY48" fmla="*/ 454677 h 490534"/>
                  <a:gd name="connsiteX49" fmla="*/ 254537 w 513354"/>
                  <a:gd name="connsiteY49" fmla="*/ 482436 h 490534"/>
                  <a:gd name="connsiteX50" fmla="*/ 262628 w 513354"/>
                  <a:gd name="connsiteY50" fmla="*/ 490534 h 490534"/>
                  <a:gd name="connsiteX51" fmla="*/ 270835 w 513354"/>
                  <a:gd name="connsiteY51" fmla="*/ 482436 h 490534"/>
                  <a:gd name="connsiteX52" fmla="*/ 298460 w 513354"/>
                  <a:gd name="connsiteY52" fmla="*/ 454677 h 490534"/>
                  <a:gd name="connsiteX53" fmla="*/ 437173 w 513354"/>
                  <a:gd name="connsiteY53" fmla="*/ 454677 h 490534"/>
                  <a:gd name="connsiteX54" fmla="*/ 437173 w 513354"/>
                  <a:gd name="connsiteY54" fmla="*/ 267764 h 490534"/>
                  <a:gd name="connsiteX55" fmla="*/ 492538 w 513354"/>
                  <a:gd name="connsiteY55" fmla="*/ 267764 h 490534"/>
                  <a:gd name="connsiteX56" fmla="*/ 495778 w 513354"/>
                  <a:gd name="connsiteY56" fmla="*/ 261634 h 490534"/>
                  <a:gd name="connsiteX57" fmla="*/ 498781 w 513354"/>
                  <a:gd name="connsiteY57" fmla="*/ 256082 h 490534"/>
                  <a:gd name="connsiteX58" fmla="*/ 513290 w 513354"/>
                  <a:gd name="connsiteY58" fmla="*/ 202188 h 490534"/>
                  <a:gd name="connsiteX59" fmla="*/ 502304 w 513354"/>
                  <a:gd name="connsiteY59" fmla="*/ 147467 h 490534"/>
                  <a:gd name="connsiteX60" fmla="*/ 468109 w 513354"/>
                  <a:gd name="connsiteY60" fmla="*/ 103367 h 490534"/>
                  <a:gd name="connsiteX61" fmla="*/ 417865 w 513354"/>
                  <a:gd name="connsiteY61" fmla="*/ 79116 h 490534"/>
                  <a:gd name="connsiteX62" fmla="*/ 407989 w 513354"/>
                  <a:gd name="connsiteY62" fmla="*/ 74503 h 490534"/>
                  <a:gd name="connsiteX63" fmla="*/ 401104 w 513354"/>
                  <a:gd name="connsiteY63" fmla="*/ 66045 h 490534"/>
                  <a:gd name="connsiteX64" fmla="*/ 357091 w 513354"/>
                  <a:gd name="connsiteY64" fmla="*/ 17707 h 490534"/>
                  <a:gd name="connsiteX65" fmla="*/ 294187 w 513354"/>
                  <a:gd name="connsiteY65" fmla="*/ 1 h 490534"/>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 ang="0">
                    <a:pos x="connsiteX39" y="connsiteY39"/>
                  </a:cxn>
                  <a:cxn ang="0">
                    <a:pos x="connsiteX40" y="connsiteY40"/>
                  </a:cxn>
                  <a:cxn ang="0">
                    <a:pos x="connsiteX41" y="connsiteY41"/>
                  </a:cxn>
                  <a:cxn ang="0">
                    <a:pos x="connsiteX42" y="connsiteY42"/>
                  </a:cxn>
                  <a:cxn ang="0">
                    <a:pos x="connsiteX43" y="connsiteY43"/>
                  </a:cxn>
                  <a:cxn ang="0">
                    <a:pos x="connsiteX44" y="connsiteY44"/>
                  </a:cxn>
                  <a:cxn ang="0">
                    <a:pos x="connsiteX45" y="connsiteY45"/>
                  </a:cxn>
                  <a:cxn ang="0">
                    <a:pos x="connsiteX46" y="connsiteY46"/>
                  </a:cxn>
                  <a:cxn ang="0">
                    <a:pos x="connsiteX47" y="connsiteY47"/>
                  </a:cxn>
                  <a:cxn ang="0">
                    <a:pos x="connsiteX48" y="connsiteY48"/>
                  </a:cxn>
                  <a:cxn ang="0">
                    <a:pos x="connsiteX49" y="connsiteY49"/>
                  </a:cxn>
                  <a:cxn ang="0">
                    <a:pos x="connsiteX50" y="connsiteY50"/>
                  </a:cxn>
                  <a:cxn ang="0">
                    <a:pos x="connsiteX51" y="connsiteY51"/>
                  </a:cxn>
                  <a:cxn ang="0">
                    <a:pos x="connsiteX52" y="connsiteY52"/>
                  </a:cxn>
                  <a:cxn ang="0">
                    <a:pos x="connsiteX53" y="connsiteY53"/>
                  </a:cxn>
                  <a:cxn ang="0">
                    <a:pos x="connsiteX54" y="connsiteY54"/>
                  </a:cxn>
                  <a:cxn ang="0">
                    <a:pos x="connsiteX55" y="connsiteY55"/>
                  </a:cxn>
                  <a:cxn ang="0">
                    <a:pos x="connsiteX56" y="connsiteY56"/>
                  </a:cxn>
                  <a:cxn ang="0">
                    <a:pos x="connsiteX57" y="connsiteY57"/>
                  </a:cxn>
                  <a:cxn ang="0">
                    <a:pos x="connsiteX58" y="connsiteY58"/>
                  </a:cxn>
                  <a:cxn ang="0">
                    <a:pos x="connsiteX59" y="connsiteY59"/>
                  </a:cxn>
                  <a:cxn ang="0">
                    <a:pos x="connsiteX60" y="connsiteY60"/>
                  </a:cxn>
                  <a:cxn ang="0">
                    <a:pos x="connsiteX61" y="connsiteY61"/>
                  </a:cxn>
                  <a:cxn ang="0">
                    <a:pos x="connsiteX62" y="connsiteY62"/>
                  </a:cxn>
                  <a:cxn ang="0">
                    <a:pos x="connsiteX63" y="connsiteY63"/>
                  </a:cxn>
                  <a:cxn ang="0">
                    <a:pos x="connsiteX64" y="connsiteY64"/>
                  </a:cxn>
                  <a:cxn ang="0">
                    <a:pos x="connsiteX65" y="connsiteY65"/>
                  </a:cxn>
                </a:cxnLst>
                <a:rect l="l" t="t" r="r" b="b"/>
                <a:pathLst>
                  <a:path w="513354" h="490534">
                    <a:moveTo>
                      <a:pt x="294187" y="11568"/>
                    </a:moveTo>
                    <a:cubicBezTo>
                      <a:pt x="314220" y="11501"/>
                      <a:pt x="333881" y="17058"/>
                      <a:pt x="350918" y="27608"/>
                    </a:cubicBezTo>
                    <a:cubicBezTo>
                      <a:pt x="367961" y="38158"/>
                      <a:pt x="381706" y="53278"/>
                      <a:pt x="390587" y="71251"/>
                    </a:cubicBezTo>
                    <a:cubicBezTo>
                      <a:pt x="393019" y="76095"/>
                      <a:pt x="396503" y="80334"/>
                      <a:pt x="400783" y="83656"/>
                    </a:cubicBezTo>
                    <a:cubicBezTo>
                      <a:pt x="405063" y="86979"/>
                      <a:pt x="410030" y="89301"/>
                      <a:pt x="415324" y="90451"/>
                    </a:cubicBezTo>
                    <a:cubicBezTo>
                      <a:pt x="431982" y="94149"/>
                      <a:pt x="447549" y="101659"/>
                      <a:pt x="460819" y="112392"/>
                    </a:cubicBezTo>
                    <a:cubicBezTo>
                      <a:pt x="474083" y="123126"/>
                      <a:pt x="484683" y="136789"/>
                      <a:pt x="491780" y="152311"/>
                    </a:cubicBezTo>
                    <a:cubicBezTo>
                      <a:pt x="498884" y="167833"/>
                      <a:pt x="502291" y="184790"/>
                      <a:pt x="501746" y="201851"/>
                    </a:cubicBezTo>
                    <a:cubicBezTo>
                      <a:pt x="501194" y="218913"/>
                      <a:pt x="496696" y="235615"/>
                      <a:pt x="488611" y="250646"/>
                    </a:cubicBezTo>
                    <a:lnTo>
                      <a:pt x="485607" y="256198"/>
                    </a:lnTo>
                    <a:lnTo>
                      <a:pt x="425610" y="256198"/>
                    </a:lnTo>
                    <a:lnTo>
                      <a:pt x="425610" y="443114"/>
                    </a:lnTo>
                    <a:lnTo>
                      <a:pt x="293718" y="443114"/>
                    </a:lnTo>
                    <a:lnTo>
                      <a:pt x="262628" y="474223"/>
                    </a:lnTo>
                    <a:lnTo>
                      <a:pt x="231186" y="443114"/>
                    </a:lnTo>
                    <a:lnTo>
                      <a:pt x="99641" y="443114"/>
                    </a:lnTo>
                    <a:lnTo>
                      <a:pt x="99641" y="256198"/>
                    </a:lnTo>
                    <a:lnTo>
                      <a:pt x="12487" y="256198"/>
                    </a:lnTo>
                    <a:lnTo>
                      <a:pt x="13296" y="244631"/>
                    </a:lnTo>
                    <a:cubicBezTo>
                      <a:pt x="14759" y="225048"/>
                      <a:pt x="21188" y="206161"/>
                      <a:pt x="31962" y="189750"/>
                    </a:cubicBezTo>
                    <a:cubicBezTo>
                      <a:pt x="42743" y="173338"/>
                      <a:pt x="57521" y="159944"/>
                      <a:pt x="74904" y="150827"/>
                    </a:cubicBezTo>
                    <a:cubicBezTo>
                      <a:pt x="79640" y="148375"/>
                      <a:pt x="83759" y="144887"/>
                      <a:pt x="86961" y="140621"/>
                    </a:cubicBezTo>
                    <a:cubicBezTo>
                      <a:pt x="90163" y="136356"/>
                      <a:pt x="92364" y="131424"/>
                      <a:pt x="93397" y="126191"/>
                    </a:cubicBezTo>
                    <a:cubicBezTo>
                      <a:pt x="97260" y="106430"/>
                      <a:pt x="107873" y="88629"/>
                      <a:pt x="123422" y="75841"/>
                    </a:cubicBezTo>
                    <a:cubicBezTo>
                      <a:pt x="138963" y="63053"/>
                      <a:pt x="158470" y="56073"/>
                      <a:pt x="178593" y="56099"/>
                    </a:cubicBezTo>
                    <a:lnTo>
                      <a:pt x="186685" y="56099"/>
                    </a:lnTo>
                    <a:lnTo>
                      <a:pt x="190150" y="56099"/>
                    </a:lnTo>
                    <a:cubicBezTo>
                      <a:pt x="194777" y="56217"/>
                      <a:pt x="199378" y="55408"/>
                      <a:pt x="203683" y="53720"/>
                    </a:cubicBezTo>
                    <a:cubicBezTo>
                      <a:pt x="207996" y="52031"/>
                      <a:pt x="211923" y="49497"/>
                      <a:pt x="215234" y="46267"/>
                    </a:cubicBezTo>
                    <a:cubicBezTo>
                      <a:pt x="225314" y="35382"/>
                      <a:pt x="237526" y="26686"/>
                      <a:pt x="251110" y="20717"/>
                    </a:cubicBezTo>
                    <a:cubicBezTo>
                      <a:pt x="264688" y="14748"/>
                      <a:pt x="279351" y="11634"/>
                      <a:pt x="294187" y="11568"/>
                    </a:cubicBezTo>
                    <a:close/>
                    <a:moveTo>
                      <a:pt x="294187" y="1"/>
                    </a:moveTo>
                    <a:cubicBezTo>
                      <a:pt x="277760" y="21"/>
                      <a:pt x="261518" y="3418"/>
                      <a:pt x="246464" y="9985"/>
                    </a:cubicBezTo>
                    <a:cubicBezTo>
                      <a:pt x="231411" y="16551"/>
                      <a:pt x="217871" y="26145"/>
                      <a:pt x="206680" y="38171"/>
                    </a:cubicBezTo>
                    <a:cubicBezTo>
                      <a:pt x="204582" y="40452"/>
                      <a:pt x="202021" y="42261"/>
                      <a:pt x="199172" y="43478"/>
                    </a:cubicBezTo>
                    <a:cubicBezTo>
                      <a:pt x="196323" y="44694"/>
                      <a:pt x="193250" y="45290"/>
                      <a:pt x="190150" y="45226"/>
                    </a:cubicBezTo>
                    <a:lnTo>
                      <a:pt x="187725" y="45226"/>
                    </a:lnTo>
                    <a:cubicBezTo>
                      <a:pt x="184715" y="45226"/>
                      <a:pt x="181597" y="45226"/>
                      <a:pt x="178593" y="45226"/>
                    </a:cubicBezTo>
                    <a:cubicBezTo>
                      <a:pt x="155852" y="45112"/>
                      <a:pt x="133778" y="52923"/>
                      <a:pt x="116171" y="67317"/>
                    </a:cubicBezTo>
                    <a:cubicBezTo>
                      <a:pt x="98556" y="81711"/>
                      <a:pt x="86499" y="101790"/>
                      <a:pt x="82071" y="124109"/>
                    </a:cubicBezTo>
                    <a:cubicBezTo>
                      <a:pt x="81353" y="127668"/>
                      <a:pt x="79832" y="131017"/>
                      <a:pt x="77631" y="133903"/>
                    </a:cubicBezTo>
                    <a:cubicBezTo>
                      <a:pt x="75430" y="136788"/>
                      <a:pt x="72600" y="139135"/>
                      <a:pt x="69353" y="140765"/>
                    </a:cubicBezTo>
                    <a:cubicBezTo>
                      <a:pt x="50205" y="150768"/>
                      <a:pt x="33939" y="165514"/>
                      <a:pt x="22099" y="183595"/>
                    </a:cubicBezTo>
                    <a:cubicBezTo>
                      <a:pt x="10261" y="201676"/>
                      <a:pt x="3253" y="222491"/>
                      <a:pt x="1733" y="244053"/>
                    </a:cubicBezTo>
                    <a:lnTo>
                      <a:pt x="924" y="255619"/>
                    </a:lnTo>
                    <a:lnTo>
                      <a:pt x="0" y="267764"/>
                    </a:lnTo>
                    <a:lnTo>
                      <a:pt x="88084" y="267764"/>
                    </a:lnTo>
                    <a:lnTo>
                      <a:pt x="88084" y="454677"/>
                    </a:lnTo>
                    <a:lnTo>
                      <a:pt x="226791" y="454677"/>
                    </a:lnTo>
                    <a:lnTo>
                      <a:pt x="254537" y="482436"/>
                    </a:lnTo>
                    <a:lnTo>
                      <a:pt x="262628" y="490534"/>
                    </a:lnTo>
                    <a:lnTo>
                      <a:pt x="270835" y="482436"/>
                    </a:lnTo>
                    <a:lnTo>
                      <a:pt x="298460" y="454677"/>
                    </a:lnTo>
                    <a:lnTo>
                      <a:pt x="437173" y="454677"/>
                    </a:lnTo>
                    <a:lnTo>
                      <a:pt x="437173" y="267764"/>
                    </a:lnTo>
                    <a:lnTo>
                      <a:pt x="492538" y="267764"/>
                    </a:lnTo>
                    <a:lnTo>
                      <a:pt x="495778" y="261634"/>
                    </a:lnTo>
                    <a:lnTo>
                      <a:pt x="498781" y="256082"/>
                    </a:lnTo>
                    <a:cubicBezTo>
                      <a:pt x="507713" y="239480"/>
                      <a:pt x="512680" y="221033"/>
                      <a:pt x="513290" y="202188"/>
                    </a:cubicBezTo>
                    <a:cubicBezTo>
                      <a:pt x="513905" y="183343"/>
                      <a:pt x="510139" y="164613"/>
                      <a:pt x="502304" y="147467"/>
                    </a:cubicBezTo>
                    <a:cubicBezTo>
                      <a:pt x="494463" y="130321"/>
                      <a:pt x="482758" y="115226"/>
                      <a:pt x="468109" y="103367"/>
                    </a:cubicBezTo>
                    <a:cubicBezTo>
                      <a:pt x="453459" y="91508"/>
                      <a:pt x="436262" y="83207"/>
                      <a:pt x="417865" y="79116"/>
                    </a:cubicBezTo>
                    <a:cubicBezTo>
                      <a:pt x="414271" y="78343"/>
                      <a:pt x="410890" y="76767"/>
                      <a:pt x="407989" y="74503"/>
                    </a:cubicBezTo>
                    <a:cubicBezTo>
                      <a:pt x="405089" y="72240"/>
                      <a:pt x="402734" y="69348"/>
                      <a:pt x="401104" y="66045"/>
                    </a:cubicBezTo>
                    <a:cubicBezTo>
                      <a:pt x="391241" y="46130"/>
                      <a:pt x="375995" y="29383"/>
                      <a:pt x="357091" y="17707"/>
                    </a:cubicBezTo>
                    <a:cubicBezTo>
                      <a:pt x="338193" y="6032"/>
                      <a:pt x="316395" y="-102"/>
                      <a:pt x="294187" y="1"/>
                    </a:cubicBezTo>
                    <a:close/>
                  </a:path>
                </a:pathLst>
              </a:custGeom>
              <a:solidFill>
                <a:srgbClr val="FFFFFF"/>
              </a:solidFill>
              <a:ln w="6417" cap="flat">
                <a:noFill/>
                <a:prstDash val="solid"/>
                <a:miter/>
              </a:ln>
            </p:spPr>
            <p:txBody>
              <a:bodyPr rtlCol="0" anchor="ctr"/>
              <a:lstStyle/>
              <a:p>
                <a:endParaRPr lang="en-US"/>
              </a:p>
            </p:txBody>
          </p:sp>
          <p:sp>
            <p:nvSpPr>
              <p:cNvPr id="158" name="Freeform: Shape 157">
                <a:extLst>
                  <a:ext uri="{FF2B5EF4-FFF2-40B4-BE49-F238E27FC236}">
                    <a16:creationId xmlns:a16="http://schemas.microsoft.com/office/drawing/2014/main" id="{6A6F6865-CDA4-65C5-A032-6A03560DF481}"/>
                  </a:ext>
                </a:extLst>
              </p:cNvPr>
              <p:cNvSpPr/>
              <p:nvPr/>
            </p:nvSpPr>
            <p:spPr>
              <a:xfrm>
                <a:off x="4863619" y="2785035"/>
                <a:ext cx="489308" cy="244751"/>
              </a:xfrm>
              <a:custGeom>
                <a:avLst/>
                <a:gdLst>
                  <a:gd name="connsiteX0" fmla="*/ 438328 w 489308"/>
                  <a:gd name="connsiteY0" fmla="*/ 93232 h 244751"/>
                  <a:gd name="connsiteX1" fmla="*/ 403645 w 489308"/>
                  <a:gd name="connsiteY1" fmla="*/ 78889 h 244751"/>
                  <a:gd name="connsiteX2" fmla="*/ 389104 w 489308"/>
                  <a:gd name="connsiteY2" fmla="*/ 72095 h 244751"/>
                  <a:gd name="connsiteX3" fmla="*/ 378908 w 489308"/>
                  <a:gd name="connsiteY3" fmla="*/ 59689 h 244751"/>
                  <a:gd name="connsiteX4" fmla="*/ 338899 w 489308"/>
                  <a:gd name="connsiteY4" fmla="*/ 15831 h 244751"/>
                  <a:gd name="connsiteX5" fmla="*/ 281700 w 489308"/>
                  <a:gd name="connsiteY5" fmla="*/ 6 h 244751"/>
                  <a:gd name="connsiteX6" fmla="*/ 238623 w 489308"/>
                  <a:gd name="connsiteY6" fmla="*/ 9155 h 244751"/>
                  <a:gd name="connsiteX7" fmla="*/ 202747 w 489308"/>
                  <a:gd name="connsiteY7" fmla="*/ 34705 h 244751"/>
                  <a:gd name="connsiteX8" fmla="*/ 189701 w 489308"/>
                  <a:gd name="connsiteY8" fmla="*/ 43332 h 244751"/>
                  <a:gd name="connsiteX9" fmla="*/ 174198 w 489308"/>
                  <a:gd name="connsiteY9" fmla="*/ 45346 h 244751"/>
                  <a:gd name="connsiteX10" fmla="*/ 114233 w 489308"/>
                  <a:gd name="connsiteY10" fmla="*/ 62117 h 244751"/>
                  <a:gd name="connsiteX11" fmla="*/ 80910 w 489308"/>
                  <a:gd name="connsiteY11" fmla="*/ 114745 h 244751"/>
                  <a:gd name="connsiteX12" fmla="*/ 74474 w 489308"/>
                  <a:gd name="connsiteY12" fmla="*/ 129175 h 244751"/>
                  <a:gd name="connsiteX13" fmla="*/ 62417 w 489308"/>
                  <a:gd name="connsiteY13" fmla="*/ 139381 h 244751"/>
                  <a:gd name="connsiteX14" fmla="*/ 19475 w 489308"/>
                  <a:gd name="connsiteY14" fmla="*/ 178304 h 244751"/>
                  <a:gd name="connsiteX15" fmla="*/ 809 w 489308"/>
                  <a:gd name="connsiteY15" fmla="*/ 233185 h 244751"/>
                  <a:gd name="connsiteX16" fmla="*/ 0 w 489308"/>
                  <a:gd name="connsiteY16" fmla="*/ 244752 h 244751"/>
                  <a:gd name="connsiteX17" fmla="*/ 72472 w 489308"/>
                  <a:gd name="connsiteY17" fmla="*/ 244752 h 244751"/>
                  <a:gd name="connsiteX18" fmla="*/ 72472 w 489308"/>
                  <a:gd name="connsiteY18" fmla="*/ 223585 h 244751"/>
                  <a:gd name="connsiteX19" fmla="*/ 23229 w 489308"/>
                  <a:gd name="connsiteY19" fmla="*/ 223585 h 244751"/>
                  <a:gd name="connsiteX20" fmla="*/ 40240 w 489308"/>
                  <a:gd name="connsiteY20" fmla="*/ 185289 h 244751"/>
                  <a:gd name="connsiteX21" fmla="*/ 72125 w 489308"/>
                  <a:gd name="connsiteY21" fmla="*/ 158119 h 244751"/>
                  <a:gd name="connsiteX22" fmla="*/ 91305 w 489308"/>
                  <a:gd name="connsiteY22" fmla="*/ 141856 h 244751"/>
                  <a:gd name="connsiteX23" fmla="*/ 101605 w 489308"/>
                  <a:gd name="connsiteY23" fmla="*/ 118909 h 244751"/>
                  <a:gd name="connsiteX24" fmla="*/ 126835 w 489308"/>
                  <a:gd name="connsiteY24" fmla="*/ 78796 h 244751"/>
                  <a:gd name="connsiteX25" fmla="*/ 172459 w 489308"/>
                  <a:gd name="connsiteY25" fmla="*/ 66050 h 244751"/>
                  <a:gd name="connsiteX26" fmla="*/ 197613 w 489308"/>
                  <a:gd name="connsiteY26" fmla="*/ 62898 h 244751"/>
                  <a:gd name="connsiteX27" fmla="*/ 218699 w 489308"/>
                  <a:gd name="connsiteY27" fmla="*/ 48817 h 244751"/>
                  <a:gd name="connsiteX28" fmla="*/ 253298 w 489308"/>
                  <a:gd name="connsiteY28" fmla="*/ 26391 h 244751"/>
                  <a:gd name="connsiteX29" fmla="*/ 294334 w 489308"/>
                  <a:gd name="connsiteY29" fmla="*/ 22490 h 244751"/>
                  <a:gd name="connsiteX30" fmla="*/ 332534 w 489308"/>
                  <a:gd name="connsiteY30" fmla="*/ 37997 h 244751"/>
                  <a:gd name="connsiteX31" fmla="*/ 359260 w 489308"/>
                  <a:gd name="connsiteY31" fmla="*/ 69405 h 244751"/>
                  <a:gd name="connsiteX32" fmla="*/ 375430 w 489308"/>
                  <a:gd name="connsiteY32" fmla="*/ 88818 h 244751"/>
                  <a:gd name="connsiteX33" fmla="*/ 398332 w 489308"/>
                  <a:gd name="connsiteY33" fmla="*/ 99478 h 244751"/>
                  <a:gd name="connsiteX34" fmla="*/ 433978 w 489308"/>
                  <a:gd name="connsiteY34" fmla="*/ 116237 h 244751"/>
                  <a:gd name="connsiteX35" fmla="*/ 458946 w 489308"/>
                  <a:gd name="connsiteY35" fmla="*/ 146719 h 244751"/>
                  <a:gd name="connsiteX36" fmla="*/ 468365 w 489308"/>
                  <a:gd name="connsiteY36" fmla="*/ 184987 h 244751"/>
                  <a:gd name="connsiteX37" fmla="*/ 460402 w 489308"/>
                  <a:gd name="connsiteY37" fmla="*/ 223585 h 244751"/>
                  <a:gd name="connsiteX38" fmla="*/ 428267 w 489308"/>
                  <a:gd name="connsiteY38" fmla="*/ 223585 h 244751"/>
                  <a:gd name="connsiteX39" fmla="*/ 428267 w 489308"/>
                  <a:gd name="connsiteY39" fmla="*/ 244636 h 244751"/>
                  <a:gd name="connsiteX40" fmla="*/ 473005 w 489308"/>
                  <a:gd name="connsiteY40" fmla="*/ 244636 h 244751"/>
                  <a:gd name="connsiteX41" fmla="*/ 476008 w 489308"/>
                  <a:gd name="connsiteY41" fmla="*/ 239084 h 244751"/>
                  <a:gd name="connsiteX42" fmla="*/ 485787 w 489308"/>
                  <a:gd name="connsiteY42" fmla="*/ 158754 h 244751"/>
                  <a:gd name="connsiteX43" fmla="*/ 438328 w 489308"/>
                  <a:gd name="connsiteY43" fmla="*/ 93232 h 244751"/>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 ang="0">
                    <a:pos x="connsiteX39" y="connsiteY39"/>
                  </a:cxn>
                  <a:cxn ang="0">
                    <a:pos x="connsiteX40" y="connsiteY40"/>
                  </a:cxn>
                  <a:cxn ang="0">
                    <a:pos x="connsiteX41" y="connsiteY41"/>
                  </a:cxn>
                  <a:cxn ang="0">
                    <a:pos x="connsiteX42" y="connsiteY42"/>
                  </a:cxn>
                  <a:cxn ang="0">
                    <a:pos x="connsiteX43" y="connsiteY43"/>
                  </a:cxn>
                </a:cxnLst>
                <a:rect l="l" t="t" r="r" b="b"/>
                <a:pathLst>
                  <a:path w="489308" h="244751">
                    <a:moveTo>
                      <a:pt x="438328" y="93232"/>
                    </a:moveTo>
                    <a:cubicBezTo>
                      <a:pt x="427676" y="86496"/>
                      <a:pt x="415946" y="81644"/>
                      <a:pt x="403645" y="78889"/>
                    </a:cubicBezTo>
                    <a:cubicBezTo>
                      <a:pt x="398351" y="77739"/>
                      <a:pt x="393384" y="75418"/>
                      <a:pt x="389104" y="72095"/>
                    </a:cubicBezTo>
                    <a:cubicBezTo>
                      <a:pt x="384825" y="68772"/>
                      <a:pt x="381340" y="64533"/>
                      <a:pt x="378908" y="59689"/>
                    </a:cubicBezTo>
                    <a:cubicBezTo>
                      <a:pt x="369963" y="41592"/>
                      <a:pt x="356096" y="26389"/>
                      <a:pt x="338899" y="15831"/>
                    </a:cubicBezTo>
                    <a:cubicBezTo>
                      <a:pt x="321702" y="5273"/>
                      <a:pt x="301874" y="-213"/>
                      <a:pt x="281700" y="6"/>
                    </a:cubicBezTo>
                    <a:cubicBezTo>
                      <a:pt x="266864" y="72"/>
                      <a:pt x="252201" y="3187"/>
                      <a:pt x="238623" y="9155"/>
                    </a:cubicBezTo>
                    <a:cubicBezTo>
                      <a:pt x="225039" y="15124"/>
                      <a:pt x="212834" y="23821"/>
                      <a:pt x="202747" y="34705"/>
                    </a:cubicBezTo>
                    <a:cubicBezTo>
                      <a:pt x="199115" y="38538"/>
                      <a:pt x="194649" y="41487"/>
                      <a:pt x="189701" y="43332"/>
                    </a:cubicBezTo>
                    <a:cubicBezTo>
                      <a:pt x="184754" y="45176"/>
                      <a:pt x="179447" y="45865"/>
                      <a:pt x="174198" y="45346"/>
                    </a:cubicBezTo>
                    <a:cubicBezTo>
                      <a:pt x="152824" y="43326"/>
                      <a:pt x="131462" y="49301"/>
                      <a:pt x="114233" y="62117"/>
                    </a:cubicBezTo>
                    <a:cubicBezTo>
                      <a:pt x="97003" y="74934"/>
                      <a:pt x="85132" y="93683"/>
                      <a:pt x="80910" y="114745"/>
                    </a:cubicBezTo>
                    <a:cubicBezTo>
                      <a:pt x="79877" y="119978"/>
                      <a:pt x="77676" y="124910"/>
                      <a:pt x="74474" y="129175"/>
                    </a:cubicBezTo>
                    <a:cubicBezTo>
                      <a:pt x="71272" y="133441"/>
                      <a:pt x="67152" y="136929"/>
                      <a:pt x="62417" y="139381"/>
                    </a:cubicBezTo>
                    <a:cubicBezTo>
                      <a:pt x="45033" y="148498"/>
                      <a:pt x="30256" y="161892"/>
                      <a:pt x="19475" y="178304"/>
                    </a:cubicBezTo>
                    <a:cubicBezTo>
                      <a:pt x="8701" y="194715"/>
                      <a:pt x="2272" y="213602"/>
                      <a:pt x="809" y="233185"/>
                    </a:cubicBezTo>
                    <a:lnTo>
                      <a:pt x="0" y="244752"/>
                    </a:lnTo>
                    <a:lnTo>
                      <a:pt x="72472" y="244752"/>
                    </a:lnTo>
                    <a:lnTo>
                      <a:pt x="72472" y="223585"/>
                    </a:lnTo>
                    <a:lnTo>
                      <a:pt x="23229" y="223585"/>
                    </a:lnTo>
                    <a:cubicBezTo>
                      <a:pt x="25963" y="209707"/>
                      <a:pt x="31776" y="196620"/>
                      <a:pt x="40240" y="185289"/>
                    </a:cubicBezTo>
                    <a:cubicBezTo>
                      <a:pt x="48704" y="173959"/>
                      <a:pt x="59600" y="164674"/>
                      <a:pt x="72125" y="158119"/>
                    </a:cubicBezTo>
                    <a:cubicBezTo>
                      <a:pt x="79652" y="154198"/>
                      <a:pt x="86204" y="148641"/>
                      <a:pt x="91305" y="141856"/>
                    </a:cubicBezTo>
                    <a:cubicBezTo>
                      <a:pt x="96407" y="135072"/>
                      <a:pt x="99923" y="127231"/>
                      <a:pt x="101605" y="118909"/>
                    </a:cubicBezTo>
                    <a:cubicBezTo>
                      <a:pt x="104742" y="102866"/>
                      <a:pt x="113739" y="88567"/>
                      <a:pt x="126835" y="78796"/>
                    </a:cubicBezTo>
                    <a:cubicBezTo>
                      <a:pt x="139939" y="69025"/>
                      <a:pt x="156199" y="64481"/>
                      <a:pt x="172459" y="66050"/>
                    </a:cubicBezTo>
                    <a:cubicBezTo>
                      <a:pt x="180974" y="66969"/>
                      <a:pt x="189586" y="65889"/>
                      <a:pt x="197613" y="62898"/>
                    </a:cubicBezTo>
                    <a:cubicBezTo>
                      <a:pt x="205641" y="59906"/>
                      <a:pt x="212859" y="55085"/>
                      <a:pt x="218699" y="48817"/>
                    </a:cubicBezTo>
                    <a:cubicBezTo>
                      <a:pt x="228260" y="38667"/>
                      <a:pt x="240131" y="30974"/>
                      <a:pt x="253298" y="26391"/>
                    </a:cubicBezTo>
                    <a:cubicBezTo>
                      <a:pt x="266466" y="21808"/>
                      <a:pt x="280545" y="20470"/>
                      <a:pt x="294334" y="22490"/>
                    </a:cubicBezTo>
                    <a:cubicBezTo>
                      <a:pt x="308131" y="24511"/>
                      <a:pt x="321234" y="29830"/>
                      <a:pt x="332534" y="37997"/>
                    </a:cubicBezTo>
                    <a:cubicBezTo>
                      <a:pt x="343840" y="46164"/>
                      <a:pt x="353003" y="56938"/>
                      <a:pt x="359260" y="69405"/>
                    </a:cubicBezTo>
                    <a:cubicBezTo>
                      <a:pt x="363155" y="76990"/>
                      <a:pt x="368674" y="83619"/>
                      <a:pt x="375430" y="88818"/>
                    </a:cubicBezTo>
                    <a:cubicBezTo>
                      <a:pt x="382187" y="94017"/>
                      <a:pt x="390003" y="97657"/>
                      <a:pt x="398332" y="99478"/>
                    </a:cubicBezTo>
                    <a:cubicBezTo>
                      <a:pt x="411313" y="102338"/>
                      <a:pt x="423492" y="108063"/>
                      <a:pt x="433978" y="116237"/>
                    </a:cubicBezTo>
                    <a:cubicBezTo>
                      <a:pt x="444463" y="124410"/>
                      <a:pt x="452997" y="134825"/>
                      <a:pt x="458946" y="146719"/>
                    </a:cubicBezTo>
                    <a:cubicBezTo>
                      <a:pt x="464894" y="158614"/>
                      <a:pt x="468115" y="171688"/>
                      <a:pt x="468365" y="184987"/>
                    </a:cubicBezTo>
                    <a:cubicBezTo>
                      <a:pt x="468616" y="198286"/>
                      <a:pt x="465895" y="211473"/>
                      <a:pt x="460402" y="223585"/>
                    </a:cubicBezTo>
                    <a:lnTo>
                      <a:pt x="428267" y="223585"/>
                    </a:lnTo>
                    <a:lnTo>
                      <a:pt x="428267" y="244636"/>
                    </a:lnTo>
                    <a:lnTo>
                      <a:pt x="473005" y="244636"/>
                    </a:lnTo>
                    <a:lnTo>
                      <a:pt x="476008" y="239084"/>
                    </a:lnTo>
                    <a:cubicBezTo>
                      <a:pt x="489284" y="214502"/>
                      <a:pt x="492775" y="185806"/>
                      <a:pt x="485787" y="158754"/>
                    </a:cubicBezTo>
                    <a:cubicBezTo>
                      <a:pt x="478799" y="131702"/>
                      <a:pt x="461846" y="108295"/>
                      <a:pt x="438328" y="93232"/>
                    </a:cubicBezTo>
                    <a:close/>
                  </a:path>
                </a:pathLst>
              </a:custGeom>
              <a:solidFill>
                <a:srgbClr val="2D5967"/>
              </a:solidFill>
              <a:ln w="6417" cap="flat">
                <a:noFill/>
                <a:prstDash val="solid"/>
                <a:miter/>
              </a:ln>
            </p:spPr>
            <p:txBody>
              <a:bodyPr rtlCol="0" anchor="ctr"/>
              <a:lstStyle/>
              <a:p>
                <a:endParaRPr lang="en-US"/>
              </a:p>
            </p:txBody>
          </p:sp>
          <p:sp>
            <p:nvSpPr>
              <p:cNvPr id="159" name="Freeform: Shape 158">
                <a:extLst>
                  <a:ext uri="{FF2B5EF4-FFF2-40B4-BE49-F238E27FC236}">
                    <a16:creationId xmlns:a16="http://schemas.microsoft.com/office/drawing/2014/main" id="{B8386412-360A-B18C-C8BD-8499DB5BE930}"/>
                  </a:ext>
                </a:extLst>
              </p:cNvPr>
              <p:cNvSpPr/>
              <p:nvPr/>
            </p:nvSpPr>
            <p:spPr>
              <a:xfrm>
                <a:off x="4950773" y="2956457"/>
                <a:ext cx="325969" cy="260127"/>
              </a:xfrm>
              <a:custGeom>
                <a:avLst/>
                <a:gdLst>
                  <a:gd name="connsiteX0" fmla="*/ 307129 w 325969"/>
                  <a:gd name="connsiteY0" fmla="*/ 30073 h 260127"/>
                  <a:gd name="connsiteX1" fmla="*/ 133740 w 325969"/>
                  <a:gd name="connsiteY1" fmla="*/ 30073 h 260127"/>
                  <a:gd name="connsiteX2" fmla="*/ 116517 w 325969"/>
                  <a:gd name="connsiteY2" fmla="*/ 7634 h 260127"/>
                  <a:gd name="connsiteX3" fmla="*/ 109837 w 325969"/>
                  <a:gd name="connsiteY3" fmla="*/ 2053 h 260127"/>
                  <a:gd name="connsiteX4" fmla="*/ 101373 w 325969"/>
                  <a:gd name="connsiteY4" fmla="*/ 0 h 260127"/>
                  <a:gd name="connsiteX5" fmla="*/ 18840 w 325969"/>
                  <a:gd name="connsiteY5" fmla="*/ 0 h 260127"/>
                  <a:gd name="connsiteX6" fmla="*/ 5518 w 325969"/>
                  <a:gd name="connsiteY6" fmla="*/ 5522 h 260127"/>
                  <a:gd name="connsiteX7" fmla="*/ 0 w 325969"/>
                  <a:gd name="connsiteY7" fmla="*/ 18853 h 260127"/>
                  <a:gd name="connsiteX8" fmla="*/ 0 w 325969"/>
                  <a:gd name="connsiteY8" fmla="*/ 260127 h 260127"/>
                  <a:gd name="connsiteX9" fmla="*/ 107732 w 325969"/>
                  <a:gd name="connsiteY9" fmla="*/ 260127 h 260127"/>
                  <a:gd name="connsiteX10" fmla="*/ 86692 w 325969"/>
                  <a:gd name="connsiteY10" fmla="*/ 239196 h 260127"/>
                  <a:gd name="connsiteX11" fmla="*/ 21035 w 325969"/>
                  <a:gd name="connsiteY11" fmla="*/ 239196 h 260127"/>
                  <a:gd name="connsiteX12" fmla="*/ 21035 w 325969"/>
                  <a:gd name="connsiteY12" fmla="*/ 80965 h 260127"/>
                  <a:gd name="connsiteX13" fmla="*/ 101951 w 325969"/>
                  <a:gd name="connsiteY13" fmla="*/ 80965 h 260127"/>
                  <a:gd name="connsiteX14" fmla="*/ 110344 w 325969"/>
                  <a:gd name="connsiteY14" fmla="*/ 78962 h 260127"/>
                  <a:gd name="connsiteX15" fmla="*/ 116979 w 325969"/>
                  <a:gd name="connsiteY15" fmla="*/ 73447 h 260127"/>
                  <a:gd name="connsiteX16" fmla="*/ 133855 w 325969"/>
                  <a:gd name="connsiteY16" fmla="*/ 51124 h 260127"/>
                  <a:gd name="connsiteX17" fmla="*/ 304935 w 325969"/>
                  <a:gd name="connsiteY17" fmla="*/ 51124 h 260127"/>
                  <a:gd name="connsiteX18" fmla="*/ 304935 w 325969"/>
                  <a:gd name="connsiteY18" fmla="*/ 239196 h 260127"/>
                  <a:gd name="connsiteX19" fmla="*/ 239278 w 325969"/>
                  <a:gd name="connsiteY19" fmla="*/ 239196 h 260127"/>
                  <a:gd name="connsiteX20" fmla="*/ 218237 w 325969"/>
                  <a:gd name="connsiteY20" fmla="*/ 260127 h 260127"/>
                  <a:gd name="connsiteX21" fmla="*/ 325969 w 325969"/>
                  <a:gd name="connsiteY21" fmla="*/ 260127 h 260127"/>
                  <a:gd name="connsiteX22" fmla="*/ 325969 w 325969"/>
                  <a:gd name="connsiteY22" fmla="*/ 48348 h 260127"/>
                  <a:gd name="connsiteX23" fmla="*/ 320252 w 325969"/>
                  <a:gd name="connsiteY23" fmla="*/ 35389 h 260127"/>
                  <a:gd name="connsiteX24" fmla="*/ 307129 w 325969"/>
                  <a:gd name="connsiteY24" fmla="*/ 30073 h 260127"/>
                  <a:gd name="connsiteX25" fmla="*/ 100334 w 325969"/>
                  <a:gd name="connsiteY25" fmla="*/ 59914 h 260127"/>
                  <a:gd name="connsiteX26" fmla="*/ 21035 w 325969"/>
                  <a:gd name="connsiteY26" fmla="*/ 59914 h 260127"/>
                  <a:gd name="connsiteX27" fmla="*/ 21035 w 325969"/>
                  <a:gd name="connsiteY27" fmla="*/ 21051 h 260127"/>
                  <a:gd name="connsiteX28" fmla="*/ 100334 w 325969"/>
                  <a:gd name="connsiteY28" fmla="*/ 21051 h 260127"/>
                  <a:gd name="connsiteX29" fmla="*/ 114784 w 325969"/>
                  <a:gd name="connsiteY29" fmla="*/ 40598 h 260127"/>
                  <a:gd name="connsiteX30" fmla="*/ 100334 w 325969"/>
                  <a:gd name="connsiteY30" fmla="*/ 59914 h 260127"/>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Lst>
                <a:rect l="l" t="t" r="r" b="b"/>
                <a:pathLst>
                  <a:path w="325969" h="260127">
                    <a:moveTo>
                      <a:pt x="307129" y="30073"/>
                    </a:moveTo>
                    <a:lnTo>
                      <a:pt x="133740" y="30073"/>
                    </a:lnTo>
                    <a:lnTo>
                      <a:pt x="116517" y="7634"/>
                    </a:lnTo>
                    <a:cubicBezTo>
                      <a:pt x="114746" y="5286"/>
                      <a:pt x="112462" y="3377"/>
                      <a:pt x="109837" y="2053"/>
                    </a:cubicBezTo>
                    <a:cubicBezTo>
                      <a:pt x="107206" y="729"/>
                      <a:pt x="104312" y="27"/>
                      <a:pt x="101373" y="0"/>
                    </a:cubicBezTo>
                    <a:lnTo>
                      <a:pt x="18840" y="0"/>
                    </a:lnTo>
                    <a:cubicBezTo>
                      <a:pt x="13841" y="0"/>
                      <a:pt x="9054" y="1987"/>
                      <a:pt x="5518" y="5522"/>
                    </a:cubicBezTo>
                    <a:cubicBezTo>
                      <a:pt x="1983" y="9058"/>
                      <a:pt x="0" y="13853"/>
                      <a:pt x="0" y="18853"/>
                    </a:cubicBezTo>
                    <a:lnTo>
                      <a:pt x="0" y="260127"/>
                    </a:lnTo>
                    <a:lnTo>
                      <a:pt x="107732" y="260127"/>
                    </a:lnTo>
                    <a:lnTo>
                      <a:pt x="86692" y="239196"/>
                    </a:lnTo>
                    <a:lnTo>
                      <a:pt x="21035" y="239196"/>
                    </a:lnTo>
                    <a:lnTo>
                      <a:pt x="21035" y="80965"/>
                    </a:lnTo>
                    <a:lnTo>
                      <a:pt x="101951" y="80965"/>
                    </a:lnTo>
                    <a:cubicBezTo>
                      <a:pt x="104864" y="80952"/>
                      <a:pt x="107739" y="80266"/>
                      <a:pt x="110344" y="78962"/>
                    </a:cubicBezTo>
                    <a:cubicBezTo>
                      <a:pt x="112949" y="77659"/>
                      <a:pt x="115221" y="75771"/>
                      <a:pt x="116979" y="73447"/>
                    </a:cubicBezTo>
                    <a:lnTo>
                      <a:pt x="133855" y="51124"/>
                    </a:lnTo>
                    <a:lnTo>
                      <a:pt x="304935" y="51124"/>
                    </a:lnTo>
                    <a:lnTo>
                      <a:pt x="304935" y="239196"/>
                    </a:lnTo>
                    <a:lnTo>
                      <a:pt x="239278" y="239196"/>
                    </a:lnTo>
                    <a:lnTo>
                      <a:pt x="218237" y="260127"/>
                    </a:lnTo>
                    <a:lnTo>
                      <a:pt x="325969" y="260127"/>
                    </a:lnTo>
                    <a:lnTo>
                      <a:pt x="325969" y="48348"/>
                    </a:lnTo>
                    <a:cubicBezTo>
                      <a:pt x="325822" y="43448"/>
                      <a:pt x="323768" y="38801"/>
                      <a:pt x="320252" y="35389"/>
                    </a:cubicBezTo>
                    <a:cubicBezTo>
                      <a:pt x="316735" y="31977"/>
                      <a:pt x="312025" y="30071"/>
                      <a:pt x="307129" y="30073"/>
                    </a:cubicBezTo>
                    <a:close/>
                    <a:moveTo>
                      <a:pt x="100334" y="59914"/>
                    </a:moveTo>
                    <a:lnTo>
                      <a:pt x="21035" y="59914"/>
                    </a:lnTo>
                    <a:lnTo>
                      <a:pt x="21035" y="21051"/>
                    </a:lnTo>
                    <a:lnTo>
                      <a:pt x="100334" y="21051"/>
                    </a:lnTo>
                    <a:lnTo>
                      <a:pt x="114784" y="40598"/>
                    </a:lnTo>
                    <a:lnTo>
                      <a:pt x="100334" y="59914"/>
                    </a:lnTo>
                    <a:close/>
                  </a:path>
                </a:pathLst>
              </a:custGeom>
              <a:solidFill>
                <a:srgbClr val="2D5967"/>
              </a:solidFill>
              <a:ln w="6417" cap="flat">
                <a:noFill/>
                <a:prstDash val="solid"/>
                <a:miter/>
              </a:ln>
            </p:spPr>
            <p:txBody>
              <a:bodyPr rtlCol="0" anchor="ctr"/>
              <a:lstStyle/>
              <a:p>
                <a:endParaRPr lang="en-US"/>
              </a:p>
            </p:txBody>
          </p:sp>
          <p:sp>
            <p:nvSpPr>
              <p:cNvPr id="160" name="Freeform: Shape 159">
                <a:extLst>
                  <a:ext uri="{FF2B5EF4-FFF2-40B4-BE49-F238E27FC236}">
                    <a16:creationId xmlns:a16="http://schemas.microsoft.com/office/drawing/2014/main" id="{595FF914-D6F0-D6D1-9084-F27BC8F1CCB1}"/>
                  </a:ext>
                </a:extLst>
              </p:cNvPr>
              <p:cNvSpPr/>
              <p:nvPr/>
            </p:nvSpPr>
            <p:spPr>
              <a:xfrm>
                <a:off x="5012266" y="3044480"/>
                <a:ext cx="203099" cy="203219"/>
              </a:xfrm>
              <a:custGeom>
                <a:avLst/>
                <a:gdLst>
                  <a:gd name="connsiteX0" fmla="*/ 128311 w 203099"/>
                  <a:gd name="connsiteY0" fmla="*/ 146777 h 203219"/>
                  <a:gd name="connsiteX1" fmla="*/ 112012 w 203099"/>
                  <a:gd name="connsiteY1" fmla="*/ 162973 h 203219"/>
                  <a:gd name="connsiteX2" fmla="*/ 112012 w 203099"/>
                  <a:gd name="connsiteY2" fmla="*/ 142497 h 203219"/>
                  <a:gd name="connsiteX3" fmla="*/ 112012 w 203099"/>
                  <a:gd name="connsiteY3" fmla="*/ 112081 h 203219"/>
                  <a:gd name="connsiteX4" fmla="*/ 142409 w 203099"/>
                  <a:gd name="connsiteY4" fmla="*/ 112081 h 203219"/>
                  <a:gd name="connsiteX5" fmla="*/ 162872 w 203099"/>
                  <a:gd name="connsiteY5" fmla="*/ 112081 h 203219"/>
                  <a:gd name="connsiteX6" fmla="*/ 146573 w 203099"/>
                  <a:gd name="connsiteY6" fmla="*/ 128386 h 203219"/>
                  <a:gd name="connsiteX7" fmla="*/ 161486 w 203099"/>
                  <a:gd name="connsiteY7" fmla="*/ 143190 h 203219"/>
                  <a:gd name="connsiteX8" fmla="*/ 203099 w 203099"/>
                  <a:gd name="connsiteY8" fmla="*/ 101667 h 203219"/>
                  <a:gd name="connsiteX9" fmla="*/ 161486 w 203099"/>
                  <a:gd name="connsiteY9" fmla="*/ 59912 h 203219"/>
                  <a:gd name="connsiteX10" fmla="*/ 146573 w 203099"/>
                  <a:gd name="connsiteY10" fmla="*/ 74838 h 203219"/>
                  <a:gd name="connsiteX11" fmla="*/ 162872 w 203099"/>
                  <a:gd name="connsiteY11" fmla="*/ 91027 h 203219"/>
                  <a:gd name="connsiteX12" fmla="*/ 141369 w 203099"/>
                  <a:gd name="connsiteY12" fmla="*/ 91027 h 203219"/>
                  <a:gd name="connsiteX13" fmla="*/ 112012 w 203099"/>
                  <a:gd name="connsiteY13" fmla="*/ 91027 h 203219"/>
                  <a:gd name="connsiteX14" fmla="*/ 112012 w 203099"/>
                  <a:gd name="connsiteY14" fmla="*/ 61767 h 203219"/>
                  <a:gd name="connsiteX15" fmla="*/ 112012 w 203099"/>
                  <a:gd name="connsiteY15" fmla="*/ 40251 h 203219"/>
                  <a:gd name="connsiteX16" fmla="*/ 128311 w 203099"/>
                  <a:gd name="connsiteY16" fmla="*/ 56563 h 203219"/>
                  <a:gd name="connsiteX17" fmla="*/ 143102 w 203099"/>
                  <a:gd name="connsiteY17" fmla="*/ 41637 h 203219"/>
                  <a:gd name="connsiteX18" fmla="*/ 101489 w 203099"/>
                  <a:gd name="connsiteY18" fmla="*/ 0 h 203219"/>
                  <a:gd name="connsiteX19" fmla="*/ 59876 w 203099"/>
                  <a:gd name="connsiteY19" fmla="*/ 41637 h 203219"/>
                  <a:gd name="connsiteX20" fmla="*/ 74788 w 203099"/>
                  <a:gd name="connsiteY20" fmla="*/ 56563 h 203219"/>
                  <a:gd name="connsiteX21" fmla="*/ 90972 w 203099"/>
                  <a:gd name="connsiteY21" fmla="*/ 40251 h 203219"/>
                  <a:gd name="connsiteX22" fmla="*/ 90972 w 203099"/>
                  <a:gd name="connsiteY22" fmla="*/ 61767 h 203219"/>
                  <a:gd name="connsiteX23" fmla="*/ 90972 w 203099"/>
                  <a:gd name="connsiteY23" fmla="*/ 91027 h 203219"/>
                  <a:gd name="connsiteX24" fmla="*/ 61730 w 203099"/>
                  <a:gd name="connsiteY24" fmla="*/ 91027 h 203219"/>
                  <a:gd name="connsiteX25" fmla="*/ 40227 w 203099"/>
                  <a:gd name="connsiteY25" fmla="*/ 91027 h 203219"/>
                  <a:gd name="connsiteX26" fmla="*/ 56410 w 203099"/>
                  <a:gd name="connsiteY26" fmla="*/ 74838 h 203219"/>
                  <a:gd name="connsiteX27" fmla="*/ 41613 w 203099"/>
                  <a:gd name="connsiteY27" fmla="*/ 59912 h 203219"/>
                  <a:gd name="connsiteX28" fmla="*/ 0 w 203099"/>
                  <a:gd name="connsiteY28" fmla="*/ 101667 h 203219"/>
                  <a:gd name="connsiteX29" fmla="*/ 41613 w 203099"/>
                  <a:gd name="connsiteY29" fmla="*/ 143190 h 203219"/>
                  <a:gd name="connsiteX30" fmla="*/ 56410 w 203099"/>
                  <a:gd name="connsiteY30" fmla="*/ 128386 h 203219"/>
                  <a:gd name="connsiteX31" fmla="*/ 40227 w 203099"/>
                  <a:gd name="connsiteY31" fmla="*/ 112081 h 203219"/>
                  <a:gd name="connsiteX32" fmla="*/ 60575 w 203099"/>
                  <a:gd name="connsiteY32" fmla="*/ 112081 h 203219"/>
                  <a:gd name="connsiteX33" fmla="*/ 90972 w 203099"/>
                  <a:gd name="connsiteY33" fmla="*/ 112081 h 203219"/>
                  <a:gd name="connsiteX34" fmla="*/ 90972 w 203099"/>
                  <a:gd name="connsiteY34" fmla="*/ 142497 h 203219"/>
                  <a:gd name="connsiteX35" fmla="*/ 90972 w 203099"/>
                  <a:gd name="connsiteY35" fmla="*/ 162973 h 203219"/>
                  <a:gd name="connsiteX36" fmla="*/ 74788 w 203099"/>
                  <a:gd name="connsiteY36" fmla="*/ 146777 h 203219"/>
                  <a:gd name="connsiteX37" fmla="*/ 59876 w 203099"/>
                  <a:gd name="connsiteY37" fmla="*/ 161581 h 203219"/>
                  <a:gd name="connsiteX38" fmla="*/ 101489 w 203099"/>
                  <a:gd name="connsiteY38" fmla="*/ 203219 h 203219"/>
                  <a:gd name="connsiteX39" fmla="*/ 143102 w 203099"/>
                  <a:gd name="connsiteY39" fmla="*/ 161581 h 203219"/>
                  <a:gd name="connsiteX40" fmla="*/ 128311 w 203099"/>
                  <a:gd name="connsiteY40" fmla="*/ 146777 h 203219"/>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 ang="0">
                    <a:pos x="connsiteX39" y="connsiteY39"/>
                  </a:cxn>
                  <a:cxn ang="0">
                    <a:pos x="connsiteX40" y="connsiteY40"/>
                  </a:cxn>
                </a:cxnLst>
                <a:rect l="l" t="t" r="r" b="b"/>
                <a:pathLst>
                  <a:path w="203099" h="203219">
                    <a:moveTo>
                      <a:pt x="128311" y="146777"/>
                    </a:moveTo>
                    <a:lnTo>
                      <a:pt x="112012" y="162973"/>
                    </a:lnTo>
                    <a:lnTo>
                      <a:pt x="112012" y="142497"/>
                    </a:lnTo>
                    <a:lnTo>
                      <a:pt x="112012" y="112081"/>
                    </a:lnTo>
                    <a:lnTo>
                      <a:pt x="142409" y="112081"/>
                    </a:lnTo>
                    <a:lnTo>
                      <a:pt x="162872" y="112081"/>
                    </a:lnTo>
                    <a:lnTo>
                      <a:pt x="146573" y="128386"/>
                    </a:lnTo>
                    <a:lnTo>
                      <a:pt x="161486" y="143190"/>
                    </a:lnTo>
                    <a:lnTo>
                      <a:pt x="203099" y="101667"/>
                    </a:lnTo>
                    <a:lnTo>
                      <a:pt x="161486" y="59912"/>
                    </a:lnTo>
                    <a:lnTo>
                      <a:pt x="146573" y="74838"/>
                    </a:lnTo>
                    <a:lnTo>
                      <a:pt x="162872" y="91027"/>
                    </a:lnTo>
                    <a:lnTo>
                      <a:pt x="141369" y="91027"/>
                    </a:lnTo>
                    <a:lnTo>
                      <a:pt x="112012" y="91027"/>
                    </a:lnTo>
                    <a:lnTo>
                      <a:pt x="112012" y="61767"/>
                    </a:lnTo>
                    <a:lnTo>
                      <a:pt x="112012" y="40251"/>
                    </a:lnTo>
                    <a:lnTo>
                      <a:pt x="128311" y="56563"/>
                    </a:lnTo>
                    <a:lnTo>
                      <a:pt x="143102" y="41637"/>
                    </a:lnTo>
                    <a:lnTo>
                      <a:pt x="101489" y="0"/>
                    </a:lnTo>
                    <a:lnTo>
                      <a:pt x="59876" y="41637"/>
                    </a:lnTo>
                    <a:lnTo>
                      <a:pt x="74788" y="56563"/>
                    </a:lnTo>
                    <a:lnTo>
                      <a:pt x="90972" y="40251"/>
                    </a:lnTo>
                    <a:lnTo>
                      <a:pt x="90972" y="61767"/>
                    </a:lnTo>
                    <a:lnTo>
                      <a:pt x="90972" y="91027"/>
                    </a:lnTo>
                    <a:lnTo>
                      <a:pt x="61730" y="91027"/>
                    </a:lnTo>
                    <a:lnTo>
                      <a:pt x="40227" y="91027"/>
                    </a:lnTo>
                    <a:lnTo>
                      <a:pt x="56410" y="74838"/>
                    </a:lnTo>
                    <a:lnTo>
                      <a:pt x="41613" y="59912"/>
                    </a:lnTo>
                    <a:lnTo>
                      <a:pt x="0" y="101667"/>
                    </a:lnTo>
                    <a:lnTo>
                      <a:pt x="41613" y="143190"/>
                    </a:lnTo>
                    <a:lnTo>
                      <a:pt x="56410" y="128386"/>
                    </a:lnTo>
                    <a:lnTo>
                      <a:pt x="40227" y="112081"/>
                    </a:lnTo>
                    <a:lnTo>
                      <a:pt x="60575" y="112081"/>
                    </a:lnTo>
                    <a:lnTo>
                      <a:pt x="90972" y="112081"/>
                    </a:lnTo>
                    <a:lnTo>
                      <a:pt x="90972" y="142497"/>
                    </a:lnTo>
                    <a:lnTo>
                      <a:pt x="90972" y="162973"/>
                    </a:lnTo>
                    <a:lnTo>
                      <a:pt x="74788" y="146777"/>
                    </a:lnTo>
                    <a:lnTo>
                      <a:pt x="59876" y="161581"/>
                    </a:lnTo>
                    <a:lnTo>
                      <a:pt x="101489" y="203219"/>
                    </a:lnTo>
                    <a:lnTo>
                      <a:pt x="143102" y="161581"/>
                    </a:lnTo>
                    <a:lnTo>
                      <a:pt x="128311" y="146777"/>
                    </a:lnTo>
                    <a:close/>
                  </a:path>
                </a:pathLst>
              </a:custGeom>
              <a:solidFill>
                <a:srgbClr val="2D5967"/>
              </a:solidFill>
              <a:ln w="6417" cap="flat">
                <a:noFill/>
                <a:prstDash val="solid"/>
                <a:miter/>
              </a:ln>
            </p:spPr>
            <p:txBody>
              <a:bodyPr rtlCol="0" anchor="ctr"/>
              <a:lstStyle/>
              <a:p>
                <a:endParaRPr lang="en-US"/>
              </a:p>
            </p:txBody>
          </p:sp>
        </p:grpSp>
        <p:sp>
          <p:nvSpPr>
            <p:cNvPr id="154" name="TextBox 153">
              <a:extLst>
                <a:ext uri="{FF2B5EF4-FFF2-40B4-BE49-F238E27FC236}">
                  <a16:creationId xmlns:a16="http://schemas.microsoft.com/office/drawing/2014/main" id="{76DB4944-4FDA-A9AF-A340-A5B3DA32855C}"/>
                </a:ext>
              </a:extLst>
            </p:cNvPr>
            <p:cNvSpPr txBox="1"/>
            <p:nvPr/>
          </p:nvSpPr>
          <p:spPr>
            <a:xfrm>
              <a:off x="4615722" y="3275569"/>
              <a:ext cx="1039067" cy="415498"/>
            </a:xfrm>
            <a:prstGeom prst="rect">
              <a:avLst/>
            </a:prstGeom>
            <a:noFill/>
          </p:spPr>
          <p:txBody>
            <a:bodyPr wrap="none" rtlCol="0">
              <a:spAutoFit/>
            </a:bodyPr>
            <a:lstStyle/>
            <a:p>
              <a:pPr algn="ctr"/>
              <a:r>
                <a:rPr lang="en-US" sz="1050" spc="0" baseline="0" dirty="0">
                  <a:solidFill>
                    <a:srgbClr val="000000"/>
                  </a:solidFill>
                  <a:latin typeface="Oracle Sans"/>
                  <a:cs typeface="Oracle Sans"/>
                  <a:sym typeface="Oracle Sans"/>
                  <a:rtl val="0"/>
                </a:rPr>
                <a:t>Project</a:t>
              </a:r>
            </a:p>
            <a:p>
              <a:pPr algn="ctr"/>
              <a:r>
                <a:rPr lang="en-US" sz="1050" dirty="0">
                  <a:solidFill>
                    <a:srgbClr val="000000"/>
                  </a:solidFill>
                  <a:latin typeface="Oracle Sans"/>
                  <a:cs typeface="Oracle Sans"/>
                  <a:sym typeface="Oracle Sans"/>
                  <a:rtl val="0"/>
                </a:rPr>
                <a:t>Requirements</a:t>
              </a:r>
              <a:endParaRPr lang="en-US" sz="1050" spc="0" baseline="0" dirty="0">
                <a:solidFill>
                  <a:srgbClr val="000000"/>
                </a:solidFill>
                <a:latin typeface="Oracle Sans"/>
                <a:cs typeface="Oracle Sans"/>
                <a:sym typeface="Oracle Sans"/>
                <a:rtl val="0"/>
              </a:endParaRPr>
            </a:p>
          </p:txBody>
        </p:sp>
      </p:grpSp>
      <p:grpSp>
        <p:nvGrpSpPr>
          <p:cNvPr id="173" name="Group 172">
            <a:extLst>
              <a:ext uri="{FF2B5EF4-FFF2-40B4-BE49-F238E27FC236}">
                <a16:creationId xmlns:a16="http://schemas.microsoft.com/office/drawing/2014/main" id="{B2B03FA8-EEF4-AA91-8FE4-EF920A03975C}"/>
              </a:ext>
            </a:extLst>
          </p:cNvPr>
          <p:cNvGrpSpPr/>
          <p:nvPr/>
        </p:nvGrpSpPr>
        <p:grpSpPr>
          <a:xfrm>
            <a:off x="8730000" y="3342405"/>
            <a:ext cx="942408" cy="771397"/>
            <a:chOff x="8781576" y="3281164"/>
            <a:chExt cx="942408" cy="771397"/>
          </a:xfrm>
        </p:grpSpPr>
        <p:sp>
          <p:nvSpPr>
            <p:cNvPr id="128" name="Rectangle 127">
              <a:extLst>
                <a:ext uri="{FF2B5EF4-FFF2-40B4-BE49-F238E27FC236}">
                  <a16:creationId xmlns:a16="http://schemas.microsoft.com/office/drawing/2014/main" id="{9DCC4FAB-B261-1C93-8871-B46FDF8B8278}"/>
                </a:ext>
              </a:extLst>
            </p:cNvPr>
            <p:cNvSpPr/>
            <p:nvPr/>
          </p:nvSpPr>
          <p:spPr>
            <a:xfrm>
              <a:off x="8781576" y="3797756"/>
              <a:ext cx="942408" cy="254805"/>
            </a:xfrm>
            <a:prstGeom prst="rect">
              <a:avLst/>
            </a:prstGeom>
            <a:noFill/>
            <a:ln w="12700" cap="flat" cmpd="sng" algn="ctr">
              <a:noFill/>
              <a:prstDash val="solid"/>
              <a:miter lim="800000"/>
            </a:ln>
            <a:effectLst/>
            <a:scene3d>
              <a:camera prst="orthographicFront"/>
              <a:lightRig rig="soft" dir="t">
                <a:rot lat="0" lon="0" rev="20400000"/>
              </a:lightRig>
            </a:scene3d>
            <a:sp3d prstMaterial="plastic"/>
          </p:spPr>
          <p:txBody>
            <a:bodyPr lIns="30480" tIns="15240" rIns="30480" bIns="15240" rtlCol="0" anchor="t"/>
            <a:lstStyle/>
            <a:p>
              <a:pPr marL="0" marR="0" lvl="0" indent="0" algn="ctr" defTabSz="914400" eaLnBrk="1" fontAlgn="auto" latinLnBrk="0" hangingPunct="1">
                <a:lnSpc>
                  <a:spcPct val="100000"/>
                </a:lnSpc>
                <a:spcBef>
                  <a:spcPts val="0"/>
                </a:spcBef>
                <a:spcAft>
                  <a:spcPts val="0"/>
                </a:spcAft>
                <a:buClrTx/>
                <a:buSzTx/>
                <a:buFontTx/>
                <a:buNone/>
                <a:tabLst/>
                <a:defRPr/>
              </a:pPr>
              <a:r>
                <a:rPr lang="en-US" sz="1050" kern="0" dirty="0">
                  <a:solidFill>
                    <a:srgbClr val="FCFBFA">
                      <a:lumMod val="10000"/>
                    </a:srgbClr>
                  </a:solidFill>
                  <a:cs typeface="NVIDIA Sans" panose="020B0503020203020204" pitchFamily="34" charset="0"/>
                </a:rPr>
                <a:t>Audio &amp; Video </a:t>
              </a:r>
            </a:p>
            <a:p>
              <a:pPr marL="0" marR="0" lvl="0" indent="0" algn="ctr" defTabSz="914400" eaLnBrk="1" fontAlgn="auto" latinLnBrk="0" hangingPunct="1">
                <a:lnSpc>
                  <a:spcPct val="100000"/>
                </a:lnSpc>
                <a:spcBef>
                  <a:spcPts val="0"/>
                </a:spcBef>
                <a:spcAft>
                  <a:spcPts val="0"/>
                </a:spcAft>
                <a:buClrTx/>
                <a:buSzTx/>
                <a:buFontTx/>
                <a:buNone/>
                <a:tabLst/>
                <a:defRPr/>
              </a:pPr>
              <a:r>
                <a:rPr kumimoji="0" lang="en-US" sz="1050" b="0" i="0" u="none" strike="noStrike" kern="0" cap="none" spc="0" normalizeH="0" baseline="0" noProof="0" dirty="0">
                  <a:ln>
                    <a:noFill/>
                  </a:ln>
                  <a:solidFill>
                    <a:srgbClr val="FCFBFA">
                      <a:lumMod val="10000"/>
                    </a:srgbClr>
                  </a:solidFill>
                  <a:effectLst/>
                  <a:uLnTx/>
                  <a:uFillTx/>
                  <a:ea typeface="+mn-ea"/>
                  <a:cs typeface="NVIDIA Sans" panose="020B0503020203020204" pitchFamily="34" charset="0"/>
                </a:rPr>
                <a:t>Transcription</a:t>
              </a:r>
            </a:p>
          </p:txBody>
        </p:sp>
        <p:grpSp>
          <p:nvGrpSpPr>
            <p:cNvPr id="162" name="Graphic 3">
              <a:extLst>
                <a:ext uri="{FF2B5EF4-FFF2-40B4-BE49-F238E27FC236}">
                  <a16:creationId xmlns:a16="http://schemas.microsoft.com/office/drawing/2014/main" id="{E0A182B9-7FA9-54B2-3438-D3406592E846}"/>
                </a:ext>
              </a:extLst>
            </p:cNvPr>
            <p:cNvGrpSpPr/>
            <p:nvPr/>
          </p:nvGrpSpPr>
          <p:grpSpPr>
            <a:xfrm>
              <a:off x="9032150" y="3281164"/>
              <a:ext cx="484356" cy="438539"/>
              <a:chOff x="1929923" y="4532927"/>
              <a:chExt cx="484356" cy="438539"/>
            </a:xfrm>
          </p:grpSpPr>
          <p:sp>
            <p:nvSpPr>
              <p:cNvPr id="167" name="Freeform: Shape 166">
                <a:extLst>
                  <a:ext uri="{FF2B5EF4-FFF2-40B4-BE49-F238E27FC236}">
                    <a16:creationId xmlns:a16="http://schemas.microsoft.com/office/drawing/2014/main" id="{7EA5EC53-6047-64A7-C1B6-B8460DF9229A}"/>
                  </a:ext>
                </a:extLst>
              </p:cNvPr>
              <p:cNvSpPr/>
              <p:nvPr/>
            </p:nvSpPr>
            <p:spPr>
              <a:xfrm>
                <a:off x="2081634" y="4618128"/>
                <a:ext cx="181868" cy="181868"/>
              </a:xfrm>
              <a:custGeom>
                <a:avLst/>
                <a:gdLst>
                  <a:gd name="connsiteX0" fmla="*/ 90935 w 181868"/>
                  <a:gd name="connsiteY0" fmla="*/ 181868 h 181868"/>
                  <a:gd name="connsiteX1" fmla="*/ 40416 w 181868"/>
                  <a:gd name="connsiteY1" fmla="*/ 166545 h 181868"/>
                  <a:gd name="connsiteX2" fmla="*/ 6920 w 181868"/>
                  <a:gd name="connsiteY2" fmla="*/ 125734 h 181868"/>
                  <a:gd name="connsiteX3" fmla="*/ 1748 w 181868"/>
                  <a:gd name="connsiteY3" fmla="*/ 73192 h 181868"/>
                  <a:gd name="connsiteX4" fmla="*/ 26632 w 181868"/>
                  <a:gd name="connsiteY4" fmla="*/ 26639 h 181868"/>
                  <a:gd name="connsiteX5" fmla="*/ 73193 w 181868"/>
                  <a:gd name="connsiteY5" fmla="*/ 1748 h 181868"/>
                  <a:gd name="connsiteX6" fmla="*/ 125734 w 181868"/>
                  <a:gd name="connsiteY6" fmla="*/ 6926 h 181868"/>
                  <a:gd name="connsiteX7" fmla="*/ 166545 w 181868"/>
                  <a:gd name="connsiteY7" fmla="*/ 40415 h 181868"/>
                  <a:gd name="connsiteX8" fmla="*/ 181868 w 181868"/>
                  <a:gd name="connsiteY8" fmla="*/ 90935 h 181868"/>
                  <a:gd name="connsiteX9" fmla="*/ 155232 w 181868"/>
                  <a:gd name="connsiteY9" fmla="*/ 155238 h 181868"/>
                  <a:gd name="connsiteX10" fmla="*/ 90935 w 181868"/>
                  <a:gd name="connsiteY10" fmla="*/ 181868 h 181868"/>
                  <a:gd name="connsiteX11" fmla="*/ 90935 w 181868"/>
                  <a:gd name="connsiteY11" fmla="*/ 19522 h 181868"/>
                  <a:gd name="connsiteX12" fmla="*/ 51183 w 181868"/>
                  <a:gd name="connsiteY12" fmla="*/ 31586 h 181868"/>
                  <a:gd name="connsiteX13" fmla="*/ 24836 w 181868"/>
                  <a:gd name="connsiteY13" fmla="*/ 63709 h 181868"/>
                  <a:gd name="connsiteX14" fmla="*/ 20786 w 181868"/>
                  <a:gd name="connsiteY14" fmla="*/ 105052 h 181868"/>
                  <a:gd name="connsiteX15" fmla="*/ 40396 w 181868"/>
                  <a:gd name="connsiteY15" fmla="*/ 141673 h 181868"/>
                  <a:gd name="connsiteX16" fmla="*/ 77049 w 181868"/>
                  <a:gd name="connsiteY16" fmla="*/ 161225 h 181868"/>
                  <a:gd name="connsiteX17" fmla="*/ 118387 w 181868"/>
                  <a:gd name="connsiteY17" fmla="*/ 157106 h 181868"/>
                  <a:gd name="connsiteX18" fmla="*/ 150471 w 181868"/>
                  <a:gd name="connsiteY18" fmla="*/ 130707 h 181868"/>
                  <a:gd name="connsiteX19" fmla="*/ 162464 w 181868"/>
                  <a:gd name="connsiteY19" fmla="*/ 90935 h 181868"/>
                  <a:gd name="connsiteX20" fmla="*/ 141474 w 181868"/>
                  <a:gd name="connsiteY20" fmla="*/ 40428 h 181868"/>
                  <a:gd name="connsiteX21" fmla="*/ 90935 w 181868"/>
                  <a:gd name="connsiteY21" fmla="*/ 19522 h 181868"/>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Lst>
                <a:rect l="l" t="t" r="r" b="b"/>
                <a:pathLst>
                  <a:path w="181868" h="181868">
                    <a:moveTo>
                      <a:pt x="90935" y="181868"/>
                    </a:moveTo>
                    <a:cubicBezTo>
                      <a:pt x="72949" y="181868"/>
                      <a:pt x="55367" y="176536"/>
                      <a:pt x="40416" y="166545"/>
                    </a:cubicBezTo>
                    <a:cubicBezTo>
                      <a:pt x="25458" y="156554"/>
                      <a:pt x="13805" y="142353"/>
                      <a:pt x="6920" y="125734"/>
                    </a:cubicBezTo>
                    <a:cubicBezTo>
                      <a:pt x="41" y="109120"/>
                      <a:pt x="-1762" y="90832"/>
                      <a:pt x="1748" y="73192"/>
                    </a:cubicBezTo>
                    <a:cubicBezTo>
                      <a:pt x="5258" y="55553"/>
                      <a:pt x="13914" y="39350"/>
                      <a:pt x="26632" y="26639"/>
                    </a:cubicBezTo>
                    <a:cubicBezTo>
                      <a:pt x="39350" y="13920"/>
                      <a:pt x="55553" y="5257"/>
                      <a:pt x="73193" y="1748"/>
                    </a:cubicBezTo>
                    <a:cubicBezTo>
                      <a:pt x="90833" y="-1762"/>
                      <a:pt x="109114" y="41"/>
                      <a:pt x="125734" y="6926"/>
                    </a:cubicBezTo>
                    <a:cubicBezTo>
                      <a:pt x="142347" y="13805"/>
                      <a:pt x="156554" y="25464"/>
                      <a:pt x="166545" y="40415"/>
                    </a:cubicBezTo>
                    <a:cubicBezTo>
                      <a:pt x="176536" y="55367"/>
                      <a:pt x="181868" y="72949"/>
                      <a:pt x="181868" y="90935"/>
                    </a:cubicBezTo>
                    <a:cubicBezTo>
                      <a:pt x="181868" y="115056"/>
                      <a:pt x="172288" y="138183"/>
                      <a:pt x="155232" y="155238"/>
                    </a:cubicBezTo>
                    <a:cubicBezTo>
                      <a:pt x="138183" y="172288"/>
                      <a:pt x="115050" y="181868"/>
                      <a:pt x="90935" y="181868"/>
                    </a:cubicBezTo>
                    <a:close/>
                    <a:moveTo>
                      <a:pt x="90935" y="19522"/>
                    </a:moveTo>
                    <a:cubicBezTo>
                      <a:pt x="76780" y="19522"/>
                      <a:pt x="62945" y="23719"/>
                      <a:pt x="51183" y="31586"/>
                    </a:cubicBezTo>
                    <a:cubicBezTo>
                      <a:pt x="39415" y="39446"/>
                      <a:pt x="30245" y="50631"/>
                      <a:pt x="24836" y="63709"/>
                    </a:cubicBezTo>
                    <a:cubicBezTo>
                      <a:pt x="19426" y="76786"/>
                      <a:pt x="18015" y="91172"/>
                      <a:pt x="20786" y="105052"/>
                    </a:cubicBezTo>
                    <a:cubicBezTo>
                      <a:pt x="23552" y="118932"/>
                      <a:pt x="30380" y="131676"/>
                      <a:pt x="40396" y="141673"/>
                    </a:cubicBezTo>
                    <a:cubicBezTo>
                      <a:pt x="50413" y="151677"/>
                      <a:pt x="63170" y="158479"/>
                      <a:pt x="77049" y="161225"/>
                    </a:cubicBezTo>
                    <a:cubicBezTo>
                      <a:pt x="90935" y="163972"/>
                      <a:pt x="105322" y="162541"/>
                      <a:pt x="118387" y="157106"/>
                    </a:cubicBezTo>
                    <a:cubicBezTo>
                      <a:pt x="131458" y="151677"/>
                      <a:pt x="142623" y="142488"/>
                      <a:pt x="150471" y="130707"/>
                    </a:cubicBezTo>
                    <a:cubicBezTo>
                      <a:pt x="158312" y="118932"/>
                      <a:pt x="162490" y="105091"/>
                      <a:pt x="162464" y="90935"/>
                    </a:cubicBezTo>
                    <a:cubicBezTo>
                      <a:pt x="162438" y="71986"/>
                      <a:pt x="154886" y="53820"/>
                      <a:pt x="141474" y="40428"/>
                    </a:cubicBezTo>
                    <a:cubicBezTo>
                      <a:pt x="128063" y="27043"/>
                      <a:pt x="109884" y="19522"/>
                      <a:pt x="90935" y="19522"/>
                    </a:cubicBezTo>
                    <a:close/>
                  </a:path>
                </a:pathLst>
              </a:custGeom>
              <a:solidFill>
                <a:srgbClr val="2C5967"/>
              </a:solidFill>
              <a:ln w="6417" cap="flat">
                <a:noFill/>
                <a:prstDash val="solid"/>
                <a:miter/>
              </a:ln>
            </p:spPr>
            <p:txBody>
              <a:bodyPr rtlCol="0" anchor="ctr"/>
              <a:lstStyle/>
              <a:p>
                <a:endParaRPr lang="en-US"/>
              </a:p>
            </p:txBody>
          </p:sp>
          <p:sp>
            <p:nvSpPr>
              <p:cNvPr id="168" name="Freeform: Shape 167">
                <a:extLst>
                  <a:ext uri="{FF2B5EF4-FFF2-40B4-BE49-F238E27FC236}">
                    <a16:creationId xmlns:a16="http://schemas.microsoft.com/office/drawing/2014/main" id="{64BB2D48-2302-57BF-9744-195B83D521CE}"/>
                  </a:ext>
                </a:extLst>
              </p:cNvPr>
              <p:cNvSpPr/>
              <p:nvPr/>
            </p:nvSpPr>
            <p:spPr>
              <a:xfrm>
                <a:off x="2141126" y="4666519"/>
                <a:ext cx="76090" cy="85094"/>
              </a:xfrm>
              <a:custGeom>
                <a:avLst/>
                <a:gdLst>
                  <a:gd name="connsiteX0" fmla="*/ 76091 w 76090"/>
                  <a:gd name="connsiteY0" fmla="*/ 42544 h 85094"/>
                  <a:gd name="connsiteX1" fmla="*/ 0 w 76090"/>
                  <a:gd name="connsiteY1" fmla="*/ 0 h 85094"/>
                  <a:gd name="connsiteX2" fmla="*/ 0 w 76090"/>
                  <a:gd name="connsiteY2" fmla="*/ 85094 h 85094"/>
                  <a:gd name="connsiteX3" fmla="*/ 76091 w 76090"/>
                  <a:gd name="connsiteY3" fmla="*/ 42544 h 85094"/>
                </a:gdLst>
                <a:ahLst/>
                <a:cxnLst>
                  <a:cxn ang="0">
                    <a:pos x="connsiteX0" y="connsiteY0"/>
                  </a:cxn>
                  <a:cxn ang="0">
                    <a:pos x="connsiteX1" y="connsiteY1"/>
                  </a:cxn>
                  <a:cxn ang="0">
                    <a:pos x="connsiteX2" y="connsiteY2"/>
                  </a:cxn>
                  <a:cxn ang="0">
                    <a:pos x="connsiteX3" y="connsiteY3"/>
                  </a:cxn>
                </a:cxnLst>
                <a:rect l="l" t="t" r="r" b="b"/>
                <a:pathLst>
                  <a:path w="76090" h="85094">
                    <a:moveTo>
                      <a:pt x="76091" y="42544"/>
                    </a:moveTo>
                    <a:lnTo>
                      <a:pt x="0" y="0"/>
                    </a:lnTo>
                    <a:lnTo>
                      <a:pt x="0" y="85094"/>
                    </a:lnTo>
                    <a:lnTo>
                      <a:pt x="76091" y="42544"/>
                    </a:lnTo>
                    <a:close/>
                  </a:path>
                </a:pathLst>
              </a:custGeom>
              <a:solidFill>
                <a:srgbClr val="2C5967"/>
              </a:solidFill>
              <a:ln w="6417" cap="flat">
                <a:noFill/>
                <a:prstDash val="solid"/>
                <a:miter/>
              </a:ln>
            </p:spPr>
            <p:txBody>
              <a:bodyPr rtlCol="0" anchor="ctr"/>
              <a:lstStyle/>
              <a:p>
                <a:endParaRPr lang="en-US"/>
              </a:p>
            </p:txBody>
          </p:sp>
          <p:sp>
            <p:nvSpPr>
              <p:cNvPr id="169" name="Freeform: Shape 168">
                <a:extLst>
                  <a:ext uri="{FF2B5EF4-FFF2-40B4-BE49-F238E27FC236}">
                    <a16:creationId xmlns:a16="http://schemas.microsoft.com/office/drawing/2014/main" id="{7A3B0B29-C08C-BB7E-77E3-ED60A025CC08}"/>
                  </a:ext>
                </a:extLst>
              </p:cNvPr>
              <p:cNvSpPr/>
              <p:nvPr/>
            </p:nvSpPr>
            <p:spPr>
              <a:xfrm>
                <a:off x="1929923" y="4532927"/>
                <a:ext cx="484356" cy="350648"/>
              </a:xfrm>
              <a:custGeom>
                <a:avLst/>
                <a:gdLst>
                  <a:gd name="connsiteX0" fmla="*/ 462500 w 484356"/>
                  <a:gd name="connsiteY0" fmla="*/ 350648 h 350648"/>
                  <a:gd name="connsiteX1" fmla="*/ 21856 w 484356"/>
                  <a:gd name="connsiteY1" fmla="*/ 350648 h 350648"/>
                  <a:gd name="connsiteX2" fmla="*/ 13488 w 484356"/>
                  <a:gd name="connsiteY2" fmla="*/ 348986 h 350648"/>
                  <a:gd name="connsiteX3" fmla="*/ 6398 w 484356"/>
                  <a:gd name="connsiteY3" fmla="*/ 344244 h 350648"/>
                  <a:gd name="connsiteX4" fmla="*/ 1662 w 484356"/>
                  <a:gd name="connsiteY4" fmla="*/ 337154 h 350648"/>
                  <a:gd name="connsiteX5" fmla="*/ 0 w 484356"/>
                  <a:gd name="connsiteY5" fmla="*/ 328793 h 350648"/>
                  <a:gd name="connsiteX6" fmla="*/ 0 w 484356"/>
                  <a:gd name="connsiteY6" fmla="*/ 21856 h 350648"/>
                  <a:gd name="connsiteX7" fmla="*/ 6398 w 484356"/>
                  <a:gd name="connsiteY7" fmla="*/ 6404 h 350648"/>
                  <a:gd name="connsiteX8" fmla="*/ 21856 w 484356"/>
                  <a:gd name="connsiteY8" fmla="*/ 0 h 350648"/>
                  <a:gd name="connsiteX9" fmla="*/ 462500 w 484356"/>
                  <a:gd name="connsiteY9" fmla="*/ 0 h 350648"/>
                  <a:gd name="connsiteX10" fmla="*/ 477958 w 484356"/>
                  <a:gd name="connsiteY10" fmla="*/ 6404 h 350648"/>
                  <a:gd name="connsiteX11" fmla="*/ 484356 w 484356"/>
                  <a:gd name="connsiteY11" fmla="*/ 21856 h 350648"/>
                  <a:gd name="connsiteX12" fmla="*/ 484356 w 484356"/>
                  <a:gd name="connsiteY12" fmla="*/ 328793 h 350648"/>
                  <a:gd name="connsiteX13" fmla="*/ 477958 w 484356"/>
                  <a:gd name="connsiteY13" fmla="*/ 344244 h 350648"/>
                  <a:gd name="connsiteX14" fmla="*/ 462500 w 484356"/>
                  <a:gd name="connsiteY14" fmla="*/ 350648 h 350648"/>
                  <a:gd name="connsiteX15" fmla="*/ 21856 w 484356"/>
                  <a:gd name="connsiteY15" fmla="*/ 19404 h 350648"/>
                  <a:gd name="connsiteX16" fmla="*/ 20117 w 484356"/>
                  <a:gd name="connsiteY16" fmla="*/ 20123 h 350648"/>
                  <a:gd name="connsiteX17" fmla="*/ 19398 w 484356"/>
                  <a:gd name="connsiteY17" fmla="*/ 21856 h 350648"/>
                  <a:gd name="connsiteX18" fmla="*/ 19398 w 484356"/>
                  <a:gd name="connsiteY18" fmla="*/ 328793 h 350648"/>
                  <a:gd name="connsiteX19" fmla="*/ 20117 w 484356"/>
                  <a:gd name="connsiteY19" fmla="*/ 330525 h 350648"/>
                  <a:gd name="connsiteX20" fmla="*/ 21856 w 484356"/>
                  <a:gd name="connsiteY20" fmla="*/ 331244 h 350648"/>
                  <a:gd name="connsiteX21" fmla="*/ 462500 w 484356"/>
                  <a:gd name="connsiteY21" fmla="*/ 331244 h 350648"/>
                  <a:gd name="connsiteX22" fmla="*/ 464239 w 484356"/>
                  <a:gd name="connsiteY22" fmla="*/ 330525 h 350648"/>
                  <a:gd name="connsiteX23" fmla="*/ 464958 w 484356"/>
                  <a:gd name="connsiteY23" fmla="*/ 328793 h 350648"/>
                  <a:gd name="connsiteX24" fmla="*/ 464958 w 484356"/>
                  <a:gd name="connsiteY24" fmla="*/ 21856 h 350648"/>
                  <a:gd name="connsiteX25" fmla="*/ 464239 w 484356"/>
                  <a:gd name="connsiteY25" fmla="*/ 20123 h 350648"/>
                  <a:gd name="connsiteX26" fmla="*/ 462500 w 484356"/>
                  <a:gd name="connsiteY26" fmla="*/ 19404 h 350648"/>
                  <a:gd name="connsiteX27" fmla="*/ 21856 w 484356"/>
                  <a:gd name="connsiteY27" fmla="*/ 19404 h 350648"/>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Lst>
                <a:rect l="l" t="t" r="r" b="b"/>
                <a:pathLst>
                  <a:path w="484356" h="350648">
                    <a:moveTo>
                      <a:pt x="462500" y="350648"/>
                    </a:moveTo>
                    <a:lnTo>
                      <a:pt x="21856" y="350648"/>
                    </a:lnTo>
                    <a:cubicBezTo>
                      <a:pt x="18987" y="350648"/>
                      <a:pt x="16145" y="350084"/>
                      <a:pt x="13488" y="348986"/>
                    </a:cubicBezTo>
                    <a:cubicBezTo>
                      <a:pt x="10838" y="347883"/>
                      <a:pt x="8432" y="346272"/>
                      <a:pt x="6398" y="344244"/>
                    </a:cubicBezTo>
                    <a:cubicBezTo>
                      <a:pt x="4370" y="342217"/>
                      <a:pt x="2759" y="339804"/>
                      <a:pt x="1662" y="337154"/>
                    </a:cubicBezTo>
                    <a:cubicBezTo>
                      <a:pt x="565" y="334503"/>
                      <a:pt x="0" y="331661"/>
                      <a:pt x="0" y="328793"/>
                    </a:cubicBezTo>
                    <a:lnTo>
                      <a:pt x="0" y="21856"/>
                    </a:lnTo>
                    <a:cubicBezTo>
                      <a:pt x="0" y="16061"/>
                      <a:pt x="2304" y="10498"/>
                      <a:pt x="6398" y="6404"/>
                    </a:cubicBezTo>
                    <a:cubicBezTo>
                      <a:pt x="10498" y="2304"/>
                      <a:pt x="16055" y="0"/>
                      <a:pt x="21856" y="0"/>
                    </a:cubicBezTo>
                    <a:lnTo>
                      <a:pt x="462500" y="0"/>
                    </a:lnTo>
                    <a:cubicBezTo>
                      <a:pt x="468301" y="0"/>
                      <a:pt x="473858" y="2304"/>
                      <a:pt x="477958" y="6404"/>
                    </a:cubicBezTo>
                    <a:cubicBezTo>
                      <a:pt x="482052" y="10498"/>
                      <a:pt x="484356" y="16061"/>
                      <a:pt x="484356" y="21856"/>
                    </a:cubicBezTo>
                    <a:lnTo>
                      <a:pt x="484356" y="328793"/>
                    </a:lnTo>
                    <a:cubicBezTo>
                      <a:pt x="484356" y="334587"/>
                      <a:pt x="482052" y="340144"/>
                      <a:pt x="477958" y="344244"/>
                    </a:cubicBezTo>
                    <a:cubicBezTo>
                      <a:pt x="473858" y="348345"/>
                      <a:pt x="468301" y="350648"/>
                      <a:pt x="462500" y="350648"/>
                    </a:cubicBezTo>
                    <a:close/>
                    <a:moveTo>
                      <a:pt x="21856" y="19404"/>
                    </a:moveTo>
                    <a:cubicBezTo>
                      <a:pt x="21201" y="19404"/>
                      <a:pt x="20579" y="19661"/>
                      <a:pt x="20117" y="20123"/>
                    </a:cubicBezTo>
                    <a:cubicBezTo>
                      <a:pt x="19661" y="20579"/>
                      <a:pt x="19398" y="21208"/>
                      <a:pt x="19398" y="21856"/>
                    </a:cubicBezTo>
                    <a:lnTo>
                      <a:pt x="19398" y="328793"/>
                    </a:lnTo>
                    <a:cubicBezTo>
                      <a:pt x="19398" y="329440"/>
                      <a:pt x="19661" y="330063"/>
                      <a:pt x="20117" y="330525"/>
                    </a:cubicBezTo>
                    <a:cubicBezTo>
                      <a:pt x="20579" y="330987"/>
                      <a:pt x="21201" y="331244"/>
                      <a:pt x="21856" y="331244"/>
                    </a:cubicBezTo>
                    <a:lnTo>
                      <a:pt x="462500" y="331244"/>
                    </a:lnTo>
                    <a:cubicBezTo>
                      <a:pt x="463155" y="331244"/>
                      <a:pt x="463777" y="330987"/>
                      <a:pt x="464239" y="330525"/>
                    </a:cubicBezTo>
                    <a:cubicBezTo>
                      <a:pt x="464695" y="330063"/>
                      <a:pt x="464958" y="329440"/>
                      <a:pt x="464958" y="328793"/>
                    </a:cubicBezTo>
                    <a:lnTo>
                      <a:pt x="464958" y="21856"/>
                    </a:lnTo>
                    <a:cubicBezTo>
                      <a:pt x="464958" y="21208"/>
                      <a:pt x="464695" y="20579"/>
                      <a:pt x="464239" y="20123"/>
                    </a:cubicBezTo>
                    <a:cubicBezTo>
                      <a:pt x="463777" y="19661"/>
                      <a:pt x="463155" y="19404"/>
                      <a:pt x="462500" y="19404"/>
                    </a:cubicBezTo>
                    <a:lnTo>
                      <a:pt x="21856" y="19404"/>
                    </a:lnTo>
                    <a:close/>
                  </a:path>
                </a:pathLst>
              </a:custGeom>
              <a:solidFill>
                <a:srgbClr val="2C5967"/>
              </a:solidFill>
              <a:ln w="6417" cap="flat">
                <a:noFill/>
                <a:prstDash val="solid"/>
                <a:miter/>
              </a:ln>
            </p:spPr>
            <p:txBody>
              <a:bodyPr rtlCol="0" anchor="ctr"/>
              <a:lstStyle/>
              <a:p>
                <a:endParaRPr lang="en-US"/>
              </a:p>
            </p:txBody>
          </p:sp>
          <p:sp>
            <p:nvSpPr>
              <p:cNvPr id="170" name="Freeform: Shape 169">
                <a:extLst>
                  <a:ext uri="{FF2B5EF4-FFF2-40B4-BE49-F238E27FC236}">
                    <a16:creationId xmlns:a16="http://schemas.microsoft.com/office/drawing/2014/main" id="{30D883EA-E113-9B2A-2597-F964FD397872}"/>
                  </a:ext>
                </a:extLst>
              </p:cNvPr>
              <p:cNvSpPr/>
              <p:nvPr/>
            </p:nvSpPr>
            <p:spPr>
              <a:xfrm>
                <a:off x="1962764" y="4925766"/>
                <a:ext cx="418204" cy="19404"/>
              </a:xfrm>
              <a:custGeom>
                <a:avLst/>
                <a:gdLst>
                  <a:gd name="connsiteX0" fmla="*/ 408502 w 418204"/>
                  <a:gd name="connsiteY0" fmla="*/ 19405 h 19404"/>
                  <a:gd name="connsiteX1" fmla="*/ 9702 w 418204"/>
                  <a:gd name="connsiteY1" fmla="*/ 19405 h 19404"/>
                  <a:gd name="connsiteX2" fmla="*/ 2843 w 418204"/>
                  <a:gd name="connsiteY2" fmla="*/ 16562 h 19404"/>
                  <a:gd name="connsiteX3" fmla="*/ 0 w 418204"/>
                  <a:gd name="connsiteY3" fmla="*/ 9702 h 19404"/>
                  <a:gd name="connsiteX4" fmla="*/ 2843 w 418204"/>
                  <a:gd name="connsiteY4" fmla="*/ 2843 h 19404"/>
                  <a:gd name="connsiteX5" fmla="*/ 9702 w 418204"/>
                  <a:gd name="connsiteY5" fmla="*/ 0 h 19404"/>
                  <a:gd name="connsiteX6" fmla="*/ 408502 w 418204"/>
                  <a:gd name="connsiteY6" fmla="*/ 0 h 19404"/>
                  <a:gd name="connsiteX7" fmla="*/ 415362 w 418204"/>
                  <a:gd name="connsiteY7" fmla="*/ 2843 h 19404"/>
                  <a:gd name="connsiteX8" fmla="*/ 418205 w 418204"/>
                  <a:gd name="connsiteY8" fmla="*/ 9702 h 19404"/>
                  <a:gd name="connsiteX9" fmla="*/ 415362 w 418204"/>
                  <a:gd name="connsiteY9" fmla="*/ 16562 h 19404"/>
                  <a:gd name="connsiteX10" fmla="*/ 408502 w 418204"/>
                  <a:gd name="connsiteY10" fmla="*/ 19405 h 19404"/>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Lst>
                <a:rect l="l" t="t" r="r" b="b"/>
                <a:pathLst>
                  <a:path w="418204" h="19404">
                    <a:moveTo>
                      <a:pt x="408502" y="19405"/>
                    </a:moveTo>
                    <a:lnTo>
                      <a:pt x="9702" y="19405"/>
                    </a:lnTo>
                    <a:cubicBezTo>
                      <a:pt x="7129" y="19405"/>
                      <a:pt x="4659" y="18384"/>
                      <a:pt x="2843" y="16562"/>
                    </a:cubicBezTo>
                    <a:cubicBezTo>
                      <a:pt x="1020" y="14739"/>
                      <a:pt x="0" y="12276"/>
                      <a:pt x="0" y="9702"/>
                    </a:cubicBezTo>
                    <a:cubicBezTo>
                      <a:pt x="0" y="7129"/>
                      <a:pt x="1020" y="4659"/>
                      <a:pt x="2843" y="2843"/>
                    </a:cubicBezTo>
                    <a:cubicBezTo>
                      <a:pt x="4659" y="1020"/>
                      <a:pt x="7129" y="0"/>
                      <a:pt x="9702" y="0"/>
                    </a:cubicBezTo>
                    <a:lnTo>
                      <a:pt x="408502" y="0"/>
                    </a:lnTo>
                    <a:cubicBezTo>
                      <a:pt x="411076" y="0"/>
                      <a:pt x="413546" y="1020"/>
                      <a:pt x="415362" y="2843"/>
                    </a:cubicBezTo>
                    <a:cubicBezTo>
                      <a:pt x="417184" y="4659"/>
                      <a:pt x="418205" y="7129"/>
                      <a:pt x="418205" y="9702"/>
                    </a:cubicBezTo>
                    <a:cubicBezTo>
                      <a:pt x="418205" y="12276"/>
                      <a:pt x="417184" y="14739"/>
                      <a:pt x="415362" y="16562"/>
                    </a:cubicBezTo>
                    <a:cubicBezTo>
                      <a:pt x="413546" y="18384"/>
                      <a:pt x="411076" y="19405"/>
                      <a:pt x="408502" y="19405"/>
                    </a:cubicBezTo>
                    <a:close/>
                  </a:path>
                </a:pathLst>
              </a:custGeom>
              <a:solidFill>
                <a:srgbClr val="2C5967"/>
              </a:solidFill>
              <a:ln w="6417" cap="flat">
                <a:noFill/>
                <a:prstDash val="solid"/>
                <a:miter/>
              </a:ln>
            </p:spPr>
            <p:txBody>
              <a:bodyPr rtlCol="0" anchor="ctr"/>
              <a:lstStyle/>
              <a:p>
                <a:endParaRPr lang="en-US"/>
              </a:p>
            </p:txBody>
          </p:sp>
          <p:sp>
            <p:nvSpPr>
              <p:cNvPr id="171" name="Freeform: Shape 170">
                <a:extLst>
                  <a:ext uri="{FF2B5EF4-FFF2-40B4-BE49-F238E27FC236}">
                    <a16:creationId xmlns:a16="http://schemas.microsoft.com/office/drawing/2014/main" id="{A29F9B5F-CD1A-A84E-24BF-C6C9AE430F64}"/>
                  </a:ext>
                </a:extLst>
              </p:cNvPr>
              <p:cNvSpPr/>
              <p:nvPr/>
            </p:nvSpPr>
            <p:spPr>
              <a:xfrm>
                <a:off x="2068193" y="4909172"/>
                <a:ext cx="52598" cy="52592"/>
              </a:xfrm>
              <a:custGeom>
                <a:avLst/>
                <a:gdLst>
                  <a:gd name="connsiteX0" fmla="*/ 26296 w 52598"/>
                  <a:gd name="connsiteY0" fmla="*/ 52593 h 52592"/>
                  <a:gd name="connsiteX1" fmla="*/ 52599 w 52598"/>
                  <a:gd name="connsiteY1" fmla="*/ 26296 h 52592"/>
                  <a:gd name="connsiteX2" fmla="*/ 26296 w 52598"/>
                  <a:gd name="connsiteY2" fmla="*/ 0 h 52592"/>
                  <a:gd name="connsiteX3" fmla="*/ 0 w 52598"/>
                  <a:gd name="connsiteY3" fmla="*/ 26296 h 52592"/>
                  <a:gd name="connsiteX4" fmla="*/ 26296 w 52598"/>
                  <a:gd name="connsiteY4" fmla="*/ 52593 h 52592"/>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52598" h="52592">
                    <a:moveTo>
                      <a:pt x="26296" y="52593"/>
                    </a:moveTo>
                    <a:cubicBezTo>
                      <a:pt x="40824" y="52593"/>
                      <a:pt x="52599" y="40824"/>
                      <a:pt x="52599" y="26296"/>
                    </a:cubicBezTo>
                    <a:cubicBezTo>
                      <a:pt x="52599" y="11775"/>
                      <a:pt x="40824" y="0"/>
                      <a:pt x="26296" y="0"/>
                    </a:cubicBezTo>
                    <a:cubicBezTo>
                      <a:pt x="11775" y="0"/>
                      <a:pt x="0" y="11775"/>
                      <a:pt x="0" y="26296"/>
                    </a:cubicBezTo>
                    <a:cubicBezTo>
                      <a:pt x="0" y="40824"/>
                      <a:pt x="11775" y="52593"/>
                      <a:pt x="26296" y="52593"/>
                    </a:cubicBezTo>
                    <a:close/>
                  </a:path>
                </a:pathLst>
              </a:custGeom>
              <a:solidFill>
                <a:srgbClr val="FFFFFF"/>
              </a:solidFill>
              <a:ln w="6417" cap="flat">
                <a:noFill/>
                <a:prstDash val="solid"/>
                <a:miter/>
              </a:ln>
            </p:spPr>
            <p:txBody>
              <a:bodyPr rtlCol="0" anchor="ctr"/>
              <a:lstStyle/>
              <a:p>
                <a:endParaRPr lang="en-US"/>
              </a:p>
            </p:txBody>
          </p:sp>
          <p:sp>
            <p:nvSpPr>
              <p:cNvPr id="172" name="Freeform: Shape 171">
                <a:extLst>
                  <a:ext uri="{FF2B5EF4-FFF2-40B4-BE49-F238E27FC236}">
                    <a16:creationId xmlns:a16="http://schemas.microsoft.com/office/drawing/2014/main" id="{D644667F-7723-1853-209B-2547DB9D584D}"/>
                  </a:ext>
                </a:extLst>
              </p:cNvPr>
              <p:cNvSpPr/>
              <p:nvPr/>
            </p:nvSpPr>
            <p:spPr>
              <a:xfrm>
                <a:off x="2058491" y="4899468"/>
                <a:ext cx="71996" cy="71998"/>
              </a:xfrm>
              <a:custGeom>
                <a:avLst/>
                <a:gdLst>
                  <a:gd name="connsiteX0" fmla="*/ 35998 w 71996"/>
                  <a:gd name="connsiteY0" fmla="*/ 71998 h 71998"/>
                  <a:gd name="connsiteX1" fmla="*/ 15997 w 71996"/>
                  <a:gd name="connsiteY1" fmla="*/ 65934 h 71998"/>
                  <a:gd name="connsiteX2" fmla="*/ 2740 w 71996"/>
                  <a:gd name="connsiteY2" fmla="*/ 49777 h 71998"/>
                  <a:gd name="connsiteX3" fmla="*/ 693 w 71996"/>
                  <a:gd name="connsiteY3" fmla="*/ 28973 h 71998"/>
                  <a:gd name="connsiteX4" fmla="*/ 10543 w 71996"/>
                  <a:gd name="connsiteY4" fmla="*/ 10544 h 71998"/>
                  <a:gd name="connsiteX5" fmla="*/ 28978 w 71996"/>
                  <a:gd name="connsiteY5" fmla="*/ 694 h 71998"/>
                  <a:gd name="connsiteX6" fmla="*/ 49775 w 71996"/>
                  <a:gd name="connsiteY6" fmla="*/ 2741 h 71998"/>
                  <a:gd name="connsiteX7" fmla="*/ 65933 w 71996"/>
                  <a:gd name="connsiteY7" fmla="*/ 15998 h 71998"/>
                  <a:gd name="connsiteX8" fmla="*/ 71997 w 71996"/>
                  <a:gd name="connsiteY8" fmla="*/ 36000 h 71998"/>
                  <a:gd name="connsiteX9" fmla="*/ 61454 w 71996"/>
                  <a:gd name="connsiteY9" fmla="*/ 61455 h 71998"/>
                  <a:gd name="connsiteX10" fmla="*/ 35998 w 71996"/>
                  <a:gd name="connsiteY10" fmla="*/ 71998 h 71998"/>
                  <a:gd name="connsiteX11" fmla="*/ 35998 w 71996"/>
                  <a:gd name="connsiteY11" fmla="*/ 19400 h 71998"/>
                  <a:gd name="connsiteX12" fmla="*/ 26777 w 71996"/>
                  <a:gd name="connsiteY12" fmla="*/ 22197 h 71998"/>
                  <a:gd name="connsiteX13" fmla="*/ 20668 w 71996"/>
                  <a:gd name="connsiteY13" fmla="*/ 29647 h 71998"/>
                  <a:gd name="connsiteX14" fmla="*/ 19719 w 71996"/>
                  <a:gd name="connsiteY14" fmla="*/ 39240 h 71998"/>
                  <a:gd name="connsiteX15" fmla="*/ 24262 w 71996"/>
                  <a:gd name="connsiteY15" fmla="*/ 47736 h 71998"/>
                  <a:gd name="connsiteX16" fmla="*/ 32764 w 71996"/>
                  <a:gd name="connsiteY16" fmla="*/ 52279 h 71998"/>
                  <a:gd name="connsiteX17" fmla="*/ 42351 w 71996"/>
                  <a:gd name="connsiteY17" fmla="*/ 51336 h 71998"/>
                  <a:gd name="connsiteX18" fmla="*/ 49801 w 71996"/>
                  <a:gd name="connsiteY18" fmla="*/ 45221 h 71998"/>
                  <a:gd name="connsiteX19" fmla="*/ 52599 w 71996"/>
                  <a:gd name="connsiteY19" fmla="*/ 36000 h 71998"/>
                  <a:gd name="connsiteX20" fmla="*/ 51335 w 71996"/>
                  <a:gd name="connsiteY20" fmla="*/ 29647 h 71998"/>
                  <a:gd name="connsiteX21" fmla="*/ 47735 w 71996"/>
                  <a:gd name="connsiteY21" fmla="*/ 24263 h 71998"/>
                  <a:gd name="connsiteX22" fmla="*/ 42351 w 71996"/>
                  <a:gd name="connsiteY22" fmla="*/ 20663 h 71998"/>
                  <a:gd name="connsiteX23" fmla="*/ 35998 w 71996"/>
                  <a:gd name="connsiteY23" fmla="*/ 19400 h 71998"/>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Lst>
                <a:rect l="l" t="t" r="r" b="b"/>
                <a:pathLst>
                  <a:path w="71996" h="71998">
                    <a:moveTo>
                      <a:pt x="35998" y="71998"/>
                    </a:moveTo>
                    <a:cubicBezTo>
                      <a:pt x="28882" y="71998"/>
                      <a:pt x="21920" y="69887"/>
                      <a:pt x="15997" y="65934"/>
                    </a:cubicBezTo>
                    <a:cubicBezTo>
                      <a:pt x="10081" y="61975"/>
                      <a:pt x="5467" y="56354"/>
                      <a:pt x="2740" y="49777"/>
                    </a:cubicBezTo>
                    <a:cubicBezTo>
                      <a:pt x="19" y="43199"/>
                      <a:pt x="-700" y="35961"/>
                      <a:pt x="693" y="28973"/>
                    </a:cubicBezTo>
                    <a:cubicBezTo>
                      <a:pt x="2079" y="21992"/>
                      <a:pt x="5512" y="15581"/>
                      <a:pt x="10543" y="10544"/>
                    </a:cubicBezTo>
                    <a:cubicBezTo>
                      <a:pt x="15580" y="5507"/>
                      <a:pt x="21997" y="2080"/>
                      <a:pt x="28978" y="694"/>
                    </a:cubicBezTo>
                    <a:cubicBezTo>
                      <a:pt x="35960" y="-698"/>
                      <a:pt x="43198" y="14"/>
                      <a:pt x="49775" y="2741"/>
                    </a:cubicBezTo>
                    <a:cubicBezTo>
                      <a:pt x="56352" y="5462"/>
                      <a:pt x="61980" y="10082"/>
                      <a:pt x="65933" y="15998"/>
                    </a:cubicBezTo>
                    <a:cubicBezTo>
                      <a:pt x="69886" y="21921"/>
                      <a:pt x="71997" y="28877"/>
                      <a:pt x="71997" y="36000"/>
                    </a:cubicBezTo>
                    <a:cubicBezTo>
                      <a:pt x="71997" y="45548"/>
                      <a:pt x="68204" y="54705"/>
                      <a:pt x="61454" y="61455"/>
                    </a:cubicBezTo>
                    <a:cubicBezTo>
                      <a:pt x="54703" y="68206"/>
                      <a:pt x="45547" y="71998"/>
                      <a:pt x="35998" y="71998"/>
                    </a:cubicBezTo>
                    <a:close/>
                    <a:moveTo>
                      <a:pt x="35998" y="19400"/>
                    </a:moveTo>
                    <a:cubicBezTo>
                      <a:pt x="32719" y="19400"/>
                      <a:pt x="29511" y="20375"/>
                      <a:pt x="26777" y="22197"/>
                    </a:cubicBezTo>
                    <a:cubicBezTo>
                      <a:pt x="24050" y="24026"/>
                      <a:pt x="21920" y="26618"/>
                      <a:pt x="20668" y="29647"/>
                    </a:cubicBezTo>
                    <a:cubicBezTo>
                      <a:pt x="19411" y="32682"/>
                      <a:pt x="19083" y="36019"/>
                      <a:pt x="19719" y="39240"/>
                    </a:cubicBezTo>
                    <a:cubicBezTo>
                      <a:pt x="20360" y="42455"/>
                      <a:pt x="21945" y="45413"/>
                      <a:pt x="24262" y="47736"/>
                    </a:cubicBezTo>
                    <a:cubicBezTo>
                      <a:pt x="26585" y="50059"/>
                      <a:pt x="29543" y="51638"/>
                      <a:pt x="32764" y="52279"/>
                    </a:cubicBezTo>
                    <a:cubicBezTo>
                      <a:pt x="35979" y="52921"/>
                      <a:pt x="39316" y="52587"/>
                      <a:pt x="42351" y="51336"/>
                    </a:cubicBezTo>
                    <a:cubicBezTo>
                      <a:pt x="45386" y="50078"/>
                      <a:pt x="47978" y="47948"/>
                      <a:pt x="49801" y="45221"/>
                    </a:cubicBezTo>
                    <a:cubicBezTo>
                      <a:pt x="51623" y="42494"/>
                      <a:pt x="52599" y="39285"/>
                      <a:pt x="52599" y="36000"/>
                    </a:cubicBezTo>
                    <a:cubicBezTo>
                      <a:pt x="52599" y="33818"/>
                      <a:pt x="52169" y="31662"/>
                      <a:pt x="51335" y="29647"/>
                    </a:cubicBezTo>
                    <a:cubicBezTo>
                      <a:pt x="50500" y="27632"/>
                      <a:pt x="49275" y="25803"/>
                      <a:pt x="47735" y="24263"/>
                    </a:cubicBezTo>
                    <a:cubicBezTo>
                      <a:pt x="46194" y="22723"/>
                      <a:pt x="44366" y="21498"/>
                      <a:pt x="42351" y="20663"/>
                    </a:cubicBezTo>
                    <a:cubicBezTo>
                      <a:pt x="40336" y="19829"/>
                      <a:pt x="38180" y="19400"/>
                      <a:pt x="35998" y="19400"/>
                    </a:cubicBezTo>
                    <a:close/>
                  </a:path>
                </a:pathLst>
              </a:custGeom>
              <a:solidFill>
                <a:srgbClr val="2C5967"/>
              </a:solidFill>
              <a:ln w="6417" cap="flat">
                <a:noFill/>
                <a:prstDash val="solid"/>
                <a:miter/>
              </a:ln>
            </p:spPr>
            <p:txBody>
              <a:bodyPr rtlCol="0" anchor="ctr"/>
              <a:lstStyle/>
              <a:p>
                <a:endParaRPr lang="en-US"/>
              </a:p>
            </p:txBody>
          </p:sp>
        </p:grpSp>
      </p:grpSp>
      <p:grpSp>
        <p:nvGrpSpPr>
          <p:cNvPr id="181" name="Group 180">
            <a:extLst>
              <a:ext uri="{FF2B5EF4-FFF2-40B4-BE49-F238E27FC236}">
                <a16:creationId xmlns:a16="http://schemas.microsoft.com/office/drawing/2014/main" id="{E399DEAC-926D-5E33-9916-83C3E6EA5072}"/>
              </a:ext>
            </a:extLst>
          </p:cNvPr>
          <p:cNvGrpSpPr/>
          <p:nvPr/>
        </p:nvGrpSpPr>
        <p:grpSpPr>
          <a:xfrm>
            <a:off x="9740183" y="4767111"/>
            <a:ext cx="942408" cy="851352"/>
            <a:chOff x="9785807" y="4706410"/>
            <a:chExt cx="942408" cy="851352"/>
          </a:xfrm>
        </p:grpSpPr>
        <p:sp>
          <p:nvSpPr>
            <p:cNvPr id="148" name="Rectangle 147">
              <a:extLst>
                <a:ext uri="{FF2B5EF4-FFF2-40B4-BE49-F238E27FC236}">
                  <a16:creationId xmlns:a16="http://schemas.microsoft.com/office/drawing/2014/main" id="{D4938F04-E774-6B7F-8782-ADFB99521CC7}"/>
                </a:ext>
              </a:extLst>
            </p:cNvPr>
            <p:cNvSpPr/>
            <p:nvPr/>
          </p:nvSpPr>
          <p:spPr>
            <a:xfrm>
              <a:off x="9785807" y="5302957"/>
              <a:ext cx="942408" cy="254805"/>
            </a:xfrm>
            <a:prstGeom prst="rect">
              <a:avLst/>
            </a:prstGeom>
            <a:noFill/>
            <a:ln w="12700" cap="flat" cmpd="sng" algn="ctr">
              <a:noFill/>
              <a:prstDash val="solid"/>
              <a:miter lim="800000"/>
            </a:ln>
            <a:effectLst/>
            <a:scene3d>
              <a:camera prst="orthographicFront"/>
              <a:lightRig rig="soft" dir="t">
                <a:rot lat="0" lon="0" rev="20400000"/>
              </a:lightRig>
            </a:scene3d>
            <a:sp3d prstMaterial="plastic"/>
          </p:spPr>
          <p:txBody>
            <a:bodyPr lIns="30480" tIns="15240" rIns="30480" bIns="15240" rtlCol="0" anchor="t"/>
            <a:lstStyle/>
            <a:p>
              <a:pPr marL="0" marR="0" lvl="0" indent="0" algn="ctr" defTabSz="914400" eaLnBrk="1" fontAlgn="auto" latinLnBrk="0" hangingPunct="1">
                <a:lnSpc>
                  <a:spcPct val="100000"/>
                </a:lnSpc>
                <a:spcBef>
                  <a:spcPts val="0"/>
                </a:spcBef>
                <a:spcAft>
                  <a:spcPts val="0"/>
                </a:spcAft>
                <a:buClrTx/>
                <a:buSzTx/>
                <a:buFontTx/>
                <a:buNone/>
                <a:tabLst/>
                <a:defRPr/>
              </a:pPr>
              <a:r>
                <a:rPr lang="en-US" sz="1050" kern="0" dirty="0">
                  <a:solidFill>
                    <a:srgbClr val="FCFBFA">
                      <a:lumMod val="10000"/>
                    </a:srgbClr>
                  </a:solidFill>
                  <a:cs typeface="NVIDIA Sans" panose="020B0503020203020204" pitchFamily="34" charset="0"/>
                </a:rPr>
                <a:t>Workflow &amp; Task AI</a:t>
              </a:r>
            </a:p>
          </p:txBody>
        </p:sp>
        <p:grpSp>
          <p:nvGrpSpPr>
            <p:cNvPr id="175" name="Graphic 2">
              <a:extLst>
                <a:ext uri="{FF2B5EF4-FFF2-40B4-BE49-F238E27FC236}">
                  <a16:creationId xmlns:a16="http://schemas.microsoft.com/office/drawing/2014/main" id="{7009F508-7CFE-16BA-1519-01C88B5A33D3}"/>
                </a:ext>
              </a:extLst>
            </p:cNvPr>
            <p:cNvGrpSpPr/>
            <p:nvPr/>
          </p:nvGrpSpPr>
          <p:grpSpPr>
            <a:xfrm>
              <a:off x="9998352" y="4706410"/>
              <a:ext cx="513347" cy="513347"/>
              <a:chOff x="1081237" y="3749841"/>
              <a:chExt cx="513347" cy="513347"/>
            </a:xfrm>
          </p:grpSpPr>
          <p:sp>
            <p:nvSpPr>
              <p:cNvPr id="180" name="Freeform: Shape 179">
                <a:extLst>
                  <a:ext uri="{FF2B5EF4-FFF2-40B4-BE49-F238E27FC236}">
                    <a16:creationId xmlns:a16="http://schemas.microsoft.com/office/drawing/2014/main" id="{F97ABD8D-F8D9-4BE3-8196-D6FAB051E7C5}"/>
                  </a:ext>
                </a:extLst>
              </p:cNvPr>
              <p:cNvSpPr/>
              <p:nvPr/>
            </p:nvSpPr>
            <p:spPr>
              <a:xfrm>
                <a:off x="1081237" y="3749841"/>
                <a:ext cx="513347" cy="513347"/>
              </a:xfrm>
              <a:custGeom>
                <a:avLst/>
                <a:gdLst>
                  <a:gd name="connsiteX0" fmla="*/ 501123 w 513347"/>
                  <a:gd name="connsiteY0" fmla="*/ 12224 h 513347"/>
                  <a:gd name="connsiteX1" fmla="*/ 501123 w 513347"/>
                  <a:gd name="connsiteY1" fmla="*/ 139335 h 513347"/>
                  <a:gd name="connsiteX2" fmla="*/ 374012 w 513347"/>
                  <a:gd name="connsiteY2" fmla="*/ 139335 h 513347"/>
                  <a:gd name="connsiteX3" fmla="*/ 374012 w 513347"/>
                  <a:gd name="connsiteY3" fmla="*/ 90445 h 513347"/>
                  <a:gd name="connsiteX4" fmla="*/ 347119 w 513347"/>
                  <a:gd name="connsiteY4" fmla="*/ 124673 h 513347"/>
                  <a:gd name="connsiteX5" fmla="*/ 347119 w 513347"/>
                  <a:gd name="connsiteY5" fmla="*/ 249339 h 513347"/>
                  <a:gd name="connsiteX6" fmla="*/ 400899 w 513347"/>
                  <a:gd name="connsiteY6" fmla="*/ 249339 h 513347"/>
                  <a:gd name="connsiteX7" fmla="*/ 400899 w 513347"/>
                  <a:gd name="connsiteY7" fmla="*/ 376457 h 513347"/>
                  <a:gd name="connsiteX8" fmla="*/ 347119 w 513347"/>
                  <a:gd name="connsiteY8" fmla="*/ 376457 h 513347"/>
                  <a:gd name="connsiteX9" fmla="*/ 347119 w 513347"/>
                  <a:gd name="connsiteY9" fmla="*/ 426566 h 513347"/>
                  <a:gd name="connsiteX10" fmla="*/ 272562 w 513347"/>
                  <a:gd name="connsiteY10" fmla="*/ 501123 h 513347"/>
                  <a:gd name="connsiteX11" fmla="*/ 198004 w 513347"/>
                  <a:gd name="connsiteY11" fmla="*/ 426566 h 513347"/>
                  <a:gd name="connsiteX12" fmla="*/ 198004 w 513347"/>
                  <a:gd name="connsiteY12" fmla="*/ 86781 h 513347"/>
                  <a:gd name="connsiteX13" fmla="*/ 141780 w 513347"/>
                  <a:gd name="connsiteY13" fmla="*/ 30557 h 513347"/>
                  <a:gd name="connsiteX14" fmla="*/ 84337 w 513347"/>
                  <a:gd name="connsiteY14" fmla="*/ 86781 h 513347"/>
                  <a:gd name="connsiteX15" fmla="*/ 84337 w 513347"/>
                  <a:gd name="connsiteY15" fmla="*/ 127118 h 513347"/>
                  <a:gd name="connsiteX16" fmla="*/ 138116 w 513347"/>
                  <a:gd name="connsiteY16" fmla="*/ 127118 h 513347"/>
                  <a:gd name="connsiteX17" fmla="*/ 138116 w 513347"/>
                  <a:gd name="connsiteY17" fmla="*/ 254229 h 513347"/>
                  <a:gd name="connsiteX18" fmla="*/ 84337 w 513347"/>
                  <a:gd name="connsiteY18" fmla="*/ 254229 h 513347"/>
                  <a:gd name="connsiteX19" fmla="*/ 84337 w 513347"/>
                  <a:gd name="connsiteY19" fmla="*/ 374012 h 513347"/>
                  <a:gd name="connsiteX20" fmla="*/ 138116 w 513347"/>
                  <a:gd name="connsiteY20" fmla="*/ 374012 h 513347"/>
                  <a:gd name="connsiteX21" fmla="*/ 138116 w 513347"/>
                  <a:gd name="connsiteY21" fmla="*/ 501123 h 513347"/>
                  <a:gd name="connsiteX22" fmla="*/ 12224 w 513347"/>
                  <a:gd name="connsiteY22" fmla="*/ 501123 h 513347"/>
                  <a:gd name="connsiteX23" fmla="*/ 12224 w 513347"/>
                  <a:gd name="connsiteY23" fmla="*/ 374012 h 513347"/>
                  <a:gd name="connsiteX24" fmla="*/ 66004 w 513347"/>
                  <a:gd name="connsiteY24" fmla="*/ 374012 h 513347"/>
                  <a:gd name="connsiteX25" fmla="*/ 66004 w 513347"/>
                  <a:gd name="connsiteY25" fmla="*/ 254229 h 513347"/>
                  <a:gd name="connsiteX26" fmla="*/ 12224 w 513347"/>
                  <a:gd name="connsiteY26" fmla="*/ 254229 h 513347"/>
                  <a:gd name="connsiteX27" fmla="*/ 12224 w 513347"/>
                  <a:gd name="connsiteY27" fmla="*/ 127118 h 513347"/>
                  <a:gd name="connsiteX28" fmla="*/ 66004 w 513347"/>
                  <a:gd name="connsiteY28" fmla="*/ 127118 h 513347"/>
                  <a:gd name="connsiteX29" fmla="*/ 66004 w 513347"/>
                  <a:gd name="connsiteY29" fmla="*/ 86781 h 513347"/>
                  <a:gd name="connsiteX30" fmla="*/ 141780 w 513347"/>
                  <a:gd name="connsiteY30" fmla="*/ 12224 h 513347"/>
                  <a:gd name="connsiteX31" fmla="*/ 216337 w 513347"/>
                  <a:gd name="connsiteY31" fmla="*/ 86781 h 513347"/>
                  <a:gd name="connsiteX32" fmla="*/ 216337 w 513347"/>
                  <a:gd name="connsiteY32" fmla="*/ 426566 h 513347"/>
                  <a:gd name="connsiteX33" fmla="*/ 272562 w 513347"/>
                  <a:gd name="connsiteY33" fmla="*/ 482790 h 513347"/>
                  <a:gd name="connsiteX34" fmla="*/ 328786 w 513347"/>
                  <a:gd name="connsiteY34" fmla="*/ 426566 h 513347"/>
                  <a:gd name="connsiteX35" fmla="*/ 328786 w 513347"/>
                  <a:gd name="connsiteY35" fmla="*/ 376457 h 513347"/>
                  <a:gd name="connsiteX36" fmla="*/ 275007 w 513347"/>
                  <a:gd name="connsiteY36" fmla="*/ 376457 h 513347"/>
                  <a:gd name="connsiteX37" fmla="*/ 275007 w 513347"/>
                  <a:gd name="connsiteY37" fmla="*/ 249339 h 513347"/>
                  <a:gd name="connsiteX38" fmla="*/ 328786 w 513347"/>
                  <a:gd name="connsiteY38" fmla="*/ 249339 h 513347"/>
                  <a:gd name="connsiteX39" fmla="*/ 328786 w 513347"/>
                  <a:gd name="connsiteY39" fmla="*/ 124673 h 513347"/>
                  <a:gd name="connsiteX40" fmla="*/ 374012 w 513347"/>
                  <a:gd name="connsiteY40" fmla="*/ 72113 h 513347"/>
                  <a:gd name="connsiteX41" fmla="*/ 374012 w 513347"/>
                  <a:gd name="connsiteY41" fmla="*/ 12224 h 513347"/>
                  <a:gd name="connsiteX42" fmla="*/ 501123 w 513347"/>
                  <a:gd name="connsiteY42" fmla="*/ 12224 h 513347"/>
                  <a:gd name="connsiteX43" fmla="*/ 513347 w 513347"/>
                  <a:gd name="connsiteY43" fmla="*/ 0 h 513347"/>
                  <a:gd name="connsiteX44" fmla="*/ 501123 w 513347"/>
                  <a:gd name="connsiteY44" fmla="*/ 0 h 513347"/>
                  <a:gd name="connsiteX45" fmla="*/ 374012 w 513347"/>
                  <a:gd name="connsiteY45" fmla="*/ 0 h 513347"/>
                  <a:gd name="connsiteX46" fmla="*/ 361788 w 513347"/>
                  <a:gd name="connsiteY46" fmla="*/ 0 h 513347"/>
                  <a:gd name="connsiteX47" fmla="*/ 361788 w 513347"/>
                  <a:gd name="connsiteY47" fmla="*/ 12224 h 513347"/>
                  <a:gd name="connsiteX48" fmla="*/ 361788 w 513347"/>
                  <a:gd name="connsiteY48" fmla="*/ 62333 h 513347"/>
                  <a:gd name="connsiteX49" fmla="*/ 316562 w 513347"/>
                  <a:gd name="connsiteY49" fmla="*/ 124673 h 513347"/>
                  <a:gd name="connsiteX50" fmla="*/ 316562 w 513347"/>
                  <a:gd name="connsiteY50" fmla="*/ 237115 h 513347"/>
                  <a:gd name="connsiteX51" fmla="*/ 275007 w 513347"/>
                  <a:gd name="connsiteY51" fmla="*/ 237115 h 513347"/>
                  <a:gd name="connsiteX52" fmla="*/ 262783 w 513347"/>
                  <a:gd name="connsiteY52" fmla="*/ 237115 h 513347"/>
                  <a:gd name="connsiteX53" fmla="*/ 262783 w 513347"/>
                  <a:gd name="connsiteY53" fmla="*/ 249339 h 513347"/>
                  <a:gd name="connsiteX54" fmla="*/ 262783 w 513347"/>
                  <a:gd name="connsiteY54" fmla="*/ 376457 h 513347"/>
                  <a:gd name="connsiteX55" fmla="*/ 262783 w 513347"/>
                  <a:gd name="connsiteY55" fmla="*/ 388675 h 513347"/>
                  <a:gd name="connsiteX56" fmla="*/ 275007 w 513347"/>
                  <a:gd name="connsiteY56" fmla="*/ 388675 h 513347"/>
                  <a:gd name="connsiteX57" fmla="*/ 316562 w 513347"/>
                  <a:gd name="connsiteY57" fmla="*/ 388675 h 513347"/>
                  <a:gd name="connsiteX58" fmla="*/ 316562 w 513347"/>
                  <a:gd name="connsiteY58" fmla="*/ 426566 h 513347"/>
                  <a:gd name="connsiteX59" fmla="*/ 272562 w 513347"/>
                  <a:gd name="connsiteY59" fmla="*/ 470566 h 513347"/>
                  <a:gd name="connsiteX60" fmla="*/ 228562 w 513347"/>
                  <a:gd name="connsiteY60" fmla="*/ 426566 h 513347"/>
                  <a:gd name="connsiteX61" fmla="*/ 228562 w 513347"/>
                  <a:gd name="connsiteY61" fmla="*/ 86781 h 513347"/>
                  <a:gd name="connsiteX62" fmla="*/ 141780 w 513347"/>
                  <a:gd name="connsiteY62" fmla="*/ 0 h 513347"/>
                  <a:gd name="connsiteX63" fmla="*/ 53780 w 513347"/>
                  <a:gd name="connsiteY63" fmla="*/ 86781 h 513347"/>
                  <a:gd name="connsiteX64" fmla="*/ 53780 w 513347"/>
                  <a:gd name="connsiteY64" fmla="*/ 114894 h 513347"/>
                  <a:gd name="connsiteX65" fmla="*/ 12224 w 513347"/>
                  <a:gd name="connsiteY65" fmla="*/ 114894 h 513347"/>
                  <a:gd name="connsiteX66" fmla="*/ 0 w 513347"/>
                  <a:gd name="connsiteY66" fmla="*/ 114894 h 513347"/>
                  <a:gd name="connsiteX67" fmla="*/ 0 w 513347"/>
                  <a:gd name="connsiteY67" fmla="*/ 127118 h 513347"/>
                  <a:gd name="connsiteX68" fmla="*/ 0 w 513347"/>
                  <a:gd name="connsiteY68" fmla="*/ 254229 h 513347"/>
                  <a:gd name="connsiteX69" fmla="*/ 0 w 513347"/>
                  <a:gd name="connsiteY69" fmla="*/ 266453 h 513347"/>
                  <a:gd name="connsiteX70" fmla="*/ 12224 w 513347"/>
                  <a:gd name="connsiteY70" fmla="*/ 266453 h 513347"/>
                  <a:gd name="connsiteX71" fmla="*/ 53780 w 513347"/>
                  <a:gd name="connsiteY71" fmla="*/ 266453 h 513347"/>
                  <a:gd name="connsiteX72" fmla="*/ 53780 w 513347"/>
                  <a:gd name="connsiteY72" fmla="*/ 361788 h 513347"/>
                  <a:gd name="connsiteX73" fmla="*/ 12224 w 513347"/>
                  <a:gd name="connsiteY73" fmla="*/ 361788 h 513347"/>
                  <a:gd name="connsiteX74" fmla="*/ 0 w 513347"/>
                  <a:gd name="connsiteY74" fmla="*/ 361788 h 513347"/>
                  <a:gd name="connsiteX75" fmla="*/ 0 w 513347"/>
                  <a:gd name="connsiteY75" fmla="*/ 374012 h 513347"/>
                  <a:gd name="connsiteX76" fmla="*/ 0 w 513347"/>
                  <a:gd name="connsiteY76" fmla="*/ 501123 h 513347"/>
                  <a:gd name="connsiteX77" fmla="*/ 0 w 513347"/>
                  <a:gd name="connsiteY77" fmla="*/ 513347 h 513347"/>
                  <a:gd name="connsiteX78" fmla="*/ 12224 w 513347"/>
                  <a:gd name="connsiteY78" fmla="*/ 513347 h 513347"/>
                  <a:gd name="connsiteX79" fmla="*/ 139335 w 513347"/>
                  <a:gd name="connsiteY79" fmla="*/ 513347 h 513347"/>
                  <a:gd name="connsiteX80" fmla="*/ 151559 w 513347"/>
                  <a:gd name="connsiteY80" fmla="*/ 513347 h 513347"/>
                  <a:gd name="connsiteX81" fmla="*/ 151559 w 513347"/>
                  <a:gd name="connsiteY81" fmla="*/ 501123 h 513347"/>
                  <a:gd name="connsiteX82" fmla="*/ 151559 w 513347"/>
                  <a:gd name="connsiteY82" fmla="*/ 374012 h 513347"/>
                  <a:gd name="connsiteX83" fmla="*/ 151559 w 513347"/>
                  <a:gd name="connsiteY83" fmla="*/ 361788 h 513347"/>
                  <a:gd name="connsiteX84" fmla="*/ 139335 w 513347"/>
                  <a:gd name="connsiteY84" fmla="*/ 361788 h 513347"/>
                  <a:gd name="connsiteX85" fmla="*/ 96561 w 513347"/>
                  <a:gd name="connsiteY85" fmla="*/ 361788 h 513347"/>
                  <a:gd name="connsiteX86" fmla="*/ 96561 w 513347"/>
                  <a:gd name="connsiteY86" fmla="*/ 266453 h 513347"/>
                  <a:gd name="connsiteX87" fmla="*/ 138116 w 513347"/>
                  <a:gd name="connsiteY87" fmla="*/ 266453 h 513347"/>
                  <a:gd name="connsiteX88" fmla="*/ 150340 w 513347"/>
                  <a:gd name="connsiteY88" fmla="*/ 266453 h 513347"/>
                  <a:gd name="connsiteX89" fmla="*/ 150340 w 513347"/>
                  <a:gd name="connsiteY89" fmla="*/ 254229 h 513347"/>
                  <a:gd name="connsiteX90" fmla="*/ 150340 w 513347"/>
                  <a:gd name="connsiteY90" fmla="*/ 127118 h 513347"/>
                  <a:gd name="connsiteX91" fmla="*/ 150340 w 513347"/>
                  <a:gd name="connsiteY91" fmla="*/ 114894 h 513347"/>
                  <a:gd name="connsiteX92" fmla="*/ 138116 w 513347"/>
                  <a:gd name="connsiteY92" fmla="*/ 114894 h 513347"/>
                  <a:gd name="connsiteX93" fmla="*/ 96561 w 513347"/>
                  <a:gd name="connsiteY93" fmla="*/ 114894 h 513347"/>
                  <a:gd name="connsiteX94" fmla="*/ 96561 w 513347"/>
                  <a:gd name="connsiteY94" fmla="*/ 86781 h 513347"/>
                  <a:gd name="connsiteX95" fmla="*/ 140561 w 513347"/>
                  <a:gd name="connsiteY95" fmla="*/ 42781 h 513347"/>
                  <a:gd name="connsiteX96" fmla="*/ 184561 w 513347"/>
                  <a:gd name="connsiteY96" fmla="*/ 86781 h 513347"/>
                  <a:gd name="connsiteX97" fmla="*/ 184561 w 513347"/>
                  <a:gd name="connsiteY97" fmla="*/ 426566 h 513347"/>
                  <a:gd name="connsiteX98" fmla="*/ 271343 w 513347"/>
                  <a:gd name="connsiteY98" fmla="*/ 513347 h 513347"/>
                  <a:gd name="connsiteX99" fmla="*/ 358124 w 513347"/>
                  <a:gd name="connsiteY99" fmla="*/ 426566 h 513347"/>
                  <a:gd name="connsiteX100" fmla="*/ 358124 w 513347"/>
                  <a:gd name="connsiteY100" fmla="*/ 388675 h 513347"/>
                  <a:gd name="connsiteX101" fmla="*/ 399679 w 513347"/>
                  <a:gd name="connsiteY101" fmla="*/ 388675 h 513347"/>
                  <a:gd name="connsiteX102" fmla="*/ 411897 w 513347"/>
                  <a:gd name="connsiteY102" fmla="*/ 388675 h 513347"/>
                  <a:gd name="connsiteX103" fmla="*/ 411897 w 513347"/>
                  <a:gd name="connsiteY103" fmla="*/ 376457 h 513347"/>
                  <a:gd name="connsiteX104" fmla="*/ 411897 w 513347"/>
                  <a:gd name="connsiteY104" fmla="*/ 249339 h 513347"/>
                  <a:gd name="connsiteX105" fmla="*/ 411897 w 513347"/>
                  <a:gd name="connsiteY105" fmla="*/ 237115 h 513347"/>
                  <a:gd name="connsiteX106" fmla="*/ 399679 w 513347"/>
                  <a:gd name="connsiteY106" fmla="*/ 237115 h 513347"/>
                  <a:gd name="connsiteX107" fmla="*/ 358124 w 513347"/>
                  <a:gd name="connsiteY107" fmla="*/ 237115 h 513347"/>
                  <a:gd name="connsiteX108" fmla="*/ 358124 w 513347"/>
                  <a:gd name="connsiteY108" fmla="*/ 124673 h 513347"/>
                  <a:gd name="connsiteX109" fmla="*/ 360562 w 513347"/>
                  <a:gd name="connsiteY109" fmla="*/ 113668 h 513347"/>
                  <a:gd name="connsiteX110" fmla="*/ 360562 w 513347"/>
                  <a:gd name="connsiteY110" fmla="*/ 138116 h 513347"/>
                  <a:gd name="connsiteX111" fmla="*/ 360562 w 513347"/>
                  <a:gd name="connsiteY111" fmla="*/ 150340 h 513347"/>
                  <a:gd name="connsiteX112" fmla="*/ 372786 w 513347"/>
                  <a:gd name="connsiteY112" fmla="*/ 150340 h 513347"/>
                  <a:gd name="connsiteX113" fmla="*/ 501123 w 513347"/>
                  <a:gd name="connsiteY113" fmla="*/ 150340 h 513347"/>
                  <a:gd name="connsiteX114" fmla="*/ 513347 w 513347"/>
                  <a:gd name="connsiteY114" fmla="*/ 150340 h 513347"/>
                  <a:gd name="connsiteX115" fmla="*/ 513347 w 513347"/>
                  <a:gd name="connsiteY115" fmla="*/ 138116 h 513347"/>
                  <a:gd name="connsiteX116" fmla="*/ 513347 w 513347"/>
                  <a:gd name="connsiteY116" fmla="*/ 12224 h 513347"/>
                  <a:gd name="connsiteX117" fmla="*/ 513347 w 513347"/>
                  <a:gd name="connsiteY117" fmla="*/ 0 h 513347"/>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 ang="0">
                    <a:pos x="connsiteX39" y="connsiteY39"/>
                  </a:cxn>
                  <a:cxn ang="0">
                    <a:pos x="connsiteX40" y="connsiteY40"/>
                  </a:cxn>
                  <a:cxn ang="0">
                    <a:pos x="connsiteX41" y="connsiteY41"/>
                  </a:cxn>
                  <a:cxn ang="0">
                    <a:pos x="connsiteX42" y="connsiteY42"/>
                  </a:cxn>
                  <a:cxn ang="0">
                    <a:pos x="connsiteX43" y="connsiteY43"/>
                  </a:cxn>
                  <a:cxn ang="0">
                    <a:pos x="connsiteX44" y="connsiteY44"/>
                  </a:cxn>
                  <a:cxn ang="0">
                    <a:pos x="connsiteX45" y="connsiteY45"/>
                  </a:cxn>
                  <a:cxn ang="0">
                    <a:pos x="connsiteX46" y="connsiteY46"/>
                  </a:cxn>
                  <a:cxn ang="0">
                    <a:pos x="connsiteX47" y="connsiteY47"/>
                  </a:cxn>
                  <a:cxn ang="0">
                    <a:pos x="connsiteX48" y="connsiteY48"/>
                  </a:cxn>
                  <a:cxn ang="0">
                    <a:pos x="connsiteX49" y="connsiteY49"/>
                  </a:cxn>
                  <a:cxn ang="0">
                    <a:pos x="connsiteX50" y="connsiteY50"/>
                  </a:cxn>
                  <a:cxn ang="0">
                    <a:pos x="connsiteX51" y="connsiteY51"/>
                  </a:cxn>
                  <a:cxn ang="0">
                    <a:pos x="connsiteX52" y="connsiteY52"/>
                  </a:cxn>
                  <a:cxn ang="0">
                    <a:pos x="connsiteX53" y="connsiteY53"/>
                  </a:cxn>
                  <a:cxn ang="0">
                    <a:pos x="connsiteX54" y="connsiteY54"/>
                  </a:cxn>
                  <a:cxn ang="0">
                    <a:pos x="connsiteX55" y="connsiteY55"/>
                  </a:cxn>
                  <a:cxn ang="0">
                    <a:pos x="connsiteX56" y="connsiteY56"/>
                  </a:cxn>
                  <a:cxn ang="0">
                    <a:pos x="connsiteX57" y="connsiteY57"/>
                  </a:cxn>
                  <a:cxn ang="0">
                    <a:pos x="connsiteX58" y="connsiteY58"/>
                  </a:cxn>
                  <a:cxn ang="0">
                    <a:pos x="connsiteX59" y="connsiteY59"/>
                  </a:cxn>
                  <a:cxn ang="0">
                    <a:pos x="connsiteX60" y="connsiteY60"/>
                  </a:cxn>
                  <a:cxn ang="0">
                    <a:pos x="connsiteX61" y="connsiteY61"/>
                  </a:cxn>
                  <a:cxn ang="0">
                    <a:pos x="connsiteX62" y="connsiteY62"/>
                  </a:cxn>
                  <a:cxn ang="0">
                    <a:pos x="connsiteX63" y="connsiteY63"/>
                  </a:cxn>
                  <a:cxn ang="0">
                    <a:pos x="connsiteX64" y="connsiteY64"/>
                  </a:cxn>
                  <a:cxn ang="0">
                    <a:pos x="connsiteX65" y="connsiteY65"/>
                  </a:cxn>
                  <a:cxn ang="0">
                    <a:pos x="connsiteX66" y="connsiteY66"/>
                  </a:cxn>
                  <a:cxn ang="0">
                    <a:pos x="connsiteX67" y="connsiteY67"/>
                  </a:cxn>
                  <a:cxn ang="0">
                    <a:pos x="connsiteX68" y="connsiteY68"/>
                  </a:cxn>
                  <a:cxn ang="0">
                    <a:pos x="connsiteX69" y="connsiteY69"/>
                  </a:cxn>
                  <a:cxn ang="0">
                    <a:pos x="connsiteX70" y="connsiteY70"/>
                  </a:cxn>
                  <a:cxn ang="0">
                    <a:pos x="connsiteX71" y="connsiteY71"/>
                  </a:cxn>
                  <a:cxn ang="0">
                    <a:pos x="connsiteX72" y="connsiteY72"/>
                  </a:cxn>
                  <a:cxn ang="0">
                    <a:pos x="connsiteX73" y="connsiteY73"/>
                  </a:cxn>
                  <a:cxn ang="0">
                    <a:pos x="connsiteX74" y="connsiteY74"/>
                  </a:cxn>
                  <a:cxn ang="0">
                    <a:pos x="connsiteX75" y="connsiteY75"/>
                  </a:cxn>
                  <a:cxn ang="0">
                    <a:pos x="connsiteX76" y="connsiteY76"/>
                  </a:cxn>
                  <a:cxn ang="0">
                    <a:pos x="connsiteX77" y="connsiteY77"/>
                  </a:cxn>
                  <a:cxn ang="0">
                    <a:pos x="connsiteX78" y="connsiteY78"/>
                  </a:cxn>
                  <a:cxn ang="0">
                    <a:pos x="connsiteX79" y="connsiteY79"/>
                  </a:cxn>
                  <a:cxn ang="0">
                    <a:pos x="connsiteX80" y="connsiteY80"/>
                  </a:cxn>
                  <a:cxn ang="0">
                    <a:pos x="connsiteX81" y="connsiteY81"/>
                  </a:cxn>
                  <a:cxn ang="0">
                    <a:pos x="connsiteX82" y="connsiteY82"/>
                  </a:cxn>
                  <a:cxn ang="0">
                    <a:pos x="connsiteX83" y="connsiteY83"/>
                  </a:cxn>
                  <a:cxn ang="0">
                    <a:pos x="connsiteX84" y="connsiteY84"/>
                  </a:cxn>
                  <a:cxn ang="0">
                    <a:pos x="connsiteX85" y="connsiteY85"/>
                  </a:cxn>
                  <a:cxn ang="0">
                    <a:pos x="connsiteX86" y="connsiteY86"/>
                  </a:cxn>
                  <a:cxn ang="0">
                    <a:pos x="connsiteX87" y="connsiteY87"/>
                  </a:cxn>
                  <a:cxn ang="0">
                    <a:pos x="connsiteX88" y="connsiteY88"/>
                  </a:cxn>
                  <a:cxn ang="0">
                    <a:pos x="connsiteX89" y="connsiteY89"/>
                  </a:cxn>
                  <a:cxn ang="0">
                    <a:pos x="connsiteX90" y="connsiteY90"/>
                  </a:cxn>
                  <a:cxn ang="0">
                    <a:pos x="connsiteX91" y="connsiteY91"/>
                  </a:cxn>
                  <a:cxn ang="0">
                    <a:pos x="connsiteX92" y="connsiteY92"/>
                  </a:cxn>
                  <a:cxn ang="0">
                    <a:pos x="connsiteX93" y="connsiteY93"/>
                  </a:cxn>
                  <a:cxn ang="0">
                    <a:pos x="connsiteX94" y="connsiteY94"/>
                  </a:cxn>
                  <a:cxn ang="0">
                    <a:pos x="connsiteX95" y="connsiteY95"/>
                  </a:cxn>
                  <a:cxn ang="0">
                    <a:pos x="connsiteX96" y="connsiteY96"/>
                  </a:cxn>
                  <a:cxn ang="0">
                    <a:pos x="connsiteX97" y="connsiteY97"/>
                  </a:cxn>
                  <a:cxn ang="0">
                    <a:pos x="connsiteX98" y="connsiteY98"/>
                  </a:cxn>
                  <a:cxn ang="0">
                    <a:pos x="connsiteX99" y="connsiteY99"/>
                  </a:cxn>
                  <a:cxn ang="0">
                    <a:pos x="connsiteX100" y="connsiteY100"/>
                  </a:cxn>
                  <a:cxn ang="0">
                    <a:pos x="connsiteX101" y="connsiteY101"/>
                  </a:cxn>
                  <a:cxn ang="0">
                    <a:pos x="connsiteX102" y="connsiteY102"/>
                  </a:cxn>
                  <a:cxn ang="0">
                    <a:pos x="connsiteX103" y="connsiteY103"/>
                  </a:cxn>
                  <a:cxn ang="0">
                    <a:pos x="connsiteX104" y="connsiteY104"/>
                  </a:cxn>
                  <a:cxn ang="0">
                    <a:pos x="connsiteX105" y="connsiteY105"/>
                  </a:cxn>
                  <a:cxn ang="0">
                    <a:pos x="connsiteX106" y="connsiteY106"/>
                  </a:cxn>
                  <a:cxn ang="0">
                    <a:pos x="connsiteX107" y="connsiteY107"/>
                  </a:cxn>
                  <a:cxn ang="0">
                    <a:pos x="connsiteX108" y="connsiteY108"/>
                  </a:cxn>
                  <a:cxn ang="0">
                    <a:pos x="connsiteX109" y="connsiteY109"/>
                  </a:cxn>
                  <a:cxn ang="0">
                    <a:pos x="connsiteX110" y="connsiteY110"/>
                  </a:cxn>
                  <a:cxn ang="0">
                    <a:pos x="connsiteX111" y="connsiteY111"/>
                  </a:cxn>
                  <a:cxn ang="0">
                    <a:pos x="connsiteX112" y="connsiteY112"/>
                  </a:cxn>
                  <a:cxn ang="0">
                    <a:pos x="connsiteX113" y="connsiteY113"/>
                  </a:cxn>
                  <a:cxn ang="0">
                    <a:pos x="connsiteX114" y="connsiteY114"/>
                  </a:cxn>
                  <a:cxn ang="0">
                    <a:pos x="connsiteX115" y="connsiteY115"/>
                  </a:cxn>
                  <a:cxn ang="0">
                    <a:pos x="connsiteX116" y="connsiteY116"/>
                  </a:cxn>
                  <a:cxn ang="0">
                    <a:pos x="connsiteX117" y="connsiteY117"/>
                  </a:cxn>
                </a:cxnLst>
                <a:rect l="l" t="t" r="r" b="b"/>
                <a:pathLst>
                  <a:path w="513347" h="513347">
                    <a:moveTo>
                      <a:pt x="501123" y="12224"/>
                    </a:moveTo>
                    <a:lnTo>
                      <a:pt x="501123" y="139335"/>
                    </a:lnTo>
                    <a:lnTo>
                      <a:pt x="374012" y="139335"/>
                    </a:lnTo>
                    <a:lnTo>
                      <a:pt x="374012" y="90445"/>
                    </a:lnTo>
                    <a:cubicBezTo>
                      <a:pt x="358124" y="94116"/>
                      <a:pt x="347119" y="108778"/>
                      <a:pt x="347119" y="124673"/>
                    </a:cubicBezTo>
                    <a:lnTo>
                      <a:pt x="347119" y="249339"/>
                    </a:lnTo>
                    <a:lnTo>
                      <a:pt x="400899" y="249339"/>
                    </a:lnTo>
                    <a:lnTo>
                      <a:pt x="400899" y="376457"/>
                    </a:lnTo>
                    <a:lnTo>
                      <a:pt x="347119" y="376457"/>
                    </a:lnTo>
                    <a:lnTo>
                      <a:pt x="347119" y="426566"/>
                    </a:lnTo>
                    <a:cubicBezTo>
                      <a:pt x="347119" y="468121"/>
                      <a:pt x="314117" y="501123"/>
                      <a:pt x="272562" y="501123"/>
                    </a:cubicBezTo>
                    <a:cubicBezTo>
                      <a:pt x="231006" y="501123"/>
                      <a:pt x="198004" y="468121"/>
                      <a:pt x="198004" y="426566"/>
                    </a:cubicBezTo>
                    <a:lnTo>
                      <a:pt x="198004" y="86781"/>
                    </a:lnTo>
                    <a:cubicBezTo>
                      <a:pt x="198004" y="56224"/>
                      <a:pt x="172337" y="30557"/>
                      <a:pt x="141780" y="30557"/>
                    </a:cubicBezTo>
                    <a:cubicBezTo>
                      <a:pt x="110004" y="30557"/>
                      <a:pt x="84337" y="56224"/>
                      <a:pt x="84337" y="86781"/>
                    </a:cubicBezTo>
                    <a:lnTo>
                      <a:pt x="84337" y="127118"/>
                    </a:lnTo>
                    <a:lnTo>
                      <a:pt x="138116" y="127118"/>
                    </a:lnTo>
                    <a:lnTo>
                      <a:pt x="138116" y="254229"/>
                    </a:lnTo>
                    <a:lnTo>
                      <a:pt x="84337" y="254229"/>
                    </a:lnTo>
                    <a:lnTo>
                      <a:pt x="84337" y="374012"/>
                    </a:lnTo>
                    <a:lnTo>
                      <a:pt x="138116" y="374012"/>
                    </a:lnTo>
                    <a:lnTo>
                      <a:pt x="138116" y="501123"/>
                    </a:lnTo>
                    <a:lnTo>
                      <a:pt x="12224" y="501123"/>
                    </a:lnTo>
                    <a:lnTo>
                      <a:pt x="12224" y="374012"/>
                    </a:lnTo>
                    <a:lnTo>
                      <a:pt x="66004" y="374012"/>
                    </a:lnTo>
                    <a:lnTo>
                      <a:pt x="66004" y="254229"/>
                    </a:lnTo>
                    <a:lnTo>
                      <a:pt x="12224" y="254229"/>
                    </a:lnTo>
                    <a:lnTo>
                      <a:pt x="12224" y="127118"/>
                    </a:lnTo>
                    <a:lnTo>
                      <a:pt x="66004" y="127118"/>
                    </a:lnTo>
                    <a:lnTo>
                      <a:pt x="66004" y="86781"/>
                    </a:lnTo>
                    <a:cubicBezTo>
                      <a:pt x="66004" y="45226"/>
                      <a:pt x="100225" y="12224"/>
                      <a:pt x="141780" y="12224"/>
                    </a:cubicBezTo>
                    <a:cubicBezTo>
                      <a:pt x="183336" y="12224"/>
                      <a:pt x="216337" y="45226"/>
                      <a:pt x="216337" y="86781"/>
                    </a:cubicBezTo>
                    <a:lnTo>
                      <a:pt x="216337" y="426566"/>
                    </a:lnTo>
                    <a:cubicBezTo>
                      <a:pt x="216337" y="457123"/>
                      <a:pt x="242005" y="482790"/>
                      <a:pt x="272562" y="482790"/>
                    </a:cubicBezTo>
                    <a:cubicBezTo>
                      <a:pt x="303119" y="482790"/>
                      <a:pt x="328786" y="457123"/>
                      <a:pt x="328786" y="426566"/>
                    </a:cubicBezTo>
                    <a:lnTo>
                      <a:pt x="328786" y="376457"/>
                    </a:lnTo>
                    <a:lnTo>
                      <a:pt x="275007" y="376457"/>
                    </a:lnTo>
                    <a:lnTo>
                      <a:pt x="275007" y="249339"/>
                    </a:lnTo>
                    <a:lnTo>
                      <a:pt x="328786" y="249339"/>
                    </a:lnTo>
                    <a:lnTo>
                      <a:pt x="328786" y="124673"/>
                    </a:lnTo>
                    <a:cubicBezTo>
                      <a:pt x="328786" y="97780"/>
                      <a:pt x="348345" y="75783"/>
                      <a:pt x="374012" y="72113"/>
                    </a:cubicBezTo>
                    <a:lnTo>
                      <a:pt x="374012" y="12224"/>
                    </a:lnTo>
                    <a:lnTo>
                      <a:pt x="501123" y="12224"/>
                    </a:lnTo>
                    <a:close/>
                    <a:moveTo>
                      <a:pt x="513347" y="0"/>
                    </a:moveTo>
                    <a:lnTo>
                      <a:pt x="501123" y="0"/>
                    </a:lnTo>
                    <a:lnTo>
                      <a:pt x="374012" y="0"/>
                    </a:lnTo>
                    <a:lnTo>
                      <a:pt x="361788" y="0"/>
                    </a:lnTo>
                    <a:lnTo>
                      <a:pt x="361788" y="12224"/>
                    </a:lnTo>
                    <a:lnTo>
                      <a:pt x="361788" y="62333"/>
                    </a:lnTo>
                    <a:cubicBezTo>
                      <a:pt x="334895" y="70893"/>
                      <a:pt x="316562" y="96561"/>
                      <a:pt x="316562" y="124673"/>
                    </a:cubicBezTo>
                    <a:lnTo>
                      <a:pt x="316562" y="237115"/>
                    </a:lnTo>
                    <a:lnTo>
                      <a:pt x="275007" y="237115"/>
                    </a:lnTo>
                    <a:lnTo>
                      <a:pt x="262783" y="237115"/>
                    </a:lnTo>
                    <a:lnTo>
                      <a:pt x="262783" y="249339"/>
                    </a:lnTo>
                    <a:lnTo>
                      <a:pt x="262783" y="376457"/>
                    </a:lnTo>
                    <a:lnTo>
                      <a:pt x="262783" y="388675"/>
                    </a:lnTo>
                    <a:lnTo>
                      <a:pt x="275007" y="388675"/>
                    </a:lnTo>
                    <a:lnTo>
                      <a:pt x="316562" y="388675"/>
                    </a:lnTo>
                    <a:lnTo>
                      <a:pt x="316562" y="426566"/>
                    </a:lnTo>
                    <a:cubicBezTo>
                      <a:pt x="316562" y="451014"/>
                      <a:pt x="297010" y="470566"/>
                      <a:pt x="272562" y="470566"/>
                    </a:cubicBezTo>
                    <a:cubicBezTo>
                      <a:pt x="248120" y="470566"/>
                      <a:pt x="228562" y="451014"/>
                      <a:pt x="228562" y="426566"/>
                    </a:cubicBezTo>
                    <a:lnTo>
                      <a:pt x="228562" y="86781"/>
                    </a:lnTo>
                    <a:cubicBezTo>
                      <a:pt x="228562" y="39111"/>
                      <a:pt x="189451" y="0"/>
                      <a:pt x="141780" y="0"/>
                    </a:cubicBezTo>
                    <a:cubicBezTo>
                      <a:pt x="92890" y="0"/>
                      <a:pt x="53780" y="39111"/>
                      <a:pt x="53780" y="86781"/>
                    </a:cubicBezTo>
                    <a:lnTo>
                      <a:pt x="53780" y="114894"/>
                    </a:lnTo>
                    <a:lnTo>
                      <a:pt x="12224" y="114894"/>
                    </a:lnTo>
                    <a:lnTo>
                      <a:pt x="0" y="114894"/>
                    </a:lnTo>
                    <a:lnTo>
                      <a:pt x="0" y="127118"/>
                    </a:lnTo>
                    <a:lnTo>
                      <a:pt x="0" y="254229"/>
                    </a:lnTo>
                    <a:lnTo>
                      <a:pt x="0" y="266453"/>
                    </a:lnTo>
                    <a:lnTo>
                      <a:pt x="12224" y="266453"/>
                    </a:lnTo>
                    <a:lnTo>
                      <a:pt x="53780" y="266453"/>
                    </a:lnTo>
                    <a:lnTo>
                      <a:pt x="53780" y="361788"/>
                    </a:lnTo>
                    <a:lnTo>
                      <a:pt x="12224" y="361788"/>
                    </a:lnTo>
                    <a:lnTo>
                      <a:pt x="0" y="361788"/>
                    </a:lnTo>
                    <a:lnTo>
                      <a:pt x="0" y="374012"/>
                    </a:lnTo>
                    <a:lnTo>
                      <a:pt x="0" y="501123"/>
                    </a:lnTo>
                    <a:lnTo>
                      <a:pt x="0" y="513347"/>
                    </a:lnTo>
                    <a:lnTo>
                      <a:pt x="12224" y="513347"/>
                    </a:lnTo>
                    <a:lnTo>
                      <a:pt x="139335" y="513347"/>
                    </a:lnTo>
                    <a:lnTo>
                      <a:pt x="151559" y="513347"/>
                    </a:lnTo>
                    <a:lnTo>
                      <a:pt x="151559" y="501123"/>
                    </a:lnTo>
                    <a:lnTo>
                      <a:pt x="151559" y="374012"/>
                    </a:lnTo>
                    <a:lnTo>
                      <a:pt x="151559" y="361788"/>
                    </a:lnTo>
                    <a:lnTo>
                      <a:pt x="139335" y="361788"/>
                    </a:lnTo>
                    <a:lnTo>
                      <a:pt x="96561" y="361788"/>
                    </a:lnTo>
                    <a:lnTo>
                      <a:pt x="96561" y="266453"/>
                    </a:lnTo>
                    <a:lnTo>
                      <a:pt x="138116" y="266453"/>
                    </a:lnTo>
                    <a:lnTo>
                      <a:pt x="150340" y="266453"/>
                    </a:lnTo>
                    <a:lnTo>
                      <a:pt x="150340" y="254229"/>
                    </a:lnTo>
                    <a:lnTo>
                      <a:pt x="150340" y="127118"/>
                    </a:lnTo>
                    <a:lnTo>
                      <a:pt x="150340" y="114894"/>
                    </a:lnTo>
                    <a:lnTo>
                      <a:pt x="138116" y="114894"/>
                    </a:lnTo>
                    <a:lnTo>
                      <a:pt x="96561" y="114894"/>
                    </a:lnTo>
                    <a:lnTo>
                      <a:pt x="96561" y="86781"/>
                    </a:lnTo>
                    <a:cubicBezTo>
                      <a:pt x="96561" y="62333"/>
                      <a:pt x="116113" y="42781"/>
                      <a:pt x="140561" y="42781"/>
                    </a:cubicBezTo>
                    <a:cubicBezTo>
                      <a:pt x="165003" y="42781"/>
                      <a:pt x="184561" y="62333"/>
                      <a:pt x="184561" y="86781"/>
                    </a:cubicBezTo>
                    <a:lnTo>
                      <a:pt x="184561" y="426566"/>
                    </a:lnTo>
                    <a:cubicBezTo>
                      <a:pt x="184561" y="474237"/>
                      <a:pt x="223672" y="513347"/>
                      <a:pt x="271343" y="513347"/>
                    </a:cubicBezTo>
                    <a:cubicBezTo>
                      <a:pt x="319007" y="513347"/>
                      <a:pt x="358124" y="474237"/>
                      <a:pt x="358124" y="426566"/>
                    </a:cubicBezTo>
                    <a:lnTo>
                      <a:pt x="358124" y="388675"/>
                    </a:lnTo>
                    <a:lnTo>
                      <a:pt x="399679" y="388675"/>
                    </a:lnTo>
                    <a:lnTo>
                      <a:pt x="411897" y="388675"/>
                    </a:lnTo>
                    <a:lnTo>
                      <a:pt x="411897" y="376457"/>
                    </a:lnTo>
                    <a:lnTo>
                      <a:pt x="411897" y="249339"/>
                    </a:lnTo>
                    <a:lnTo>
                      <a:pt x="411897" y="237115"/>
                    </a:lnTo>
                    <a:lnTo>
                      <a:pt x="399679" y="237115"/>
                    </a:lnTo>
                    <a:lnTo>
                      <a:pt x="358124" y="237115"/>
                    </a:lnTo>
                    <a:lnTo>
                      <a:pt x="358124" y="124673"/>
                    </a:lnTo>
                    <a:cubicBezTo>
                      <a:pt x="358124" y="121002"/>
                      <a:pt x="359343" y="117338"/>
                      <a:pt x="360562" y="113668"/>
                    </a:cubicBezTo>
                    <a:lnTo>
                      <a:pt x="360562" y="138116"/>
                    </a:lnTo>
                    <a:lnTo>
                      <a:pt x="360562" y="150340"/>
                    </a:lnTo>
                    <a:lnTo>
                      <a:pt x="372786" y="150340"/>
                    </a:lnTo>
                    <a:lnTo>
                      <a:pt x="501123" y="150340"/>
                    </a:lnTo>
                    <a:lnTo>
                      <a:pt x="513347" y="150340"/>
                    </a:lnTo>
                    <a:lnTo>
                      <a:pt x="513347" y="138116"/>
                    </a:lnTo>
                    <a:lnTo>
                      <a:pt x="513347" y="12224"/>
                    </a:lnTo>
                    <a:lnTo>
                      <a:pt x="513347" y="0"/>
                    </a:lnTo>
                    <a:close/>
                  </a:path>
                </a:pathLst>
              </a:custGeom>
              <a:solidFill>
                <a:srgbClr val="FFFFFF"/>
              </a:solidFill>
              <a:ln w="6417" cap="flat">
                <a:noFill/>
                <a:prstDash val="solid"/>
                <a:miter/>
              </a:ln>
            </p:spPr>
            <p:txBody>
              <a:bodyPr rtlCol="0" anchor="ctr"/>
              <a:lstStyle/>
              <a:p>
                <a:endParaRPr lang="en-US"/>
              </a:p>
            </p:txBody>
          </p:sp>
          <p:sp>
            <p:nvSpPr>
              <p:cNvPr id="178" name="Freeform: Shape 177">
                <a:extLst>
                  <a:ext uri="{FF2B5EF4-FFF2-40B4-BE49-F238E27FC236}">
                    <a16:creationId xmlns:a16="http://schemas.microsoft.com/office/drawing/2014/main" id="{2F09BD11-AE45-0F22-4DB7-DBCFD254628B}"/>
                  </a:ext>
                </a:extLst>
              </p:cNvPr>
              <p:cNvSpPr/>
              <p:nvPr/>
            </p:nvSpPr>
            <p:spPr>
              <a:xfrm>
                <a:off x="1093461" y="3762065"/>
                <a:ext cx="488899" cy="488899"/>
              </a:xfrm>
              <a:custGeom>
                <a:avLst/>
                <a:gdLst>
                  <a:gd name="connsiteX0" fmla="*/ 488899 w 488899"/>
                  <a:gd name="connsiteY0" fmla="*/ 127111 h 488899"/>
                  <a:gd name="connsiteX1" fmla="*/ 488899 w 488899"/>
                  <a:gd name="connsiteY1" fmla="*/ 0 h 488899"/>
                  <a:gd name="connsiteX2" fmla="*/ 361788 w 488899"/>
                  <a:gd name="connsiteY2" fmla="*/ 0 h 488899"/>
                  <a:gd name="connsiteX3" fmla="*/ 361788 w 488899"/>
                  <a:gd name="connsiteY3" fmla="*/ 59888 h 488899"/>
                  <a:gd name="connsiteX4" fmla="*/ 316562 w 488899"/>
                  <a:gd name="connsiteY4" fmla="*/ 112449 h 488899"/>
                  <a:gd name="connsiteX5" fmla="*/ 316562 w 488899"/>
                  <a:gd name="connsiteY5" fmla="*/ 237115 h 488899"/>
                  <a:gd name="connsiteX6" fmla="*/ 262783 w 488899"/>
                  <a:gd name="connsiteY6" fmla="*/ 237115 h 488899"/>
                  <a:gd name="connsiteX7" fmla="*/ 262783 w 488899"/>
                  <a:gd name="connsiteY7" fmla="*/ 364233 h 488899"/>
                  <a:gd name="connsiteX8" fmla="*/ 316562 w 488899"/>
                  <a:gd name="connsiteY8" fmla="*/ 364233 h 488899"/>
                  <a:gd name="connsiteX9" fmla="*/ 316562 w 488899"/>
                  <a:gd name="connsiteY9" fmla="*/ 414342 h 488899"/>
                  <a:gd name="connsiteX10" fmla="*/ 260338 w 488899"/>
                  <a:gd name="connsiteY10" fmla="*/ 470566 h 488899"/>
                  <a:gd name="connsiteX11" fmla="*/ 204113 w 488899"/>
                  <a:gd name="connsiteY11" fmla="*/ 414342 h 488899"/>
                  <a:gd name="connsiteX12" fmla="*/ 204113 w 488899"/>
                  <a:gd name="connsiteY12" fmla="*/ 74557 h 488899"/>
                  <a:gd name="connsiteX13" fmla="*/ 129556 w 488899"/>
                  <a:gd name="connsiteY13" fmla="*/ 0 h 488899"/>
                  <a:gd name="connsiteX14" fmla="*/ 53780 w 488899"/>
                  <a:gd name="connsiteY14" fmla="*/ 74557 h 488899"/>
                  <a:gd name="connsiteX15" fmla="*/ 53780 w 488899"/>
                  <a:gd name="connsiteY15" fmla="*/ 114894 h 488899"/>
                  <a:gd name="connsiteX16" fmla="*/ 0 w 488899"/>
                  <a:gd name="connsiteY16" fmla="*/ 114894 h 488899"/>
                  <a:gd name="connsiteX17" fmla="*/ 0 w 488899"/>
                  <a:gd name="connsiteY17" fmla="*/ 242005 h 488899"/>
                  <a:gd name="connsiteX18" fmla="*/ 53780 w 488899"/>
                  <a:gd name="connsiteY18" fmla="*/ 242005 h 488899"/>
                  <a:gd name="connsiteX19" fmla="*/ 53780 w 488899"/>
                  <a:gd name="connsiteY19" fmla="*/ 361788 h 488899"/>
                  <a:gd name="connsiteX20" fmla="*/ 0 w 488899"/>
                  <a:gd name="connsiteY20" fmla="*/ 361788 h 488899"/>
                  <a:gd name="connsiteX21" fmla="*/ 0 w 488899"/>
                  <a:gd name="connsiteY21" fmla="*/ 488899 h 488899"/>
                  <a:gd name="connsiteX22" fmla="*/ 127111 w 488899"/>
                  <a:gd name="connsiteY22" fmla="*/ 488899 h 488899"/>
                  <a:gd name="connsiteX23" fmla="*/ 127111 w 488899"/>
                  <a:gd name="connsiteY23" fmla="*/ 361788 h 488899"/>
                  <a:gd name="connsiteX24" fmla="*/ 72113 w 488899"/>
                  <a:gd name="connsiteY24" fmla="*/ 361788 h 488899"/>
                  <a:gd name="connsiteX25" fmla="*/ 72113 w 488899"/>
                  <a:gd name="connsiteY25" fmla="*/ 242005 h 488899"/>
                  <a:gd name="connsiteX26" fmla="*/ 125892 w 488899"/>
                  <a:gd name="connsiteY26" fmla="*/ 242005 h 488899"/>
                  <a:gd name="connsiteX27" fmla="*/ 125892 w 488899"/>
                  <a:gd name="connsiteY27" fmla="*/ 114894 h 488899"/>
                  <a:gd name="connsiteX28" fmla="*/ 72113 w 488899"/>
                  <a:gd name="connsiteY28" fmla="*/ 114894 h 488899"/>
                  <a:gd name="connsiteX29" fmla="*/ 72113 w 488899"/>
                  <a:gd name="connsiteY29" fmla="*/ 74557 h 488899"/>
                  <a:gd name="connsiteX30" fmla="*/ 128337 w 488899"/>
                  <a:gd name="connsiteY30" fmla="*/ 18333 h 488899"/>
                  <a:gd name="connsiteX31" fmla="*/ 184561 w 488899"/>
                  <a:gd name="connsiteY31" fmla="*/ 74557 h 488899"/>
                  <a:gd name="connsiteX32" fmla="*/ 184561 w 488899"/>
                  <a:gd name="connsiteY32" fmla="*/ 414342 h 488899"/>
                  <a:gd name="connsiteX33" fmla="*/ 259118 w 488899"/>
                  <a:gd name="connsiteY33" fmla="*/ 488899 h 488899"/>
                  <a:gd name="connsiteX34" fmla="*/ 333676 w 488899"/>
                  <a:gd name="connsiteY34" fmla="*/ 414342 h 488899"/>
                  <a:gd name="connsiteX35" fmla="*/ 333676 w 488899"/>
                  <a:gd name="connsiteY35" fmla="*/ 364233 h 488899"/>
                  <a:gd name="connsiteX36" fmla="*/ 387455 w 488899"/>
                  <a:gd name="connsiteY36" fmla="*/ 364233 h 488899"/>
                  <a:gd name="connsiteX37" fmla="*/ 387455 w 488899"/>
                  <a:gd name="connsiteY37" fmla="*/ 237115 h 488899"/>
                  <a:gd name="connsiteX38" fmla="*/ 333676 w 488899"/>
                  <a:gd name="connsiteY38" fmla="*/ 237115 h 488899"/>
                  <a:gd name="connsiteX39" fmla="*/ 333676 w 488899"/>
                  <a:gd name="connsiteY39" fmla="*/ 112449 h 488899"/>
                  <a:gd name="connsiteX40" fmla="*/ 360562 w 488899"/>
                  <a:gd name="connsiteY40" fmla="*/ 78221 h 488899"/>
                  <a:gd name="connsiteX41" fmla="*/ 360562 w 488899"/>
                  <a:gd name="connsiteY41" fmla="*/ 127111 h 488899"/>
                  <a:gd name="connsiteX42" fmla="*/ 488899 w 488899"/>
                  <a:gd name="connsiteY42" fmla="*/ 127111 h 488899"/>
                  <a:gd name="connsiteX43" fmla="*/ 108778 w 488899"/>
                  <a:gd name="connsiteY43" fmla="*/ 470566 h 488899"/>
                  <a:gd name="connsiteX44" fmla="*/ 18333 w 488899"/>
                  <a:gd name="connsiteY44" fmla="*/ 470566 h 488899"/>
                  <a:gd name="connsiteX45" fmla="*/ 18333 w 488899"/>
                  <a:gd name="connsiteY45" fmla="*/ 380121 h 488899"/>
                  <a:gd name="connsiteX46" fmla="*/ 108778 w 488899"/>
                  <a:gd name="connsiteY46" fmla="*/ 380121 h 488899"/>
                  <a:gd name="connsiteX47" fmla="*/ 108778 w 488899"/>
                  <a:gd name="connsiteY47" fmla="*/ 470566 h 488899"/>
                  <a:gd name="connsiteX48" fmla="*/ 108778 w 488899"/>
                  <a:gd name="connsiteY48" fmla="*/ 223672 h 488899"/>
                  <a:gd name="connsiteX49" fmla="*/ 18333 w 488899"/>
                  <a:gd name="connsiteY49" fmla="*/ 223672 h 488899"/>
                  <a:gd name="connsiteX50" fmla="*/ 18333 w 488899"/>
                  <a:gd name="connsiteY50" fmla="*/ 133226 h 488899"/>
                  <a:gd name="connsiteX51" fmla="*/ 108778 w 488899"/>
                  <a:gd name="connsiteY51" fmla="*/ 133226 h 488899"/>
                  <a:gd name="connsiteX52" fmla="*/ 108778 w 488899"/>
                  <a:gd name="connsiteY52" fmla="*/ 223672 h 488899"/>
                  <a:gd name="connsiteX53" fmla="*/ 371567 w 488899"/>
                  <a:gd name="connsiteY53" fmla="*/ 345900 h 488899"/>
                  <a:gd name="connsiteX54" fmla="*/ 281115 w 488899"/>
                  <a:gd name="connsiteY54" fmla="*/ 345900 h 488899"/>
                  <a:gd name="connsiteX55" fmla="*/ 281115 w 488899"/>
                  <a:gd name="connsiteY55" fmla="*/ 255448 h 488899"/>
                  <a:gd name="connsiteX56" fmla="*/ 371567 w 488899"/>
                  <a:gd name="connsiteY56" fmla="*/ 255448 h 488899"/>
                  <a:gd name="connsiteX57" fmla="*/ 371567 w 488899"/>
                  <a:gd name="connsiteY57" fmla="*/ 345900 h 488899"/>
                  <a:gd name="connsiteX58" fmla="*/ 470566 w 488899"/>
                  <a:gd name="connsiteY58" fmla="*/ 18333 h 488899"/>
                  <a:gd name="connsiteX59" fmla="*/ 470566 w 488899"/>
                  <a:gd name="connsiteY59" fmla="*/ 108778 h 488899"/>
                  <a:gd name="connsiteX60" fmla="*/ 380121 w 488899"/>
                  <a:gd name="connsiteY60" fmla="*/ 108778 h 488899"/>
                  <a:gd name="connsiteX61" fmla="*/ 380121 w 488899"/>
                  <a:gd name="connsiteY61" fmla="*/ 18333 h 488899"/>
                  <a:gd name="connsiteX62" fmla="*/ 470566 w 488899"/>
                  <a:gd name="connsiteY62" fmla="*/ 18333 h 488899"/>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 ang="0">
                    <a:pos x="connsiteX39" y="connsiteY39"/>
                  </a:cxn>
                  <a:cxn ang="0">
                    <a:pos x="connsiteX40" y="connsiteY40"/>
                  </a:cxn>
                  <a:cxn ang="0">
                    <a:pos x="connsiteX41" y="connsiteY41"/>
                  </a:cxn>
                  <a:cxn ang="0">
                    <a:pos x="connsiteX42" y="connsiteY42"/>
                  </a:cxn>
                  <a:cxn ang="0">
                    <a:pos x="connsiteX43" y="connsiteY43"/>
                  </a:cxn>
                  <a:cxn ang="0">
                    <a:pos x="connsiteX44" y="connsiteY44"/>
                  </a:cxn>
                  <a:cxn ang="0">
                    <a:pos x="connsiteX45" y="connsiteY45"/>
                  </a:cxn>
                  <a:cxn ang="0">
                    <a:pos x="connsiteX46" y="connsiteY46"/>
                  </a:cxn>
                  <a:cxn ang="0">
                    <a:pos x="connsiteX47" y="connsiteY47"/>
                  </a:cxn>
                  <a:cxn ang="0">
                    <a:pos x="connsiteX48" y="connsiteY48"/>
                  </a:cxn>
                  <a:cxn ang="0">
                    <a:pos x="connsiteX49" y="connsiteY49"/>
                  </a:cxn>
                  <a:cxn ang="0">
                    <a:pos x="connsiteX50" y="connsiteY50"/>
                  </a:cxn>
                  <a:cxn ang="0">
                    <a:pos x="connsiteX51" y="connsiteY51"/>
                  </a:cxn>
                  <a:cxn ang="0">
                    <a:pos x="connsiteX52" y="connsiteY52"/>
                  </a:cxn>
                  <a:cxn ang="0">
                    <a:pos x="connsiteX53" y="connsiteY53"/>
                  </a:cxn>
                  <a:cxn ang="0">
                    <a:pos x="connsiteX54" y="connsiteY54"/>
                  </a:cxn>
                  <a:cxn ang="0">
                    <a:pos x="connsiteX55" y="connsiteY55"/>
                  </a:cxn>
                  <a:cxn ang="0">
                    <a:pos x="connsiteX56" y="connsiteY56"/>
                  </a:cxn>
                  <a:cxn ang="0">
                    <a:pos x="connsiteX57" y="connsiteY57"/>
                  </a:cxn>
                  <a:cxn ang="0">
                    <a:pos x="connsiteX58" y="connsiteY58"/>
                  </a:cxn>
                  <a:cxn ang="0">
                    <a:pos x="connsiteX59" y="connsiteY59"/>
                  </a:cxn>
                  <a:cxn ang="0">
                    <a:pos x="connsiteX60" y="connsiteY60"/>
                  </a:cxn>
                  <a:cxn ang="0">
                    <a:pos x="connsiteX61" y="connsiteY61"/>
                  </a:cxn>
                  <a:cxn ang="0">
                    <a:pos x="connsiteX62" y="connsiteY62"/>
                  </a:cxn>
                </a:cxnLst>
                <a:rect l="l" t="t" r="r" b="b"/>
                <a:pathLst>
                  <a:path w="488899" h="488899">
                    <a:moveTo>
                      <a:pt x="488899" y="127111"/>
                    </a:moveTo>
                    <a:lnTo>
                      <a:pt x="488899" y="0"/>
                    </a:lnTo>
                    <a:lnTo>
                      <a:pt x="361788" y="0"/>
                    </a:lnTo>
                    <a:lnTo>
                      <a:pt x="361788" y="59888"/>
                    </a:lnTo>
                    <a:cubicBezTo>
                      <a:pt x="336121" y="63559"/>
                      <a:pt x="316562" y="86781"/>
                      <a:pt x="316562" y="112449"/>
                    </a:cubicBezTo>
                    <a:lnTo>
                      <a:pt x="316562" y="237115"/>
                    </a:lnTo>
                    <a:lnTo>
                      <a:pt x="262783" y="237115"/>
                    </a:lnTo>
                    <a:lnTo>
                      <a:pt x="262783" y="364233"/>
                    </a:lnTo>
                    <a:lnTo>
                      <a:pt x="316562" y="364233"/>
                    </a:lnTo>
                    <a:lnTo>
                      <a:pt x="316562" y="414342"/>
                    </a:lnTo>
                    <a:cubicBezTo>
                      <a:pt x="316562" y="444899"/>
                      <a:pt x="290895" y="470566"/>
                      <a:pt x="260338" y="470566"/>
                    </a:cubicBezTo>
                    <a:cubicBezTo>
                      <a:pt x="229781" y="470566"/>
                      <a:pt x="204113" y="444899"/>
                      <a:pt x="204113" y="414342"/>
                    </a:cubicBezTo>
                    <a:lnTo>
                      <a:pt x="204113" y="74557"/>
                    </a:lnTo>
                    <a:cubicBezTo>
                      <a:pt x="204113" y="33002"/>
                      <a:pt x="171112" y="0"/>
                      <a:pt x="129556" y="0"/>
                    </a:cubicBezTo>
                    <a:cubicBezTo>
                      <a:pt x="88001" y="0"/>
                      <a:pt x="53780" y="33002"/>
                      <a:pt x="53780" y="74557"/>
                    </a:cubicBezTo>
                    <a:lnTo>
                      <a:pt x="53780" y="114894"/>
                    </a:lnTo>
                    <a:lnTo>
                      <a:pt x="0" y="114894"/>
                    </a:lnTo>
                    <a:lnTo>
                      <a:pt x="0" y="242005"/>
                    </a:lnTo>
                    <a:lnTo>
                      <a:pt x="53780" y="242005"/>
                    </a:lnTo>
                    <a:lnTo>
                      <a:pt x="53780" y="361788"/>
                    </a:lnTo>
                    <a:lnTo>
                      <a:pt x="0" y="361788"/>
                    </a:lnTo>
                    <a:lnTo>
                      <a:pt x="0" y="488899"/>
                    </a:lnTo>
                    <a:lnTo>
                      <a:pt x="127111" y="488899"/>
                    </a:lnTo>
                    <a:lnTo>
                      <a:pt x="127111" y="361788"/>
                    </a:lnTo>
                    <a:lnTo>
                      <a:pt x="72113" y="361788"/>
                    </a:lnTo>
                    <a:lnTo>
                      <a:pt x="72113" y="242005"/>
                    </a:lnTo>
                    <a:lnTo>
                      <a:pt x="125892" y="242005"/>
                    </a:lnTo>
                    <a:lnTo>
                      <a:pt x="125892" y="114894"/>
                    </a:lnTo>
                    <a:lnTo>
                      <a:pt x="72113" y="114894"/>
                    </a:lnTo>
                    <a:lnTo>
                      <a:pt x="72113" y="74557"/>
                    </a:lnTo>
                    <a:cubicBezTo>
                      <a:pt x="72113" y="44000"/>
                      <a:pt x="97780" y="18333"/>
                      <a:pt x="128337" y="18333"/>
                    </a:cubicBezTo>
                    <a:cubicBezTo>
                      <a:pt x="158894" y="18333"/>
                      <a:pt x="184561" y="44000"/>
                      <a:pt x="184561" y="74557"/>
                    </a:cubicBezTo>
                    <a:lnTo>
                      <a:pt x="184561" y="414342"/>
                    </a:lnTo>
                    <a:cubicBezTo>
                      <a:pt x="184561" y="455897"/>
                      <a:pt x="217563" y="488899"/>
                      <a:pt x="259118" y="488899"/>
                    </a:cubicBezTo>
                    <a:cubicBezTo>
                      <a:pt x="300674" y="488899"/>
                      <a:pt x="333676" y="455897"/>
                      <a:pt x="333676" y="414342"/>
                    </a:cubicBezTo>
                    <a:lnTo>
                      <a:pt x="333676" y="364233"/>
                    </a:lnTo>
                    <a:lnTo>
                      <a:pt x="387455" y="364233"/>
                    </a:lnTo>
                    <a:lnTo>
                      <a:pt x="387455" y="237115"/>
                    </a:lnTo>
                    <a:lnTo>
                      <a:pt x="333676" y="237115"/>
                    </a:lnTo>
                    <a:lnTo>
                      <a:pt x="333676" y="112449"/>
                    </a:lnTo>
                    <a:cubicBezTo>
                      <a:pt x="333676" y="95335"/>
                      <a:pt x="345900" y="81892"/>
                      <a:pt x="360562" y="78221"/>
                    </a:cubicBezTo>
                    <a:lnTo>
                      <a:pt x="360562" y="127111"/>
                    </a:lnTo>
                    <a:cubicBezTo>
                      <a:pt x="361788" y="127111"/>
                      <a:pt x="488899" y="127111"/>
                      <a:pt x="488899" y="127111"/>
                    </a:cubicBezTo>
                    <a:close/>
                    <a:moveTo>
                      <a:pt x="108778" y="470566"/>
                    </a:moveTo>
                    <a:lnTo>
                      <a:pt x="18333" y="470566"/>
                    </a:lnTo>
                    <a:lnTo>
                      <a:pt x="18333" y="380121"/>
                    </a:lnTo>
                    <a:lnTo>
                      <a:pt x="108778" y="380121"/>
                    </a:lnTo>
                    <a:lnTo>
                      <a:pt x="108778" y="470566"/>
                    </a:lnTo>
                    <a:close/>
                    <a:moveTo>
                      <a:pt x="108778" y="223672"/>
                    </a:moveTo>
                    <a:lnTo>
                      <a:pt x="18333" y="223672"/>
                    </a:lnTo>
                    <a:lnTo>
                      <a:pt x="18333" y="133226"/>
                    </a:lnTo>
                    <a:lnTo>
                      <a:pt x="108778" y="133226"/>
                    </a:lnTo>
                    <a:lnTo>
                      <a:pt x="108778" y="223672"/>
                    </a:lnTo>
                    <a:close/>
                    <a:moveTo>
                      <a:pt x="371567" y="345900"/>
                    </a:moveTo>
                    <a:lnTo>
                      <a:pt x="281115" y="345900"/>
                    </a:lnTo>
                    <a:lnTo>
                      <a:pt x="281115" y="255448"/>
                    </a:lnTo>
                    <a:lnTo>
                      <a:pt x="371567" y="255448"/>
                    </a:lnTo>
                    <a:lnTo>
                      <a:pt x="371567" y="345900"/>
                    </a:lnTo>
                    <a:close/>
                    <a:moveTo>
                      <a:pt x="470566" y="18333"/>
                    </a:moveTo>
                    <a:lnTo>
                      <a:pt x="470566" y="108778"/>
                    </a:lnTo>
                    <a:lnTo>
                      <a:pt x="380121" y="108778"/>
                    </a:lnTo>
                    <a:lnTo>
                      <a:pt x="380121" y="18333"/>
                    </a:lnTo>
                    <a:lnTo>
                      <a:pt x="470566" y="18333"/>
                    </a:lnTo>
                    <a:close/>
                  </a:path>
                </a:pathLst>
              </a:custGeom>
              <a:solidFill>
                <a:srgbClr val="2D5967"/>
              </a:solidFill>
              <a:ln w="6417" cap="flat">
                <a:noFill/>
                <a:prstDash val="solid"/>
                <a:miter/>
              </a:ln>
            </p:spPr>
            <p:txBody>
              <a:bodyPr rtlCol="0" anchor="ctr"/>
              <a:lstStyle/>
              <a:p>
                <a:endParaRPr lang="en-US"/>
              </a:p>
            </p:txBody>
          </p:sp>
        </p:grpSp>
      </p:grpSp>
      <p:grpSp>
        <p:nvGrpSpPr>
          <p:cNvPr id="182" name="Group 181">
            <a:extLst>
              <a:ext uri="{FF2B5EF4-FFF2-40B4-BE49-F238E27FC236}">
                <a16:creationId xmlns:a16="http://schemas.microsoft.com/office/drawing/2014/main" id="{E4E6B1FE-4B82-87E3-C39C-F64CCCD0E34C}"/>
              </a:ext>
            </a:extLst>
          </p:cNvPr>
          <p:cNvGrpSpPr/>
          <p:nvPr/>
        </p:nvGrpSpPr>
        <p:grpSpPr>
          <a:xfrm>
            <a:off x="10712201" y="4767111"/>
            <a:ext cx="1077622" cy="951928"/>
            <a:chOff x="9009600" y="2985738"/>
            <a:chExt cx="1077622" cy="951928"/>
          </a:xfrm>
        </p:grpSpPr>
        <p:grpSp>
          <p:nvGrpSpPr>
            <p:cNvPr id="183" name="Graphic 3">
              <a:extLst>
                <a:ext uri="{FF2B5EF4-FFF2-40B4-BE49-F238E27FC236}">
                  <a16:creationId xmlns:a16="http://schemas.microsoft.com/office/drawing/2014/main" id="{C2166D45-4CD9-DD44-AA09-4FA9A70B6497}"/>
                </a:ext>
              </a:extLst>
            </p:cNvPr>
            <p:cNvGrpSpPr/>
            <p:nvPr/>
          </p:nvGrpSpPr>
          <p:grpSpPr>
            <a:xfrm>
              <a:off x="9288682" y="2985738"/>
              <a:ext cx="467723" cy="513347"/>
              <a:chOff x="9144185" y="5292126"/>
              <a:chExt cx="467723" cy="513347"/>
            </a:xfrm>
            <a:solidFill>
              <a:srgbClr val="FFFFFF"/>
            </a:solidFill>
          </p:grpSpPr>
          <p:sp>
            <p:nvSpPr>
              <p:cNvPr id="199" name="Freeform: Shape 198">
                <a:extLst>
                  <a:ext uri="{FF2B5EF4-FFF2-40B4-BE49-F238E27FC236}">
                    <a16:creationId xmlns:a16="http://schemas.microsoft.com/office/drawing/2014/main" id="{F2D31C16-9555-95CC-4743-C9A91D65653E}"/>
                  </a:ext>
                </a:extLst>
              </p:cNvPr>
              <p:cNvSpPr/>
              <p:nvPr/>
            </p:nvSpPr>
            <p:spPr>
              <a:xfrm>
                <a:off x="9144185" y="5292126"/>
                <a:ext cx="318275" cy="343442"/>
              </a:xfrm>
              <a:custGeom>
                <a:avLst/>
                <a:gdLst>
                  <a:gd name="connsiteX0" fmla="*/ 304928 w 318275"/>
                  <a:gd name="connsiteY0" fmla="*/ 12134 h 343442"/>
                  <a:gd name="connsiteX1" fmla="*/ 304928 w 318275"/>
                  <a:gd name="connsiteY1" fmla="*/ 156552 h 343442"/>
                  <a:gd name="connsiteX2" fmla="*/ 160357 w 318275"/>
                  <a:gd name="connsiteY2" fmla="*/ 156552 h 343442"/>
                  <a:gd name="connsiteX3" fmla="*/ 160357 w 318275"/>
                  <a:gd name="connsiteY3" fmla="*/ 95874 h 343442"/>
                  <a:gd name="connsiteX4" fmla="*/ 30416 w 318275"/>
                  <a:gd name="connsiteY4" fmla="*/ 95874 h 343442"/>
                  <a:gd name="connsiteX5" fmla="*/ 30416 w 318275"/>
                  <a:gd name="connsiteY5" fmla="*/ 247575 h 343442"/>
                  <a:gd name="connsiteX6" fmla="*/ 115439 w 318275"/>
                  <a:gd name="connsiteY6" fmla="*/ 247575 h 343442"/>
                  <a:gd name="connsiteX7" fmla="*/ 64425 w 318275"/>
                  <a:gd name="connsiteY7" fmla="*/ 196599 h 343442"/>
                  <a:gd name="connsiteX8" fmla="*/ 76553 w 318275"/>
                  <a:gd name="connsiteY8" fmla="*/ 184465 h 343442"/>
                  <a:gd name="connsiteX9" fmla="*/ 148229 w 318275"/>
                  <a:gd name="connsiteY9" fmla="*/ 256064 h 343442"/>
                  <a:gd name="connsiteX10" fmla="*/ 76553 w 318275"/>
                  <a:gd name="connsiteY10" fmla="*/ 327670 h 343442"/>
                  <a:gd name="connsiteX11" fmla="*/ 64425 w 318275"/>
                  <a:gd name="connsiteY11" fmla="*/ 315535 h 343442"/>
                  <a:gd name="connsiteX12" fmla="*/ 114220 w 318275"/>
                  <a:gd name="connsiteY12" fmla="*/ 265773 h 343442"/>
                  <a:gd name="connsiteX13" fmla="*/ 12192 w 318275"/>
                  <a:gd name="connsiteY13" fmla="*/ 265773 h 343442"/>
                  <a:gd name="connsiteX14" fmla="*/ 12192 w 318275"/>
                  <a:gd name="connsiteY14" fmla="*/ 77669 h 343442"/>
                  <a:gd name="connsiteX15" fmla="*/ 160357 w 318275"/>
                  <a:gd name="connsiteY15" fmla="*/ 77669 h 343442"/>
                  <a:gd name="connsiteX16" fmla="*/ 160357 w 318275"/>
                  <a:gd name="connsiteY16" fmla="*/ 12134 h 343442"/>
                  <a:gd name="connsiteX17" fmla="*/ 304928 w 318275"/>
                  <a:gd name="connsiteY17" fmla="*/ 12134 h 343442"/>
                  <a:gd name="connsiteX18" fmla="*/ 317121 w 318275"/>
                  <a:gd name="connsiteY18" fmla="*/ 0 h 343442"/>
                  <a:gd name="connsiteX19" fmla="*/ 304928 w 318275"/>
                  <a:gd name="connsiteY19" fmla="*/ 0 h 343442"/>
                  <a:gd name="connsiteX20" fmla="*/ 160357 w 318275"/>
                  <a:gd name="connsiteY20" fmla="*/ 0 h 343442"/>
                  <a:gd name="connsiteX21" fmla="*/ 148229 w 318275"/>
                  <a:gd name="connsiteY21" fmla="*/ 0 h 343442"/>
                  <a:gd name="connsiteX22" fmla="*/ 148229 w 318275"/>
                  <a:gd name="connsiteY22" fmla="*/ 12134 h 343442"/>
                  <a:gd name="connsiteX23" fmla="*/ 148229 w 318275"/>
                  <a:gd name="connsiteY23" fmla="*/ 65535 h 343442"/>
                  <a:gd name="connsiteX24" fmla="*/ 12192 w 318275"/>
                  <a:gd name="connsiteY24" fmla="*/ 65535 h 343442"/>
                  <a:gd name="connsiteX25" fmla="*/ 0 w 318275"/>
                  <a:gd name="connsiteY25" fmla="*/ 65535 h 343442"/>
                  <a:gd name="connsiteX26" fmla="*/ 0 w 318275"/>
                  <a:gd name="connsiteY26" fmla="*/ 77669 h 343442"/>
                  <a:gd name="connsiteX27" fmla="*/ 0 w 318275"/>
                  <a:gd name="connsiteY27" fmla="*/ 264560 h 343442"/>
                  <a:gd name="connsiteX28" fmla="*/ 0 w 318275"/>
                  <a:gd name="connsiteY28" fmla="*/ 276701 h 343442"/>
                  <a:gd name="connsiteX29" fmla="*/ 12192 w 318275"/>
                  <a:gd name="connsiteY29" fmla="*/ 276701 h 343442"/>
                  <a:gd name="connsiteX30" fmla="*/ 83869 w 318275"/>
                  <a:gd name="connsiteY30" fmla="*/ 276701 h 343442"/>
                  <a:gd name="connsiteX31" fmla="*/ 54672 w 318275"/>
                  <a:gd name="connsiteY31" fmla="*/ 305827 h 343442"/>
                  <a:gd name="connsiteX32" fmla="*/ 46202 w 318275"/>
                  <a:gd name="connsiteY32" fmla="*/ 314316 h 343442"/>
                  <a:gd name="connsiteX33" fmla="*/ 54672 w 318275"/>
                  <a:gd name="connsiteY33" fmla="*/ 322812 h 343442"/>
                  <a:gd name="connsiteX34" fmla="*/ 66800 w 318275"/>
                  <a:gd name="connsiteY34" fmla="*/ 334953 h 343442"/>
                  <a:gd name="connsiteX35" fmla="*/ 75334 w 318275"/>
                  <a:gd name="connsiteY35" fmla="*/ 343442 h 343442"/>
                  <a:gd name="connsiteX36" fmla="*/ 85023 w 318275"/>
                  <a:gd name="connsiteY36" fmla="*/ 336166 h 343442"/>
                  <a:gd name="connsiteX37" fmla="*/ 156700 w 318275"/>
                  <a:gd name="connsiteY37" fmla="*/ 264560 h 343442"/>
                  <a:gd name="connsiteX38" fmla="*/ 165234 w 318275"/>
                  <a:gd name="connsiteY38" fmla="*/ 256064 h 343442"/>
                  <a:gd name="connsiteX39" fmla="*/ 156700 w 318275"/>
                  <a:gd name="connsiteY39" fmla="*/ 247575 h 343442"/>
                  <a:gd name="connsiteX40" fmla="*/ 85023 w 318275"/>
                  <a:gd name="connsiteY40" fmla="*/ 174756 h 343442"/>
                  <a:gd name="connsiteX41" fmla="*/ 76553 w 318275"/>
                  <a:gd name="connsiteY41" fmla="*/ 166260 h 343442"/>
                  <a:gd name="connsiteX42" fmla="*/ 68018 w 318275"/>
                  <a:gd name="connsiteY42" fmla="*/ 174756 h 343442"/>
                  <a:gd name="connsiteX43" fmla="*/ 55891 w 318275"/>
                  <a:gd name="connsiteY43" fmla="*/ 186891 h 343442"/>
                  <a:gd name="connsiteX44" fmla="*/ 47421 w 318275"/>
                  <a:gd name="connsiteY44" fmla="*/ 195386 h 343442"/>
                  <a:gd name="connsiteX45" fmla="*/ 55891 w 318275"/>
                  <a:gd name="connsiteY45" fmla="*/ 203882 h 343442"/>
                  <a:gd name="connsiteX46" fmla="*/ 85023 w 318275"/>
                  <a:gd name="connsiteY46" fmla="*/ 235434 h 343442"/>
                  <a:gd name="connsiteX47" fmla="*/ 42544 w 318275"/>
                  <a:gd name="connsiteY47" fmla="*/ 235434 h 343442"/>
                  <a:gd name="connsiteX48" fmla="*/ 42544 w 318275"/>
                  <a:gd name="connsiteY48" fmla="*/ 108008 h 343442"/>
                  <a:gd name="connsiteX49" fmla="*/ 149449 w 318275"/>
                  <a:gd name="connsiteY49" fmla="*/ 108008 h 343442"/>
                  <a:gd name="connsiteX50" fmla="*/ 149449 w 318275"/>
                  <a:gd name="connsiteY50" fmla="*/ 156552 h 343442"/>
                  <a:gd name="connsiteX51" fmla="*/ 149449 w 318275"/>
                  <a:gd name="connsiteY51" fmla="*/ 168686 h 343442"/>
                  <a:gd name="connsiteX52" fmla="*/ 161576 w 318275"/>
                  <a:gd name="connsiteY52" fmla="*/ 168686 h 343442"/>
                  <a:gd name="connsiteX53" fmla="*/ 306148 w 318275"/>
                  <a:gd name="connsiteY53" fmla="*/ 168686 h 343442"/>
                  <a:gd name="connsiteX54" fmla="*/ 318275 w 318275"/>
                  <a:gd name="connsiteY54" fmla="*/ 168686 h 343442"/>
                  <a:gd name="connsiteX55" fmla="*/ 318275 w 318275"/>
                  <a:gd name="connsiteY55" fmla="*/ 156552 h 343442"/>
                  <a:gd name="connsiteX56" fmla="*/ 318275 w 318275"/>
                  <a:gd name="connsiteY56" fmla="*/ 12134 h 343442"/>
                  <a:gd name="connsiteX57" fmla="*/ 318275 w 318275"/>
                  <a:gd name="connsiteY57" fmla="*/ 0 h 343442"/>
                  <a:gd name="connsiteX58" fmla="*/ 317121 w 318275"/>
                  <a:gd name="connsiteY58" fmla="*/ 0 h 343442"/>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 ang="0">
                    <a:pos x="connsiteX39" y="connsiteY39"/>
                  </a:cxn>
                  <a:cxn ang="0">
                    <a:pos x="connsiteX40" y="connsiteY40"/>
                  </a:cxn>
                  <a:cxn ang="0">
                    <a:pos x="connsiteX41" y="connsiteY41"/>
                  </a:cxn>
                  <a:cxn ang="0">
                    <a:pos x="connsiteX42" y="connsiteY42"/>
                  </a:cxn>
                  <a:cxn ang="0">
                    <a:pos x="connsiteX43" y="connsiteY43"/>
                  </a:cxn>
                  <a:cxn ang="0">
                    <a:pos x="connsiteX44" y="connsiteY44"/>
                  </a:cxn>
                  <a:cxn ang="0">
                    <a:pos x="connsiteX45" y="connsiteY45"/>
                  </a:cxn>
                  <a:cxn ang="0">
                    <a:pos x="connsiteX46" y="connsiteY46"/>
                  </a:cxn>
                  <a:cxn ang="0">
                    <a:pos x="connsiteX47" y="connsiteY47"/>
                  </a:cxn>
                  <a:cxn ang="0">
                    <a:pos x="connsiteX48" y="connsiteY48"/>
                  </a:cxn>
                  <a:cxn ang="0">
                    <a:pos x="connsiteX49" y="connsiteY49"/>
                  </a:cxn>
                  <a:cxn ang="0">
                    <a:pos x="connsiteX50" y="connsiteY50"/>
                  </a:cxn>
                  <a:cxn ang="0">
                    <a:pos x="connsiteX51" y="connsiteY51"/>
                  </a:cxn>
                  <a:cxn ang="0">
                    <a:pos x="connsiteX52" y="connsiteY52"/>
                  </a:cxn>
                  <a:cxn ang="0">
                    <a:pos x="connsiteX53" y="connsiteY53"/>
                  </a:cxn>
                  <a:cxn ang="0">
                    <a:pos x="connsiteX54" y="connsiteY54"/>
                  </a:cxn>
                  <a:cxn ang="0">
                    <a:pos x="connsiteX55" y="connsiteY55"/>
                  </a:cxn>
                  <a:cxn ang="0">
                    <a:pos x="connsiteX56" y="connsiteY56"/>
                  </a:cxn>
                  <a:cxn ang="0">
                    <a:pos x="connsiteX57" y="connsiteY57"/>
                  </a:cxn>
                  <a:cxn ang="0">
                    <a:pos x="connsiteX58" y="connsiteY58"/>
                  </a:cxn>
                </a:cxnLst>
                <a:rect l="l" t="t" r="r" b="b"/>
                <a:pathLst>
                  <a:path w="318275" h="343442">
                    <a:moveTo>
                      <a:pt x="304928" y="12134"/>
                    </a:moveTo>
                    <a:lnTo>
                      <a:pt x="304928" y="156552"/>
                    </a:lnTo>
                    <a:lnTo>
                      <a:pt x="160357" y="156552"/>
                    </a:lnTo>
                    <a:lnTo>
                      <a:pt x="160357" y="95874"/>
                    </a:lnTo>
                    <a:lnTo>
                      <a:pt x="30416" y="95874"/>
                    </a:lnTo>
                    <a:lnTo>
                      <a:pt x="30416" y="247575"/>
                    </a:lnTo>
                    <a:lnTo>
                      <a:pt x="115439" y="247575"/>
                    </a:lnTo>
                    <a:lnTo>
                      <a:pt x="64425" y="196599"/>
                    </a:lnTo>
                    <a:lnTo>
                      <a:pt x="76553" y="184465"/>
                    </a:lnTo>
                    <a:lnTo>
                      <a:pt x="148229" y="256064"/>
                    </a:lnTo>
                    <a:lnTo>
                      <a:pt x="76553" y="327670"/>
                    </a:lnTo>
                    <a:lnTo>
                      <a:pt x="64425" y="315535"/>
                    </a:lnTo>
                    <a:lnTo>
                      <a:pt x="114220" y="265773"/>
                    </a:lnTo>
                    <a:lnTo>
                      <a:pt x="12192" y="265773"/>
                    </a:lnTo>
                    <a:lnTo>
                      <a:pt x="12192" y="77669"/>
                    </a:lnTo>
                    <a:lnTo>
                      <a:pt x="160357" y="77669"/>
                    </a:lnTo>
                    <a:lnTo>
                      <a:pt x="160357" y="12134"/>
                    </a:lnTo>
                    <a:lnTo>
                      <a:pt x="304928" y="12134"/>
                    </a:lnTo>
                    <a:close/>
                    <a:moveTo>
                      <a:pt x="317121" y="0"/>
                    </a:moveTo>
                    <a:lnTo>
                      <a:pt x="304928" y="0"/>
                    </a:lnTo>
                    <a:lnTo>
                      <a:pt x="160357" y="0"/>
                    </a:lnTo>
                    <a:lnTo>
                      <a:pt x="148229" y="0"/>
                    </a:lnTo>
                    <a:lnTo>
                      <a:pt x="148229" y="12134"/>
                    </a:lnTo>
                    <a:lnTo>
                      <a:pt x="148229" y="65535"/>
                    </a:lnTo>
                    <a:lnTo>
                      <a:pt x="12192" y="65535"/>
                    </a:lnTo>
                    <a:lnTo>
                      <a:pt x="0" y="65535"/>
                    </a:lnTo>
                    <a:lnTo>
                      <a:pt x="0" y="77669"/>
                    </a:lnTo>
                    <a:lnTo>
                      <a:pt x="0" y="264560"/>
                    </a:lnTo>
                    <a:lnTo>
                      <a:pt x="0" y="276701"/>
                    </a:lnTo>
                    <a:lnTo>
                      <a:pt x="12192" y="276701"/>
                    </a:lnTo>
                    <a:lnTo>
                      <a:pt x="83869" y="276701"/>
                    </a:lnTo>
                    <a:lnTo>
                      <a:pt x="54672" y="305827"/>
                    </a:lnTo>
                    <a:lnTo>
                      <a:pt x="46202" y="314316"/>
                    </a:lnTo>
                    <a:lnTo>
                      <a:pt x="54672" y="322812"/>
                    </a:lnTo>
                    <a:lnTo>
                      <a:pt x="66800" y="334953"/>
                    </a:lnTo>
                    <a:lnTo>
                      <a:pt x="75334" y="343442"/>
                    </a:lnTo>
                    <a:lnTo>
                      <a:pt x="85023" y="336166"/>
                    </a:lnTo>
                    <a:lnTo>
                      <a:pt x="156700" y="264560"/>
                    </a:lnTo>
                    <a:lnTo>
                      <a:pt x="165234" y="256064"/>
                    </a:lnTo>
                    <a:lnTo>
                      <a:pt x="156700" y="247575"/>
                    </a:lnTo>
                    <a:lnTo>
                      <a:pt x="85023" y="174756"/>
                    </a:lnTo>
                    <a:lnTo>
                      <a:pt x="76553" y="166260"/>
                    </a:lnTo>
                    <a:lnTo>
                      <a:pt x="68018" y="174756"/>
                    </a:lnTo>
                    <a:lnTo>
                      <a:pt x="55891" y="186891"/>
                    </a:lnTo>
                    <a:lnTo>
                      <a:pt x="47421" y="195386"/>
                    </a:lnTo>
                    <a:lnTo>
                      <a:pt x="55891" y="203882"/>
                    </a:lnTo>
                    <a:lnTo>
                      <a:pt x="85023" y="235434"/>
                    </a:lnTo>
                    <a:lnTo>
                      <a:pt x="42544" y="235434"/>
                    </a:lnTo>
                    <a:lnTo>
                      <a:pt x="42544" y="108008"/>
                    </a:lnTo>
                    <a:lnTo>
                      <a:pt x="149449" y="108008"/>
                    </a:lnTo>
                    <a:lnTo>
                      <a:pt x="149449" y="156552"/>
                    </a:lnTo>
                    <a:lnTo>
                      <a:pt x="149449" y="168686"/>
                    </a:lnTo>
                    <a:lnTo>
                      <a:pt x="161576" y="168686"/>
                    </a:lnTo>
                    <a:lnTo>
                      <a:pt x="306148" y="168686"/>
                    </a:lnTo>
                    <a:lnTo>
                      <a:pt x="318275" y="168686"/>
                    </a:lnTo>
                    <a:lnTo>
                      <a:pt x="318275" y="156552"/>
                    </a:lnTo>
                    <a:lnTo>
                      <a:pt x="318275" y="12134"/>
                    </a:lnTo>
                    <a:lnTo>
                      <a:pt x="318275" y="0"/>
                    </a:lnTo>
                    <a:lnTo>
                      <a:pt x="317121" y="0"/>
                    </a:lnTo>
                    <a:close/>
                  </a:path>
                </a:pathLst>
              </a:custGeom>
              <a:solidFill>
                <a:srgbClr val="FFFFFF"/>
              </a:solidFill>
              <a:ln w="6417" cap="flat">
                <a:noFill/>
                <a:prstDash val="solid"/>
                <a:miter/>
              </a:ln>
            </p:spPr>
            <p:txBody>
              <a:bodyPr rtlCol="0" anchor="ctr"/>
              <a:lstStyle/>
              <a:p>
                <a:endParaRPr lang="en-US"/>
              </a:p>
            </p:txBody>
          </p:sp>
          <p:sp>
            <p:nvSpPr>
              <p:cNvPr id="197" name="Freeform: Shape 196">
                <a:extLst>
                  <a:ext uri="{FF2B5EF4-FFF2-40B4-BE49-F238E27FC236}">
                    <a16:creationId xmlns:a16="http://schemas.microsoft.com/office/drawing/2014/main" id="{033CA1A3-C0AE-B47B-B75C-25D4ECCD18DA}"/>
                  </a:ext>
                </a:extLst>
              </p:cNvPr>
              <p:cNvSpPr/>
              <p:nvPr/>
            </p:nvSpPr>
            <p:spPr>
              <a:xfrm>
                <a:off x="9292414" y="5633149"/>
                <a:ext cx="168891" cy="168686"/>
              </a:xfrm>
              <a:custGeom>
                <a:avLst/>
                <a:gdLst>
                  <a:gd name="connsiteX0" fmla="*/ 156700 w 168891"/>
                  <a:gd name="connsiteY0" fmla="*/ 12134 h 168686"/>
                  <a:gd name="connsiteX1" fmla="*/ 156700 w 168891"/>
                  <a:gd name="connsiteY1" fmla="*/ 156552 h 168686"/>
                  <a:gd name="connsiteX2" fmla="*/ 12128 w 168891"/>
                  <a:gd name="connsiteY2" fmla="*/ 156552 h 168686"/>
                  <a:gd name="connsiteX3" fmla="*/ 12128 w 168891"/>
                  <a:gd name="connsiteY3" fmla="*/ 12134 h 168686"/>
                  <a:gd name="connsiteX4" fmla="*/ 156700 w 168891"/>
                  <a:gd name="connsiteY4" fmla="*/ 12134 h 168686"/>
                  <a:gd name="connsiteX5" fmla="*/ 168892 w 168891"/>
                  <a:gd name="connsiteY5" fmla="*/ 0 h 168686"/>
                  <a:gd name="connsiteX6" fmla="*/ 156700 w 168891"/>
                  <a:gd name="connsiteY6" fmla="*/ 0 h 168686"/>
                  <a:gd name="connsiteX7" fmla="*/ 12128 w 168891"/>
                  <a:gd name="connsiteY7" fmla="*/ 0 h 168686"/>
                  <a:gd name="connsiteX8" fmla="*/ 0 w 168891"/>
                  <a:gd name="connsiteY8" fmla="*/ 0 h 168686"/>
                  <a:gd name="connsiteX9" fmla="*/ 0 w 168891"/>
                  <a:gd name="connsiteY9" fmla="*/ 12134 h 168686"/>
                  <a:gd name="connsiteX10" fmla="*/ 0 w 168891"/>
                  <a:gd name="connsiteY10" fmla="*/ 156552 h 168686"/>
                  <a:gd name="connsiteX11" fmla="*/ 0 w 168891"/>
                  <a:gd name="connsiteY11" fmla="*/ 168686 h 168686"/>
                  <a:gd name="connsiteX12" fmla="*/ 12128 w 168891"/>
                  <a:gd name="connsiteY12" fmla="*/ 168686 h 168686"/>
                  <a:gd name="connsiteX13" fmla="*/ 156700 w 168891"/>
                  <a:gd name="connsiteY13" fmla="*/ 168686 h 168686"/>
                  <a:gd name="connsiteX14" fmla="*/ 168892 w 168891"/>
                  <a:gd name="connsiteY14" fmla="*/ 168686 h 168686"/>
                  <a:gd name="connsiteX15" fmla="*/ 168892 w 168891"/>
                  <a:gd name="connsiteY15" fmla="*/ 156552 h 168686"/>
                  <a:gd name="connsiteX16" fmla="*/ 168892 w 168891"/>
                  <a:gd name="connsiteY16" fmla="*/ 12134 h 168686"/>
                  <a:gd name="connsiteX17" fmla="*/ 168892 w 168891"/>
                  <a:gd name="connsiteY17" fmla="*/ 0 h 168686"/>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Lst>
                <a:rect l="l" t="t" r="r" b="b"/>
                <a:pathLst>
                  <a:path w="168891" h="168686">
                    <a:moveTo>
                      <a:pt x="156700" y="12134"/>
                    </a:moveTo>
                    <a:lnTo>
                      <a:pt x="156700" y="156552"/>
                    </a:lnTo>
                    <a:lnTo>
                      <a:pt x="12128" y="156552"/>
                    </a:lnTo>
                    <a:lnTo>
                      <a:pt x="12128" y="12134"/>
                    </a:lnTo>
                    <a:lnTo>
                      <a:pt x="156700" y="12134"/>
                    </a:lnTo>
                    <a:close/>
                    <a:moveTo>
                      <a:pt x="168892" y="0"/>
                    </a:moveTo>
                    <a:lnTo>
                      <a:pt x="156700" y="0"/>
                    </a:lnTo>
                    <a:lnTo>
                      <a:pt x="12128" y="0"/>
                    </a:lnTo>
                    <a:lnTo>
                      <a:pt x="0" y="0"/>
                    </a:lnTo>
                    <a:lnTo>
                      <a:pt x="0" y="12134"/>
                    </a:lnTo>
                    <a:lnTo>
                      <a:pt x="0" y="156552"/>
                    </a:lnTo>
                    <a:lnTo>
                      <a:pt x="0" y="168686"/>
                    </a:lnTo>
                    <a:lnTo>
                      <a:pt x="12128" y="168686"/>
                    </a:lnTo>
                    <a:lnTo>
                      <a:pt x="156700" y="168686"/>
                    </a:lnTo>
                    <a:lnTo>
                      <a:pt x="168892" y="168686"/>
                    </a:lnTo>
                    <a:lnTo>
                      <a:pt x="168892" y="156552"/>
                    </a:lnTo>
                    <a:lnTo>
                      <a:pt x="168892" y="12134"/>
                    </a:lnTo>
                    <a:lnTo>
                      <a:pt x="168892" y="0"/>
                    </a:lnTo>
                    <a:close/>
                  </a:path>
                </a:pathLst>
              </a:custGeom>
              <a:solidFill>
                <a:srgbClr val="FFFFFF"/>
              </a:solidFill>
              <a:ln w="6417" cap="flat">
                <a:noFill/>
                <a:prstDash val="solid"/>
                <a:miter/>
              </a:ln>
            </p:spPr>
            <p:txBody>
              <a:bodyPr rtlCol="0" anchor="ctr"/>
              <a:lstStyle/>
              <a:p>
                <a:endParaRPr lang="en-US"/>
              </a:p>
            </p:txBody>
          </p:sp>
          <p:grpSp>
            <p:nvGrpSpPr>
              <p:cNvPr id="193" name="Graphic 3">
                <a:extLst>
                  <a:ext uri="{FF2B5EF4-FFF2-40B4-BE49-F238E27FC236}">
                    <a16:creationId xmlns:a16="http://schemas.microsoft.com/office/drawing/2014/main" id="{8781CFD0-E55A-F3DE-9D27-DFCD41868F13}"/>
                  </a:ext>
                </a:extLst>
              </p:cNvPr>
              <p:cNvGrpSpPr/>
              <p:nvPr/>
            </p:nvGrpSpPr>
            <p:grpSpPr>
              <a:xfrm>
                <a:off x="9297291" y="5464451"/>
                <a:ext cx="314617" cy="341022"/>
                <a:chOff x="9297291" y="5464451"/>
                <a:chExt cx="314617" cy="341022"/>
              </a:xfrm>
              <a:solidFill>
                <a:srgbClr val="FFFFFF"/>
              </a:solidFill>
            </p:grpSpPr>
            <p:sp>
              <p:nvSpPr>
                <p:cNvPr id="194" name="Freeform: Shape 193">
                  <a:extLst>
                    <a:ext uri="{FF2B5EF4-FFF2-40B4-BE49-F238E27FC236}">
                      <a16:creationId xmlns:a16="http://schemas.microsoft.com/office/drawing/2014/main" id="{6CE5BAC2-494E-B327-B448-B503B52D2753}"/>
                    </a:ext>
                  </a:extLst>
                </p:cNvPr>
                <p:cNvSpPr/>
                <p:nvPr/>
              </p:nvSpPr>
              <p:spPr>
                <a:xfrm>
                  <a:off x="9302103" y="5471734"/>
                  <a:ext cx="303709" cy="324031"/>
                </a:xfrm>
                <a:custGeom>
                  <a:avLst/>
                  <a:gdLst>
                    <a:gd name="connsiteX0" fmla="*/ 153106 w 303709"/>
                    <a:gd name="connsiteY0" fmla="*/ 243930 h 324031"/>
                    <a:gd name="connsiteX1" fmla="*/ 233253 w 303709"/>
                    <a:gd name="connsiteY1" fmla="*/ 163835 h 324031"/>
                    <a:gd name="connsiteX2" fmla="*/ 253915 w 303709"/>
                    <a:gd name="connsiteY2" fmla="*/ 184465 h 324031"/>
                    <a:gd name="connsiteX3" fmla="*/ 208997 w 303709"/>
                    <a:gd name="connsiteY3" fmla="*/ 229370 h 324031"/>
                    <a:gd name="connsiteX4" fmla="*/ 273358 w 303709"/>
                    <a:gd name="connsiteY4" fmla="*/ 229370 h 324031"/>
                    <a:gd name="connsiteX5" fmla="*/ 273358 w 303709"/>
                    <a:gd name="connsiteY5" fmla="*/ 89810 h 324031"/>
                    <a:gd name="connsiteX6" fmla="*/ 151887 w 303709"/>
                    <a:gd name="connsiteY6" fmla="*/ 89810 h 324031"/>
                    <a:gd name="connsiteX7" fmla="*/ 151887 w 303709"/>
                    <a:gd name="connsiteY7" fmla="*/ 97087 h 324031"/>
                    <a:gd name="connsiteX8" fmla="*/ 134882 w 303709"/>
                    <a:gd name="connsiteY8" fmla="*/ 99519 h 324031"/>
                    <a:gd name="connsiteX9" fmla="*/ 133663 w 303709"/>
                    <a:gd name="connsiteY9" fmla="*/ 101945 h 324031"/>
                    <a:gd name="connsiteX10" fmla="*/ 145791 w 303709"/>
                    <a:gd name="connsiteY10" fmla="*/ 116504 h 324031"/>
                    <a:gd name="connsiteX11" fmla="*/ 116659 w 303709"/>
                    <a:gd name="connsiteY11" fmla="*/ 145630 h 324031"/>
                    <a:gd name="connsiteX12" fmla="*/ 102092 w 303709"/>
                    <a:gd name="connsiteY12" fmla="*/ 133496 h 324031"/>
                    <a:gd name="connsiteX13" fmla="*/ 99654 w 303709"/>
                    <a:gd name="connsiteY13" fmla="*/ 134709 h 324031"/>
                    <a:gd name="connsiteX14" fmla="*/ 97215 w 303709"/>
                    <a:gd name="connsiteY14" fmla="*/ 152913 h 324031"/>
                    <a:gd name="connsiteX15" fmla="*/ 55891 w 303709"/>
                    <a:gd name="connsiteY15" fmla="*/ 152913 h 324031"/>
                    <a:gd name="connsiteX16" fmla="*/ 53453 w 303709"/>
                    <a:gd name="connsiteY16" fmla="*/ 134709 h 324031"/>
                    <a:gd name="connsiteX17" fmla="*/ 51014 w 303709"/>
                    <a:gd name="connsiteY17" fmla="*/ 133496 h 324031"/>
                    <a:gd name="connsiteX18" fmla="*/ 36448 w 303709"/>
                    <a:gd name="connsiteY18" fmla="*/ 145630 h 324031"/>
                    <a:gd name="connsiteX19" fmla="*/ 7315 w 303709"/>
                    <a:gd name="connsiteY19" fmla="*/ 116504 h 324031"/>
                    <a:gd name="connsiteX20" fmla="*/ 19443 w 303709"/>
                    <a:gd name="connsiteY20" fmla="*/ 101945 h 324031"/>
                    <a:gd name="connsiteX21" fmla="*/ 18224 w 303709"/>
                    <a:gd name="connsiteY21" fmla="*/ 99519 h 324031"/>
                    <a:gd name="connsiteX22" fmla="*/ 0 w 303709"/>
                    <a:gd name="connsiteY22" fmla="*/ 97087 h 324031"/>
                    <a:gd name="connsiteX23" fmla="*/ 0 w 303709"/>
                    <a:gd name="connsiteY23" fmla="*/ 55827 h 324031"/>
                    <a:gd name="connsiteX24" fmla="*/ 18224 w 303709"/>
                    <a:gd name="connsiteY24" fmla="*/ 53401 h 324031"/>
                    <a:gd name="connsiteX25" fmla="*/ 19443 w 303709"/>
                    <a:gd name="connsiteY25" fmla="*/ 50969 h 324031"/>
                    <a:gd name="connsiteX26" fmla="*/ 7315 w 303709"/>
                    <a:gd name="connsiteY26" fmla="*/ 36409 h 324031"/>
                    <a:gd name="connsiteX27" fmla="*/ 36448 w 303709"/>
                    <a:gd name="connsiteY27" fmla="*/ 7283 h 324031"/>
                    <a:gd name="connsiteX28" fmla="*/ 51014 w 303709"/>
                    <a:gd name="connsiteY28" fmla="*/ 19417 h 324031"/>
                    <a:gd name="connsiteX29" fmla="*/ 53453 w 303709"/>
                    <a:gd name="connsiteY29" fmla="*/ 18205 h 324031"/>
                    <a:gd name="connsiteX30" fmla="*/ 55891 w 303709"/>
                    <a:gd name="connsiteY30" fmla="*/ 0 h 324031"/>
                    <a:gd name="connsiteX31" fmla="*/ 97215 w 303709"/>
                    <a:gd name="connsiteY31" fmla="*/ 0 h 324031"/>
                    <a:gd name="connsiteX32" fmla="*/ 99654 w 303709"/>
                    <a:gd name="connsiteY32" fmla="*/ 18205 h 324031"/>
                    <a:gd name="connsiteX33" fmla="*/ 102092 w 303709"/>
                    <a:gd name="connsiteY33" fmla="*/ 19417 h 324031"/>
                    <a:gd name="connsiteX34" fmla="*/ 116659 w 303709"/>
                    <a:gd name="connsiteY34" fmla="*/ 7283 h 324031"/>
                    <a:gd name="connsiteX35" fmla="*/ 145791 w 303709"/>
                    <a:gd name="connsiteY35" fmla="*/ 36409 h 324031"/>
                    <a:gd name="connsiteX36" fmla="*/ 133663 w 303709"/>
                    <a:gd name="connsiteY36" fmla="*/ 50969 h 324031"/>
                    <a:gd name="connsiteX37" fmla="*/ 134882 w 303709"/>
                    <a:gd name="connsiteY37" fmla="*/ 53401 h 324031"/>
                    <a:gd name="connsiteX38" fmla="*/ 153106 w 303709"/>
                    <a:gd name="connsiteY38" fmla="*/ 55827 h 324031"/>
                    <a:gd name="connsiteX39" fmla="*/ 153106 w 303709"/>
                    <a:gd name="connsiteY39" fmla="*/ 60678 h 324031"/>
                    <a:gd name="connsiteX40" fmla="*/ 303710 w 303709"/>
                    <a:gd name="connsiteY40" fmla="*/ 60678 h 324031"/>
                    <a:gd name="connsiteX41" fmla="*/ 303710 w 303709"/>
                    <a:gd name="connsiteY41" fmla="*/ 259709 h 324031"/>
                    <a:gd name="connsiteX42" fmla="*/ 211435 w 303709"/>
                    <a:gd name="connsiteY42" fmla="*/ 259709 h 324031"/>
                    <a:gd name="connsiteX43" fmla="*/ 255134 w 303709"/>
                    <a:gd name="connsiteY43" fmla="*/ 303401 h 324031"/>
                    <a:gd name="connsiteX44" fmla="*/ 234472 w 303709"/>
                    <a:gd name="connsiteY44" fmla="*/ 324031 h 324031"/>
                    <a:gd name="connsiteX45" fmla="*/ 153106 w 303709"/>
                    <a:gd name="connsiteY45" fmla="*/ 243930 h 324031"/>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 ang="0">
                      <a:pos x="connsiteX39" y="connsiteY39"/>
                    </a:cxn>
                    <a:cxn ang="0">
                      <a:pos x="connsiteX40" y="connsiteY40"/>
                    </a:cxn>
                    <a:cxn ang="0">
                      <a:pos x="connsiteX41" y="connsiteY41"/>
                    </a:cxn>
                    <a:cxn ang="0">
                      <a:pos x="connsiteX42" y="connsiteY42"/>
                    </a:cxn>
                    <a:cxn ang="0">
                      <a:pos x="connsiteX43" y="connsiteY43"/>
                    </a:cxn>
                    <a:cxn ang="0">
                      <a:pos x="connsiteX44" y="connsiteY44"/>
                    </a:cxn>
                    <a:cxn ang="0">
                      <a:pos x="connsiteX45" y="connsiteY45"/>
                    </a:cxn>
                  </a:cxnLst>
                  <a:rect l="l" t="t" r="r" b="b"/>
                  <a:pathLst>
                    <a:path w="303709" h="324031">
                      <a:moveTo>
                        <a:pt x="153106" y="243930"/>
                      </a:moveTo>
                      <a:lnTo>
                        <a:pt x="233253" y="163835"/>
                      </a:lnTo>
                      <a:lnTo>
                        <a:pt x="253915" y="184465"/>
                      </a:lnTo>
                      <a:lnTo>
                        <a:pt x="208997" y="229370"/>
                      </a:lnTo>
                      <a:lnTo>
                        <a:pt x="273358" y="229370"/>
                      </a:lnTo>
                      <a:lnTo>
                        <a:pt x="273358" y="89810"/>
                      </a:lnTo>
                      <a:lnTo>
                        <a:pt x="151887" y="89810"/>
                      </a:lnTo>
                      <a:lnTo>
                        <a:pt x="151887" y="97087"/>
                      </a:lnTo>
                      <a:lnTo>
                        <a:pt x="134882" y="99519"/>
                      </a:lnTo>
                      <a:cubicBezTo>
                        <a:pt x="134882" y="100732"/>
                        <a:pt x="133663" y="100732"/>
                        <a:pt x="133663" y="101945"/>
                      </a:cubicBezTo>
                      <a:lnTo>
                        <a:pt x="145791" y="116504"/>
                      </a:lnTo>
                      <a:lnTo>
                        <a:pt x="116659" y="145630"/>
                      </a:lnTo>
                      <a:lnTo>
                        <a:pt x="102092" y="133496"/>
                      </a:lnTo>
                      <a:cubicBezTo>
                        <a:pt x="100873" y="133496"/>
                        <a:pt x="100873" y="134709"/>
                        <a:pt x="99654" y="134709"/>
                      </a:cubicBezTo>
                      <a:lnTo>
                        <a:pt x="97215" y="152913"/>
                      </a:lnTo>
                      <a:lnTo>
                        <a:pt x="55891" y="152913"/>
                      </a:lnTo>
                      <a:lnTo>
                        <a:pt x="53453" y="134709"/>
                      </a:lnTo>
                      <a:cubicBezTo>
                        <a:pt x="52233" y="134709"/>
                        <a:pt x="52233" y="133496"/>
                        <a:pt x="51014" y="133496"/>
                      </a:cubicBezTo>
                      <a:lnTo>
                        <a:pt x="36448" y="145630"/>
                      </a:lnTo>
                      <a:lnTo>
                        <a:pt x="7315" y="116504"/>
                      </a:lnTo>
                      <a:lnTo>
                        <a:pt x="19443" y="101945"/>
                      </a:lnTo>
                      <a:cubicBezTo>
                        <a:pt x="19443" y="100732"/>
                        <a:pt x="18224" y="100732"/>
                        <a:pt x="18224" y="99519"/>
                      </a:cubicBezTo>
                      <a:lnTo>
                        <a:pt x="0" y="97087"/>
                      </a:lnTo>
                      <a:lnTo>
                        <a:pt x="0" y="55827"/>
                      </a:lnTo>
                      <a:lnTo>
                        <a:pt x="18224" y="53401"/>
                      </a:lnTo>
                      <a:cubicBezTo>
                        <a:pt x="18224" y="52188"/>
                        <a:pt x="19443" y="52188"/>
                        <a:pt x="19443" y="50969"/>
                      </a:cubicBezTo>
                      <a:lnTo>
                        <a:pt x="7315" y="36409"/>
                      </a:lnTo>
                      <a:lnTo>
                        <a:pt x="36448" y="7283"/>
                      </a:lnTo>
                      <a:lnTo>
                        <a:pt x="51014" y="19417"/>
                      </a:lnTo>
                      <a:cubicBezTo>
                        <a:pt x="52233" y="19417"/>
                        <a:pt x="52233" y="18205"/>
                        <a:pt x="53453" y="18205"/>
                      </a:cubicBezTo>
                      <a:lnTo>
                        <a:pt x="55891" y="0"/>
                      </a:lnTo>
                      <a:lnTo>
                        <a:pt x="97215" y="0"/>
                      </a:lnTo>
                      <a:lnTo>
                        <a:pt x="99654" y="18205"/>
                      </a:lnTo>
                      <a:cubicBezTo>
                        <a:pt x="100873" y="18205"/>
                        <a:pt x="100873" y="19417"/>
                        <a:pt x="102092" y="19417"/>
                      </a:cubicBezTo>
                      <a:lnTo>
                        <a:pt x="116659" y="7283"/>
                      </a:lnTo>
                      <a:lnTo>
                        <a:pt x="145791" y="36409"/>
                      </a:lnTo>
                      <a:lnTo>
                        <a:pt x="133663" y="50969"/>
                      </a:lnTo>
                      <a:cubicBezTo>
                        <a:pt x="133663" y="52188"/>
                        <a:pt x="134882" y="52188"/>
                        <a:pt x="134882" y="53401"/>
                      </a:cubicBezTo>
                      <a:lnTo>
                        <a:pt x="153106" y="55827"/>
                      </a:lnTo>
                      <a:lnTo>
                        <a:pt x="153106" y="60678"/>
                      </a:lnTo>
                      <a:lnTo>
                        <a:pt x="303710" y="60678"/>
                      </a:lnTo>
                      <a:lnTo>
                        <a:pt x="303710" y="259709"/>
                      </a:lnTo>
                      <a:lnTo>
                        <a:pt x="211435" y="259709"/>
                      </a:lnTo>
                      <a:lnTo>
                        <a:pt x="255134" y="303401"/>
                      </a:lnTo>
                      <a:lnTo>
                        <a:pt x="234472" y="324031"/>
                      </a:lnTo>
                      <a:lnTo>
                        <a:pt x="153106" y="243930"/>
                      </a:lnTo>
                      <a:close/>
                    </a:path>
                  </a:pathLst>
                </a:custGeom>
                <a:solidFill>
                  <a:srgbClr val="FFFFFF"/>
                </a:solidFill>
                <a:ln w="6417" cap="flat">
                  <a:noFill/>
                  <a:prstDash val="solid"/>
                  <a:miter/>
                </a:ln>
              </p:spPr>
              <p:txBody>
                <a:bodyPr rtlCol="0" anchor="ctr"/>
                <a:lstStyle/>
                <a:p>
                  <a:endParaRPr lang="en-US"/>
                </a:p>
              </p:txBody>
            </p:sp>
            <p:sp>
              <p:nvSpPr>
                <p:cNvPr id="195" name="Freeform: Shape 194">
                  <a:extLst>
                    <a:ext uri="{FF2B5EF4-FFF2-40B4-BE49-F238E27FC236}">
                      <a16:creationId xmlns:a16="http://schemas.microsoft.com/office/drawing/2014/main" id="{51A40552-C219-7F79-ED7F-9C1A8A54E1FF}"/>
                    </a:ext>
                  </a:extLst>
                </p:cNvPr>
                <p:cNvSpPr/>
                <p:nvPr/>
              </p:nvSpPr>
              <p:spPr>
                <a:xfrm>
                  <a:off x="9297291" y="5464451"/>
                  <a:ext cx="314617" cy="341022"/>
                </a:xfrm>
                <a:custGeom>
                  <a:avLst/>
                  <a:gdLst>
                    <a:gd name="connsiteX0" fmla="*/ 95932 w 314617"/>
                    <a:gd name="connsiteY0" fmla="*/ 12141 h 341022"/>
                    <a:gd name="connsiteX1" fmla="*/ 98371 w 314617"/>
                    <a:gd name="connsiteY1" fmla="*/ 29126 h 341022"/>
                    <a:gd name="connsiteX2" fmla="*/ 106905 w 314617"/>
                    <a:gd name="connsiteY2" fmla="*/ 32771 h 341022"/>
                    <a:gd name="connsiteX3" fmla="*/ 120252 w 314617"/>
                    <a:gd name="connsiteY3" fmla="*/ 21849 h 341022"/>
                    <a:gd name="connsiteX4" fmla="*/ 142133 w 314617"/>
                    <a:gd name="connsiteY4" fmla="*/ 43692 h 341022"/>
                    <a:gd name="connsiteX5" fmla="*/ 131161 w 314617"/>
                    <a:gd name="connsiteY5" fmla="*/ 58252 h 341022"/>
                    <a:gd name="connsiteX6" fmla="*/ 134818 w 314617"/>
                    <a:gd name="connsiteY6" fmla="*/ 66748 h 341022"/>
                    <a:gd name="connsiteX7" fmla="*/ 151823 w 314617"/>
                    <a:gd name="connsiteY7" fmla="*/ 69180 h 341022"/>
                    <a:gd name="connsiteX8" fmla="*/ 151823 w 314617"/>
                    <a:gd name="connsiteY8" fmla="*/ 74031 h 341022"/>
                    <a:gd name="connsiteX9" fmla="*/ 302490 w 314617"/>
                    <a:gd name="connsiteY9" fmla="*/ 74031 h 341022"/>
                    <a:gd name="connsiteX10" fmla="*/ 302490 w 314617"/>
                    <a:gd name="connsiteY10" fmla="*/ 260922 h 341022"/>
                    <a:gd name="connsiteX11" fmla="*/ 200399 w 314617"/>
                    <a:gd name="connsiteY11" fmla="*/ 260922 h 341022"/>
                    <a:gd name="connsiteX12" fmla="*/ 250257 w 314617"/>
                    <a:gd name="connsiteY12" fmla="*/ 310684 h 341022"/>
                    <a:gd name="connsiteX13" fmla="*/ 238065 w 314617"/>
                    <a:gd name="connsiteY13" fmla="*/ 322818 h 341022"/>
                    <a:gd name="connsiteX14" fmla="*/ 166389 w 314617"/>
                    <a:gd name="connsiteY14" fmla="*/ 251213 h 341022"/>
                    <a:gd name="connsiteX15" fmla="*/ 238065 w 314617"/>
                    <a:gd name="connsiteY15" fmla="*/ 179614 h 341022"/>
                    <a:gd name="connsiteX16" fmla="*/ 250257 w 314617"/>
                    <a:gd name="connsiteY16" fmla="*/ 191748 h 341022"/>
                    <a:gd name="connsiteX17" fmla="*/ 199243 w 314617"/>
                    <a:gd name="connsiteY17" fmla="*/ 242723 h 341022"/>
                    <a:gd name="connsiteX18" fmla="*/ 284266 w 314617"/>
                    <a:gd name="connsiteY18" fmla="*/ 242723 h 341022"/>
                    <a:gd name="connsiteX19" fmla="*/ 284266 w 314617"/>
                    <a:gd name="connsiteY19" fmla="*/ 91023 h 341022"/>
                    <a:gd name="connsiteX20" fmla="*/ 150604 w 314617"/>
                    <a:gd name="connsiteY20" fmla="*/ 91023 h 341022"/>
                    <a:gd name="connsiteX21" fmla="*/ 150604 w 314617"/>
                    <a:gd name="connsiteY21" fmla="*/ 98306 h 341022"/>
                    <a:gd name="connsiteX22" fmla="*/ 133599 w 314617"/>
                    <a:gd name="connsiteY22" fmla="*/ 100732 h 341022"/>
                    <a:gd name="connsiteX23" fmla="*/ 129941 w 314617"/>
                    <a:gd name="connsiteY23" fmla="*/ 109228 h 341022"/>
                    <a:gd name="connsiteX24" fmla="*/ 140914 w 314617"/>
                    <a:gd name="connsiteY24" fmla="*/ 122574 h 341022"/>
                    <a:gd name="connsiteX25" fmla="*/ 119033 w 314617"/>
                    <a:gd name="connsiteY25" fmla="*/ 144417 h 341022"/>
                    <a:gd name="connsiteX26" fmla="*/ 105686 w 314617"/>
                    <a:gd name="connsiteY26" fmla="*/ 133496 h 341022"/>
                    <a:gd name="connsiteX27" fmla="*/ 97151 w 314617"/>
                    <a:gd name="connsiteY27" fmla="*/ 137141 h 341022"/>
                    <a:gd name="connsiteX28" fmla="*/ 94713 w 314617"/>
                    <a:gd name="connsiteY28" fmla="*/ 154126 h 341022"/>
                    <a:gd name="connsiteX29" fmla="*/ 65581 w 314617"/>
                    <a:gd name="connsiteY29" fmla="*/ 154126 h 341022"/>
                    <a:gd name="connsiteX30" fmla="*/ 63142 w 314617"/>
                    <a:gd name="connsiteY30" fmla="*/ 137141 h 341022"/>
                    <a:gd name="connsiteX31" fmla="*/ 54672 w 314617"/>
                    <a:gd name="connsiteY31" fmla="*/ 133496 h 341022"/>
                    <a:gd name="connsiteX32" fmla="*/ 41261 w 314617"/>
                    <a:gd name="connsiteY32" fmla="*/ 144417 h 341022"/>
                    <a:gd name="connsiteX33" fmla="*/ 19443 w 314617"/>
                    <a:gd name="connsiteY33" fmla="*/ 122574 h 341022"/>
                    <a:gd name="connsiteX34" fmla="*/ 30352 w 314617"/>
                    <a:gd name="connsiteY34" fmla="*/ 109228 h 341022"/>
                    <a:gd name="connsiteX35" fmla="*/ 26694 w 314617"/>
                    <a:gd name="connsiteY35" fmla="*/ 100732 h 341022"/>
                    <a:gd name="connsiteX36" fmla="*/ 9689 w 314617"/>
                    <a:gd name="connsiteY36" fmla="*/ 98306 h 341022"/>
                    <a:gd name="connsiteX37" fmla="*/ 9689 w 314617"/>
                    <a:gd name="connsiteY37" fmla="*/ 67961 h 341022"/>
                    <a:gd name="connsiteX38" fmla="*/ 26694 w 314617"/>
                    <a:gd name="connsiteY38" fmla="*/ 65535 h 341022"/>
                    <a:gd name="connsiteX39" fmla="*/ 30352 w 314617"/>
                    <a:gd name="connsiteY39" fmla="*/ 57039 h 341022"/>
                    <a:gd name="connsiteX40" fmla="*/ 19443 w 314617"/>
                    <a:gd name="connsiteY40" fmla="*/ 43692 h 341022"/>
                    <a:gd name="connsiteX41" fmla="*/ 41261 w 314617"/>
                    <a:gd name="connsiteY41" fmla="*/ 21849 h 341022"/>
                    <a:gd name="connsiteX42" fmla="*/ 54672 w 314617"/>
                    <a:gd name="connsiteY42" fmla="*/ 32771 h 341022"/>
                    <a:gd name="connsiteX43" fmla="*/ 63142 w 314617"/>
                    <a:gd name="connsiteY43" fmla="*/ 29126 h 341022"/>
                    <a:gd name="connsiteX44" fmla="*/ 65581 w 314617"/>
                    <a:gd name="connsiteY44" fmla="*/ 12141 h 341022"/>
                    <a:gd name="connsiteX45" fmla="*/ 95932 w 314617"/>
                    <a:gd name="connsiteY45" fmla="*/ 12141 h 341022"/>
                    <a:gd name="connsiteX46" fmla="*/ 106905 w 314617"/>
                    <a:gd name="connsiteY46" fmla="*/ 0 h 341022"/>
                    <a:gd name="connsiteX47" fmla="*/ 95932 w 314617"/>
                    <a:gd name="connsiteY47" fmla="*/ 0 h 341022"/>
                    <a:gd name="connsiteX48" fmla="*/ 65581 w 314617"/>
                    <a:gd name="connsiteY48" fmla="*/ 0 h 341022"/>
                    <a:gd name="connsiteX49" fmla="*/ 54672 w 314617"/>
                    <a:gd name="connsiteY49" fmla="*/ 0 h 341022"/>
                    <a:gd name="connsiteX50" fmla="*/ 53453 w 314617"/>
                    <a:gd name="connsiteY50" fmla="*/ 10928 h 341022"/>
                    <a:gd name="connsiteX51" fmla="*/ 53453 w 314617"/>
                    <a:gd name="connsiteY51" fmla="*/ 15779 h 341022"/>
                    <a:gd name="connsiteX52" fmla="*/ 49795 w 314617"/>
                    <a:gd name="connsiteY52" fmla="*/ 12141 h 341022"/>
                    <a:gd name="connsiteX53" fmla="*/ 41261 w 314617"/>
                    <a:gd name="connsiteY53" fmla="*/ 4857 h 341022"/>
                    <a:gd name="connsiteX54" fmla="*/ 34010 w 314617"/>
                    <a:gd name="connsiteY54" fmla="*/ 12141 h 341022"/>
                    <a:gd name="connsiteX55" fmla="*/ 12128 w 314617"/>
                    <a:gd name="connsiteY55" fmla="*/ 33984 h 341022"/>
                    <a:gd name="connsiteX56" fmla="*/ 4813 w 314617"/>
                    <a:gd name="connsiteY56" fmla="*/ 41267 h 341022"/>
                    <a:gd name="connsiteX57" fmla="*/ 12128 w 314617"/>
                    <a:gd name="connsiteY57" fmla="*/ 49762 h 341022"/>
                    <a:gd name="connsiteX58" fmla="*/ 15786 w 314617"/>
                    <a:gd name="connsiteY58" fmla="*/ 53401 h 341022"/>
                    <a:gd name="connsiteX59" fmla="*/ 10909 w 314617"/>
                    <a:gd name="connsiteY59" fmla="*/ 53401 h 341022"/>
                    <a:gd name="connsiteX60" fmla="*/ 0 w 314617"/>
                    <a:gd name="connsiteY60" fmla="*/ 54614 h 341022"/>
                    <a:gd name="connsiteX61" fmla="*/ 0 w 314617"/>
                    <a:gd name="connsiteY61" fmla="*/ 65535 h 341022"/>
                    <a:gd name="connsiteX62" fmla="*/ 0 w 314617"/>
                    <a:gd name="connsiteY62" fmla="*/ 95874 h 341022"/>
                    <a:gd name="connsiteX63" fmla="*/ 0 w 314617"/>
                    <a:gd name="connsiteY63" fmla="*/ 106795 h 341022"/>
                    <a:gd name="connsiteX64" fmla="*/ 10909 w 314617"/>
                    <a:gd name="connsiteY64" fmla="*/ 108015 h 341022"/>
                    <a:gd name="connsiteX65" fmla="*/ 15786 w 314617"/>
                    <a:gd name="connsiteY65" fmla="*/ 108015 h 341022"/>
                    <a:gd name="connsiteX66" fmla="*/ 12128 w 314617"/>
                    <a:gd name="connsiteY66" fmla="*/ 111653 h 341022"/>
                    <a:gd name="connsiteX67" fmla="*/ 4813 w 314617"/>
                    <a:gd name="connsiteY67" fmla="*/ 120149 h 341022"/>
                    <a:gd name="connsiteX68" fmla="*/ 12128 w 314617"/>
                    <a:gd name="connsiteY68" fmla="*/ 127432 h 341022"/>
                    <a:gd name="connsiteX69" fmla="*/ 34010 w 314617"/>
                    <a:gd name="connsiteY69" fmla="*/ 149275 h 341022"/>
                    <a:gd name="connsiteX70" fmla="*/ 41261 w 314617"/>
                    <a:gd name="connsiteY70" fmla="*/ 156558 h 341022"/>
                    <a:gd name="connsiteX71" fmla="*/ 49795 w 314617"/>
                    <a:gd name="connsiteY71" fmla="*/ 149275 h 341022"/>
                    <a:gd name="connsiteX72" fmla="*/ 53453 w 314617"/>
                    <a:gd name="connsiteY72" fmla="*/ 145637 h 341022"/>
                    <a:gd name="connsiteX73" fmla="*/ 53453 w 314617"/>
                    <a:gd name="connsiteY73" fmla="*/ 150488 h 341022"/>
                    <a:gd name="connsiteX74" fmla="*/ 54672 w 314617"/>
                    <a:gd name="connsiteY74" fmla="*/ 161409 h 341022"/>
                    <a:gd name="connsiteX75" fmla="*/ 65581 w 314617"/>
                    <a:gd name="connsiteY75" fmla="*/ 161409 h 341022"/>
                    <a:gd name="connsiteX76" fmla="*/ 95932 w 314617"/>
                    <a:gd name="connsiteY76" fmla="*/ 161409 h 341022"/>
                    <a:gd name="connsiteX77" fmla="*/ 106905 w 314617"/>
                    <a:gd name="connsiteY77" fmla="*/ 161409 h 341022"/>
                    <a:gd name="connsiteX78" fmla="*/ 108124 w 314617"/>
                    <a:gd name="connsiteY78" fmla="*/ 150488 h 341022"/>
                    <a:gd name="connsiteX79" fmla="*/ 108124 w 314617"/>
                    <a:gd name="connsiteY79" fmla="*/ 145637 h 341022"/>
                    <a:gd name="connsiteX80" fmla="*/ 111717 w 314617"/>
                    <a:gd name="connsiteY80" fmla="*/ 149275 h 341022"/>
                    <a:gd name="connsiteX81" fmla="*/ 120252 w 314617"/>
                    <a:gd name="connsiteY81" fmla="*/ 156558 h 341022"/>
                    <a:gd name="connsiteX82" fmla="*/ 127567 w 314617"/>
                    <a:gd name="connsiteY82" fmla="*/ 149275 h 341022"/>
                    <a:gd name="connsiteX83" fmla="*/ 150604 w 314617"/>
                    <a:gd name="connsiteY83" fmla="*/ 131070 h 341022"/>
                    <a:gd name="connsiteX84" fmla="*/ 157918 w 314617"/>
                    <a:gd name="connsiteY84" fmla="*/ 123787 h 341022"/>
                    <a:gd name="connsiteX85" fmla="*/ 150604 w 314617"/>
                    <a:gd name="connsiteY85" fmla="*/ 115291 h 341022"/>
                    <a:gd name="connsiteX86" fmla="*/ 146946 w 314617"/>
                    <a:gd name="connsiteY86" fmla="*/ 111653 h 341022"/>
                    <a:gd name="connsiteX87" fmla="*/ 151823 w 314617"/>
                    <a:gd name="connsiteY87" fmla="*/ 111653 h 341022"/>
                    <a:gd name="connsiteX88" fmla="*/ 162795 w 314617"/>
                    <a:gd name="connsiteY88" fmla="*/ 110440 h 341022"/>
                    <a:gd name="connsiteX89" fmla="*/ 162795 w 314617"/>
                    <a:gd name="connsiteY89" fmla="*/ 104370 h 341022"/>
                    <a:gd name="connsiteX90" fmla="*/ 272074 w 314617"/>
                    <a:gd name="connsiteY90" fmla="*/ 104370 h 341022"/>
                    <a:gd name="connsiteX91" fmla="*/ 272074 w 314617"/>
                    <a:gd name="connsiteY91" fmla="*/ 231795 h 341022"/>
                    <a:gd name="connsiteX92" fmla="*/ 229595 w 314617"/>
                    <a:gd name="connsiteY92" fmla="*/ 231795 h 341022"/>
                    <a:gd name="connsiteX93" fmla="*/ 259946 w 314617"/>
                    <a:gd name="connsiteY93" fmla="*/ 201457 h 341022"/>
                    <a:gd name="connsiteX94" fmla="*/ 268481 w 314617"/>
                    <a:gd name="connsiteY94" fmla="*/ 192961 h 341022"/>
                    <a:gd name="connsiteX95" fmla="*/ 259946 w 314617"/>
                    <a:gd name="connsiteY95" fmla="*/ 184471 h 341022"/>
                    <a:gd name="connsiteX96" fmla="*/ 247818 w 314617"/>
                    <a:gd name="connsiteY96" fmla="*/ 172331 h 341022"/>
                    <a:gd name="connsiteX97" fmla="*/ 239284 w 314617"/>
                    <a:gd name="connsiteY97" fmla="*/ 163835 h 341022"/>
                    <a:gd name="connsiteX98" fmla="*/ 230814 w 314617"/>
                    <a:gd name="connsiteY98" fmla="*/ 172331 h 341022"/>
                    <a:gd name="connsiteX99" fmla="*/ 159138 w 314617"/>
                    <a:gd name="connsiteY99" fmla="*/ 243936 h 341022"/>
                    <a:gd name="connsiteX100" fmla="*/ 150604 w 314617"/>
                    <a:gd name="connsiteY100" fmla="*/ 252432 h 341022"/>
                    <a:gd name="connsiteX101" fmla="*/ 159138 w 314617"/>
                    <a:gd name="connsiteY101" fmla="*/ 260922 h 341022"/>
                    <a:gd name="connsiteX102" fmla="*/ 230814 w 314617"/>
                    <a:gd name="connsiteY102" fmla="*/ 332527 h 341022"/>
                    <a:gd name="connsiteX103" fmla="*/ 239284 w 314617"/>
                    <a:gd name="connsiteY103" fmla="*/ 341023 h 341022"/>
                    <a:gd name="connsiteX104" fmla="*/ 247818 w 314617"/>
                    <a:gd name="connsiteY104" fmla="*/ 332527 h 341022"/>
                    <a:gd name="connsiteX105" fmla="*/ 259946 w 314617"/>
                    <a:gd name="connsiteY105" fmla="*/ 320393 h 341022"/>
                    <a:gd name="connsiteX106" fmla="*/ 268481 w 314617"/>
                    <a:gd name="connsiteY106" fmla="*/ 311897 h 341022"/>
                    <a:gd name="connsiteX107" fmla="*/ 259946 w 314617"/>
                    <a:gd name="connsiteY107" fmla="*/ 302188 h 341022"/>
                    <a:gd name="connsiteX108" fmla="*/ 230814 w 314617"/>
                    <a:gd name="connsiteY108" fmla="*/ 273062 h 341022"/>
                    <a:gd name="connsiteX109" fmla="*/ 302490 w 314617"/>
                    <a:gd name="connsiteY109" fmla="*/ 273062 h 341022"/>
                    <a:gd name="connsiteX110" fmla="*/ 314618 w 314617"/>
                    <a:gd name="connsiteY110" fmla="*/ 273062 h 341022"/>
                    <a:gd name="connsiteX111" fmla="*/ 314618 w 314617"/>
                    <a:gd name="connsiteY111" fmla="*/ 260922 h 341022"/>
                    <a:gd name="connsiteX112" fmla="*/ 314618 w 314617"/>
                    <a:gd name="connsiteY112" fmla="*/ 74031 h 341022"/>
                    <a:gd name="connsiteX113" fmla="*/ 314618 w 314617"/>
                    <a:gd name="connsiteY113" fmla="*/ 61897 h 341022"/>
                    <a:gd name="connsiteX114" fmla="*/ 302490 w 314617"/>
                    <a:gd name="connsiteY114" fmla="*/ 61897 h 341022"/>
                    <a:gd name="connsiteX115" fmla="*/ 164015 w 314617"/>
                    <a:gd name="connsiteY115" fmla="*/ 61897 h 341022"/>
                    <a:gd name="connsiteX116" fmla="*/ 164015 w 314617"/>
                    <a:gd name="connsiteY116" fmla="*/ 58252 h 341022"/>
                    <a:gd name="connsiteX117" fmla="*/ 153042 w 314617"/>
                    <a:gd name="connsiteY117" fmla="*/ 57039 h 341022"/>
                    <a:gd name="connsiteX118" fmla="*/ 148165 w 314617"/>
                    <a:gd name="connsiteY118" fmla="*/ 57039 h 341022"/>
                    <a:gd name="connsiteX119" fmla="*/ 151823 w 314617"/>
                    <a:gd name="connsiteY119" fmla="*/ 53401 h 341022"/>
                    <a:gd name="connsiteX120" fmla="*/ 159138 w 314617"/>
                    <a:gd name="connsiteY120" fmla="*/ 44905 h 341022"/>
                    <a:gd name="connsiteX121" fmla="*/ 150604 w 314617"/>
                    <a:gd name="connsiteY121" fmla="*/ 35196 h 341022"/>
                    <a:gd name="connsiteX122" fmla="*/ 128722 w 314617"/>
                    <a:gd name="connsiteY122" fmla="*/ 13353 h 341022"/>
                    <a:gd name="connsiteX123" fmla="*/ 121471 w 314617"/>
                    <a:gd name="connsiteY123" fmla="*/ 6070 h 341022"/>
                    <a:gd name="connsiteX124" fmla="*/ 112937 w 314617"/>
                    <a:gd name="connsiteY124" fmla="*/ 13353 h 341022"/>
                    <a:gd name="connsiteX125" fmla="*/ 109343 w 314617"/>
                    <a:gd name="connsiteY125" fmla="*/ 16992 h 341022"/>
                    <a:gd name="connsiteX126" fmla="*/ 109343 w 314617"/>
                    <a:gd name="connsiteY126" fmla="*/ 12141 h 341022"/>
                    <a:gd name="connsiteX127" fmla="*/ 106905 w 314617"/>
                    <a:gd name="connsiteY127" fmla="*/ 0 h 341022"/>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 ang="0">
                      <a:pos x="connsiteX39" y="connsiteY39"/>
                    </a:cxn>
                    <a:cxn ang="0">
                      <a:pos x="connsiteX40" y="connsiteY40"/>
                    </a:cxn>
                    <a:cxn ang="0">
                      <a:pos x="connsiteX41" y="connsiteY41"/>
                    </a:cxn>
                    <a:cxn ang="0">
                      <a:pos x="connsiteX42" y="connsiteY42"/>
                    </a:cxn>
                    <a:cxn ang="0">
                      <a:pos x="connsiteX43" y="connsiteY43"/>
                    </a:cxn>
                    <a:cxn ang="0">
                      <a:pos x="connsiteX44" y="connsiteY44"/>
                    </a:cxn>
                    <a:cxn ang="0">
                      <a:pos x="connsiteX45" y="connsiteY45"/>
                    </a:cxn>
                    <a:cxn ang="0">
                      <a:pos x="connsiteX46" y="connsiteY46"/>
                    </a:cxn>
                    <a:cxn ang="0">
                      <a:pos x="connsiteX47" y="connsiteY47"/>
                    </a:cxn>
                    <a:cxn ang="0">
                      <a:pos x="connsiteX48" y="connsiteY48"/>
                    </a:cxn>
                    <a:cxn ang="0">
                      <a:pos x="connsiteX49" y="connsiteY49"/>
                    </a:cxn>
                    <a:cxn ang="0">
                      <a:pos x="connsiteX50" y="connsiteY50"/>
                    </a:cxn>
                    <a:cxn ang="0">
                      <a:pos x="connsiteX51" y="connsiteY51"/>
                    </a:cxn>
                    <a:cxn ang="0">
                      <a:pos x="connsiteX52" y="connsiteY52"/>
                    </a:cxn>
                    <a:cxn ang="0">
                      <a:pos x="connsiteX53" y="connsiteY53"/>
                    </a:cxn>
                    <a:cxn ang="0">
                      <a:pos x="connsiteX54" y="connsiteY54"/>
                    </a:cxn>
                    <a:cxn ang="0">
                      <a:pos x="connsiteX55" y="connsiteY55"/>
                    </a:cxn>
                    <a:cxn ang="0">
                      <a:pos x="connsiteX56" y="connsiteY56"/>
                    </a:cxn>
                    <a:cxn ang="0">
                      <a:pos x="connsiteX57" y="connsiteY57"/>
                    </a:cxn>
                    <a:cxn ang="0">
                      <a:pos x="connsiteX58" y="connsiteY58"/>
                    </a:cxn>
                    <a:cxn ang="0">
                      <a:pos x="connsiteX59" y="connsiteY59"/>
                    </a:cxn>
                    <a:cxn ang="0">
                      <a:pos x="connsiteX60" y="connsiteY60"/>
                    </a:cxn>
                    <a:cxn ang="0">
                      <a:pos x="connsiteX61" y="connsiteY61"/>
                    </a:cxn>
                    <a:cxn ang="0">
                      <a:pos x="connsiteX62" y="connsiteY62"/>
                    </a:cxn>
                    <a:cxn ang="0">
                      <a:pos x="connsiteX63" y="connsiteY63"/>
                    </a:cxn>
                    <a:cxn ang="0">
                      <a:pos x="connsiteX64" y="connsiteY64"/>
                    </a:cxn>
                    <a:cxn ang="0">
                      <a:pos x="connsiteX65" y="connsiteY65"/>
                    </a:cxn>
                    <a:cxn ang="0">
                      <a:pos x="connsiteX66" y="connsiteY66"/>
                    </a:cxn>
                    <a:cxn ang="0">
                      <a:pos x="connsiteX67" y="connsiteY67"/>
                    </a:cxn>
                    <a:cxn ang="0">
                      <a:pos x="connsiteX68" y="connsiteY68"/>
                    </a:cxn>
                    <a:cxn ang="0">
                      <a:pos x="connsiteX69" y="connsiteY69"/>
                    </a:cxn>
                    <a:cxn ang="0">
                      <a:pos x="connsiteX70" y="connsiteY70"/>
                    </a:cxn>
                    <a:cxn ang="0">
                      <a:pos x="connsiteX71" y="connsiteY71"/>
                    </a:cxn>
                    <a:cxn ang="0">
                      <a:pos x="connsiteX72" y="connsiteY72"/>
                    </a:cxn>
                    <a:cxn ang="0">
                      <a:pos x="connsiteX73" y="connsiteY73"/>
                    </a:cxn>
                    <a:cxn ang="0">
                      <a:pos x="connsiteX74" y="connsiteY74"/>
                    </a:cxn>
                    <a:cxn ang="0">
                      <a:pos x="connsiteX75" y="connsiteY75"/>
                    </a:cxn>
                    <a:cxn ang="0">
                      <a:pos x="connsiteX76" y="connsiteY76"/>
                    </a:cxn>
                    <a:cxn ang="0">
                      <a:pos x="connsiteX77" y="connsiteY77"/>
                    </a:cxn>
                    <a:cxn ang="0">
                      <a:pos x="connsiteX78" y="connsiteY78"/>
                    </a:cxn>
                    <a:cxn ang="0">
                      <a:pos x="connsiteX79" y="connsiteY79"/>
                    </a:cxn>
                    <a:cxn ang="0">
                      <a:pos x="connsiteX80" y="connsiteY80"/>
                    </a:cxn>
                    <a:cxn ang="0">
                      <a:pos x="connsiteX81" y="connsiteY81"/>
                    </a:cxn>
                    <a:cxn ang="0">
                      <a:pos x="connsiteX82" y="connsiteY82"/>
                    </a:cxn>
                    <a:cxn ang="0">
                      <a:pos x="connsiteX83" y="connsiteY83"/>
                    </a:cxn>
                    <a:cxn ang="0">
                      <a:pos x="connsiteX84" y="connsiteY84"/>
                    </a:cxn>
                    <a:cxn ang="0">
                      <a:pos x="connsiteX85" y="connsiteY85"/>
                    </a:cxn>
                    <a:cxn ang="0">
                      <a:pos x="connsiteX86" y="connsiteY86"/>
                    </a:cxn>
                    <a:cxn ang="0">
                      <a:pos x="connsiteX87" y="connsiteY87"/>
                    </a:cxn>
                    <a:cxn ang="0">
                      <a:pos x="connsiteX88" y="connsiteY88"/>
                    </a:cxn>
                    <a:cxn ang="0">
                      <a:pos x="connsiteX89" y="connsiteY89"/>
                    </a:cxn>
                    <a:cxn ang="0">
                      <a:pos x="connsiteX90" y="connsiteY90"/>
                    </a:cxn>
                    <a:cxn ang="0">
                      <a:pos x="connsiteX91" y="connsiteY91"/>
                    </a:cxn>
                    <a:cxn ang="0">
                      <a:pos x="connsiteX92" y="connsiteY92"/>
                    </a:cxn>
                    <a:cxn ang="0">
                      <a:pos x="connsiteX93" y="connsiteY93"/>
                    </a:cxn>
                    <a:cxn ang="0">
                      <a:pos x="connsiteX94" y="connsiteY94"/>
                    </a:cxn>
                    <a:cxn ang="0">
                      <a:pos x="connsiteX95" y="connsiteY95"/>
                    </a:cxn>
                    <a:cxn ang="0">
                      <a:pos x="connsiteX96" y="connsiteY96"/>
                    </a:cxn>
                    <a:cxn ang="0">
                      <a:pos x="connsiteX97" y="connsiteY97"/>
                    </a:cxn>
                    <a:cxn ang="0">
                      <a:pos x="connsiteX98" y="connsiteY98"/>
                    </a:cxn>
                    <a:cxn ang="0">
                      <a:pos x="connsiteX99" y="connsiteY99"/>
                    </a:cxn>
                    <a:cxn ang="0">
                      <a:pos x="connsiteX100" y="connsiteY100"/>
                    </a:cxn>
                    <a:cxn ang="0">
                      <a:pos x="connsiteX101" y="connsiteY101"/>
                    </a:cxn>
                    <a:cxn ang="0">
                      <a:pos x="connsiteX102" y="connsiteY102"/>
                    </a:cxn>
                    <a:cxn ang="0">
                      <a:pos x="connsiteX103" y="connsiteY103"/>
                    </a:cxn>
                    <a:cxn ang="0">
                      <a:pos x="connsiteX104" y="connsiteY104"/>
                    </a:cxn>
                    <a:cxn ang="0">
                      <a:pos x="connsiteX105" y="connsiteY105"/>
                    </a:cxn>
                    <a:cxn ang="0">
                      <a:pos x="connsiteX106" y="connsiteY106"/>
                    </a:cxn>
                    <a:cxn ang="0">
                      <a:pos x="connsiteX107" y="connsiteY107"/>
                    </a:cxn>
                    <a:cxn ang="0">
                      <a:pos x="connsiteX108" y="connsiteY108"/>
                    </a:cxn>
                    <a:cxn ang="0">
                      <a:pos x="connsiteX109" y="connsiteY109"/>
                    </a:cxn>
                    <a:cxn ang="0">
                      <a:pos x="connsiteX110" y="connsiteY110"/>
                    </a:cxn>
                    <a:cxn ang="0">
                      <a:pos x="connsiteX111" y="connsiteY111"/>
                    </a:cxn>
                    <a:cxn ang="0">
                      <a:pos x="connsiteX112" y="connsiteY112"/>
                    </a:cxn>
                    <a:cxn ang="0">
                      <a:pos x="connsiteX113" y="connsiteY113"/>
                    </a:cxn>
                    <a:cxn ang="0">
                      <a:pos x="connsiteX114" y="connsiteY114"/>
                    </a:cxn>
                    <a:cxn ang="0">
                      <a:pos x="connsiteX115" y="connsiteY115"/>
                    </a:cxn>
                    <a:cxn ang="0">
                      <a:pos x="connsiteX116" y="connsiteY116"/>
                    </a:cxn>
                    <a:cxn ang="0">
                      <a:pos x="connsiteX117" y="connsiteY117"/>
                    </a:cxn>
                    <a:cxn ang="0">
                      <a:pos x="connsiteX118" y="connsiteY118"/>
                    </a:cxn>
                    <a:cxn ang="0">
                      <a:pos x="connsiteX119" y="connsiteY119"/>
                    </a:cxn>
                    <a:cxn ang="0">
                      <a:pos x="connsiteX120" y="connsiteY120"/>
                    </a:cxn>
                    <a:cxn ang="0">
                      <a:pos x="connsiteX121" y="connsiteY121"/>
                    </a:cxn>
                    <a:cxn ang="0">
                      <a:pos x="connsiteX122" y="connsiteY122"/>
                    </a:cxn>
                    <a:cxn ang="0">
                      <a:pos x="connsiteX123" y="connsiteY123"/>
                    </a:cxn>
                    <a:cxn ang="0">
                      <a:pos x="connsiteX124" y="connsiteY124"/>
                    </a:cxn>
                    <a:cxn ang="0">
                      <a:pos x="connsiteX125" y="connsiteY125"/>
                    </a:cxn>
                    <a:cxn ang="0">
                      <a:pos x="connsiteX126" y="connsiteY126"/>
                    </a:cxn>
                    <a:cxn ang="0">
                      <a:pos x="connsiteX127" y="connsiteY127"/>
                    </a:cxn>
                  </a:cxnLst>
                  <a:rect l="l" t="t" r="r" b="b"/>
                  <a:pathLst>
                    <a:path w="314617" h="341022">
                      <a:moveTo>
                        <a:pt x="95932" y="12141"/>
                      </a:moveTo>
                      <a:lnTo>
                        <a:pt x="98371" y="29126"/>
                      </a:lnTo>
                      <a:cubicBezTo>
                        <a:pt x="102028" y="30345"/>
                        <a:pt x="104466" y="31558"/>
                        <a:pt x="106905" y="32771"/>
                      </a:cubicBezTo>
                      <a:lnTo>
                        <a:pt x="120252" y="21849"/>
                      </a:lnTo>
                      <a:lnTo>
                        <a:pt x="142133" y="43692"/>
                      </a:lnTo>
                      <a:lnTo>
                        <a:pt x="131161" y="58252"/>
                      </a:lnTo>
                      <a:cubicBezTo>
                        <a:pt x="132379" y="60684"/>
                        <a:pt x="133599" y="64322"/>
                        <a:pt x="134818" y="66748"/>
                      </a:cubicBezTo>
                      <a:lnTo>
                        <a:pt x="151823" y="69180"/>
                      </a:lnTo>
                      <a:lnTo>
                        <a:pt x="151823" y="74031"/>
                      </a:lnTo>
                      <a:lnTo>
                        <a:pt x="302490" y="74031"/>
                      </a:lnTo>
                      <a:lnTo>
                        <a:pt x="302490" y="260922"/>
                      </a:lnTo>
                      <a:lnTo>
                        <a:pt x="200399" y="260922"/>
                      </a:lnTo>
                      <a:lnTo>
                        <a:pt x="250257" y="310684"/>
                      </a:lnTo>
                      <a:lnTo>
                        <a:pt x="238065" y="322818"/>
                      </a:lnTo>
                      <a:lnTo>
                        <a:pt x="166389" y="251213"/>
                      </a:lnTo>
                      <a:lnTo>
                        <a:pt x="238065" y="179614"/>
                      </a:lnTo>
                      <a:lnTo>
                        <a:pt x="250257" y="191748"/>
                      </a:lnTo>
                      <a:lnTo>
                        <a:pt x="199243" y="242723"/>
                      </a:lnTo>
                      <a:lnTo>
                        <a:pt x="284266" y="242723"/>
                      </a:lnTo>
                      <a:lnTo>
                        <a:pt x="284266" y="91023"/>
                      </a:lnTo>
                      <a:lnTo>
                        <a:pt x="150604" y="91023"/>
                      </a:lnTo>
                      <a:lnTo>
                        <a:pt x="150604" y="98306"/>
                      </a:lnTo>
                      <a:lnTo>
                        <a:pt x="133599" y="100732"/>
                      </a:lnTo>
                      <a:cubicBezTo>
                        <a:pt x="132379" y="104370"/>
                        <a:pt x="131161" y="106795"/>
                        <a:pt x="129941" y="109228"/>
                      </a:cubicBezTo>
                      <a:lnTo>
                        <a:pt x="140914" y="122574"/>
                      </a:lnTo>
                      <a:lnTo>
                        <a:pt x="119033" y="144417"/>
                      </a:lnTo>
                      <a:lnTo>
                        <a:pt x="105686" y="133496"/>
                      </a:lnTo>
                      <a:cubicBezTo>
                        <a:pt x="103248" y="134709"/>
                        <a:pt x="99590" y="135928"/>
                        <a:pt x="97151" y="137141"/>
                      </a:cubicBezTo>
                      <a:lnTo>
                        <a:pt x="94713" y="154126"/>
                      </a:lnTo>
                      <a:lnTo>
                        <a:pt x="65581" y="154126"/>
                      </a:lnTo>
                      <a:lnTo>
                        <a:pt x="63142" y="137141"/>
                      </a:lnTo>
                      <a:cubicBezTo>
                        <a:pt x="59484" y="135928"/>
                        <a:pt x="57046" y="134709"/>
                        <a:pt x="54672" y="133496"/>
                      </a:cubicBezTo>
                      <a:lnTo>
                        <a:pt x="41261" y="144417"/>
                      </a:lnTo>
                      <a:lnTo>
                        <a:pt x="19443" y="122574"/>
                      </a:lnTo>
                      <a:lnTo>
                        <a:pt x="30352" y="109228"/>
                      </a:lnTo>
                      <a:cubicBezTo>
                        <a:pt x="29133" y="106795"/>
                        <a:pt x="27914" y="103157"/>
                        <a:pt x="26694" y="100732"/>
                      </a:cubicBezTo>
                      <a:lnTo>
                        <a:pt x="9689" y="98306"/>
                      </a:lnTo>
                      <a:lnTo>
                        <a:pt x="9689" y="67961"/>
                      </a:lnTo>
                      <a:lnTo>
                        <a:pt x="26694" y="65535"/>
                      </a:lnTo>
                      <a:cubicBezTo>
                        <a:pt x="27914" y="61897"/>
                        <a:pt x="29133" y="59471"/>
                        <a:pt x="30352" y="57039"/>
                      </a:cubicBezTo>
                      <a:lnTo>
                        <a:pt x="19443" y="43692"/>
                      </a:lnTo>
                      <a:lnTo>
                        <a:pt x="41261" y="21849"/>
                      </a:lnTo>
                      <a:lnTo>
                        <a:pt x="54672" y="32771"/>
                      </a:lnTo>
                      <a:cubicBezTo>
                        <a:pt x="57046" y="31558"/>
                        <a:pt x="60704" y="30345"/>
                        <a:pt x="63142" y="29126"/>
                      </a:cubicBezTo>
                      <a:lnTo>
                        <a:pt x="65581" y="12141"/>
                      </a:lnTo>
                      <a:lnTo>
                        <a:pt x="95932" y="12141"/>
                      </a:lnTo>
                      <a:close/>
                      <a:moveTo>
                        <a:pt x="106905" y="0"/>
                      </a:moveTo>
                      <a:lnTo>
                        <a:pt x="95932" y="0"/>
                      </a:lnTo>
                      <a:lnTo>
                        <a:pt x="65581" y="0"/>
                      </a:lnTo>
                      <a:lnTo>
                        <a:pt x="54672" y="0"/>
                      </a:lnTo>
                      <a:lnTo>
                        <a:pt x="53453" y="10928"/>
                      </a:lnTo>
                      <a:lnTo>
                        <a:pt x="53453" y="15779"/>
                      </a:lnTo>
                      <a:lnTo>
                        <a:pt x="49795" y="12141"/>
                      </a:lnTo>
                      <a:lnTo>
                        <a:pt x="41261" y="4857"/>
                      </a:lnTo>
                      <a:lnTo>
                        <a:pt x="34010" y="12141"/>
                      </a:lnTo>
                      <a:lnTo>
                        <a:pt x="12128" y="33984"/>
                      </a:lnTo>
                      <a:lnTo>
                        <a:pt x="4813" y="41267"/>
                      </a:lnTo>
                      <a:lnTo>
                        <a:pt x="12128" y="49762"/>
                      </a:lnTo>
                      <a:lnTo>
                        <a:pt x="15786" y="53401"/>
                      </a:lnTo>
                      <a:lnTo>
                        <a:pt x="10909" y="53401"/>
                      </a:lnTo>
                      <a:lnTo>
                        <a:pt x="0" y="54614"/>
                      </a:lnTo>
                      <a:lnTo>
                        <a:pt x="0" y="65535"/>
                      </a:lnTo>
                      <a:lnTo>
                        <a:pt x="0" y="95874"/>
                      </a:lnTo>
                      <a:lnTo>
                        <a:pt x="0" y="106795"/>
                      </a:lnTo>
                      <a:lnTo>
                        <a:pt x="10909" y="108015"/>
                      </a:lnTo>
                      <a:lnTo>
                        <a:pt x="15786" y="108015"/>
                      </a:lnTo>
                      <a:lnTo>
                        <a:pt x="12128" y="111653"/>
                      </a:lnTo>
                      <a:lnTo>
                        <a:pt x="4813" y="120149"/>
                      </a:lnTo>
                      <a:lnTo>
                        <a:pt x="12128" y="127432"/>
                      </a:lnTo>
                      <a:lnTo>
                        <a:pt x="34010" y="149275"/>
                      </a:lnTo>
                      <a:lnTo>
                        <a:pt x="41261" y="156558"/>
                      </a:lnTo>
                      <a:lnTo>
                        <a:pt x="49795" y="149275"/>
                      </a:lnTo>
                      <a:lnTo>
                        <a:pt x="53453" y="145637"/>
                      </a:lnTo>
                      <a:lnTo>
                        <a:pt x="53453" y="150488"/>
                      </a:lnTo>
                      <a:lnTo>
                        <a:pt x="54672" y="161409"/>
                      </a:lnTo>
                      <a:lnTo>
                        <a:pt x="65581" y="161409"/>
                      </a:lnTo>
                      <a:lnTo>
                        <a:pt x="95932" y="161409"/>
                      </a:lnTo>
                      <a:lnTo>
                        <a:pt x="106905" y="161409"/>
                      </a:lnTo>
                      <a:lnTo>
                        <a:pt x="108124" y="150488"/>
                      </a:lnTo>
                      <a:lnTo>
                        <a:pt x="108124" y="145637"/>
                      </a:lnTo>
                      <a:lnTo>
                        <a:pt x="111717" y="149275"/>
                      </a:lnTo>
                      <a:lnTo>
                        <a:pt x="120252" y="156558"/>
                      </a:lnTo>
                      <a:lnTo>
                        <a:pt x="127567" y="149275"/>
                      </a:lnTo>
                      <a:lnTo>
                        <a:pt x="150604" y="131070"/>
                      </a:lnTo>
                      <a:lnTo>
                        <a:pt x="157918" y="123787"/>
                      </a:lnTo>
                      <a:lnTo>
                        <a:pt x="150604" y="115291"/>
                      </a:lnTo>
                      <a:lnTo>
                        <a:pt x="146946" y="111653"/>
                      </a:lnTo>
                      <a:lnTo>
                        <a:pt x="151823" y="111653"/>
                      </a:lnTo>
                      <a:lnTo>
                        <a:pt x="162795" y="110440"/>
                      </a:lnTo>
                      <a:lnTo>
                        <a:pt x="162795" y="104370"/>
                      </a:lnTo>
                      <a:lnTo>
                        <a:pt x="272074" y="104370"/>
                      </a:lnTo>
                      <a:lnTo>
                        <a:pt x="272074" y="231795"/>
                      </a:lnTo>
                      <a:lnTo>
                        <a:pt x="229595" y="231795"/>
                      </a:lnTo>
                      <a:lnTo>
                        <a:pt x="259946" y="201457"/>
                      </a:lnTo>
                      <a:lnTo>
                        <a:pt x="268481" y="192961"/>
                      </a:lnTo>
                      <a:lnTo>
                        <a:pt x="259946" y="184471"/>
                      </a:lnTo>
                      <a:lnTo>
                        <a:pt x="247818" y="172331"/>
                      </a:lnTo>
                      <a:lnTo>
                        <a:pt x="239284" y="163835"/>
                      </a:lnTo>
                      <a:lnTo>
                        <a:pt x="230814" y="172331"/>
                      </a:lnTo>
                      <a:lnTo>
                        <a:pt x="159138" y="243936"/>
                      </a:lnTo>
                      <a:lnTo>
                        <a:pt x="150604" y="252432"/>
                      </a:lnTo>
                      <a:lnTo>
                        <a:pt x="159138" y="260922"/>
                      </a:lnTo>
                      <a:lnTo>
                        <a:pt x="230814" y="332527"/>
                      </a:lnTo>
                      <a:lnTo>
                        <a:pt x="239284" y="341023"/>
                      </a:lnTo>
                      <a:lnTo>
                        <a:pt x="247818" y="332527"/>
                      </a:lnTo>
                      <a:lnTo>
                        <a:pt x="259946" y="320393"/>
                      </a:lnTo>
                      <a:lnTo>
                        <a:pt x="268481" y="311897"/>
                      </a:lnTo>
                      <a:lnTo>
                        <a:pt x="259946" y="302188"/>
                      </a:lnTo>
                      <a:lnTo>
                        <a:pt x="230814" y="273062"/>
                      </a:lnTo>
                      <a:lnTo>
                        <a:pt x="302490" y="273062"/>
                      </a:lnTo>
                      <a:lnTo>
                        <a:pt x="314618" y="273062"/>
                      </a:lnTo>
                      <a:lnTo>
                        <a:pt x="314618" y="260922"/>
                      </a:lnTo>
                      <a:lnTo>
                        <a:pt x="314618" y="74031"/>
                      </a:lnTo>
                      <a:lnTo>
                        <a:pt x="314618" y="61897"/>
                      </a:lnTo>
                      <a:lnTo>
                        <a:pt x="302490" y="61897"/>
                      </a:lnTo>
                      <a:lnTo>
                        <a:pt x="164015" y="61897"/>
                      </a:lnTo>
                      <a:lnTo>
                        <a:pt x="164015" y="58252"/>
                      </a:lnTo>
                      <a:lnTo>
                        <a:pt x="153042" y="57039"/>
                      </a:lnTo>
                      <a:lnTo>
                        <a:pt x="148165" y="57039"/>
                      </a:lnTo>
                      <a:lnTo>
                        <a:pt x="151823" y="53401"/>
                      </a:lnTo>
                      <a:lnTo>
                        <a:pt x="159138" y="44905"/>
                      </a:lnTo>
                      <a:lnTo>
                        <a:pt x="150604" y="35196"/>
                      </a:lnTo>
                      <a:lnTo>
                        <a:pt x="128722" y="13353"/>
                      </a:lnTo>
                      <a:lnTo>
                        <a:pt x="121471" y="6070"/>
                      </a:lnTo>
                      <a:lnTo>
                        <a:pt x="112937" y="13353"/>
                      </a:lnTo>
                      <a:lnTo>
                        <a:pt x="109343" y="16992"/>
                      </a:lnTo>
                      <a:lnTo>
                        <a:pt x="109343" y="12141"/>
                      </a:lnTo>
                      <a:lnTo>
                        <a:pt x="106905" y="0"/>
                      </a:lnTo>
                      <a:close/>
                    </a:path>
                  </a:pathLst>
                </a:custGeom>
                <a:solidFill>
                  <a:srgbClr val="FFFFFF"/>
                </a:solidFill>
                <a:ln w="6417" cap="flat">
                  <a:noFill/>
                  <a:prstDash val="solid"/>
                  <a:miter/>
                </a:ln>
              </p:spPr>
              <p:txBody>
                <a:bodyPr rtlCol="0" anchor="ctr"/>
                <a:lstStyle/>
                <a:p>
                  <a:endParaRPr lang="en-US"/>
                </a:p>
              </p:txBody>
            </p:sp>
          </p:grpSp>
        </p:grpSp>
        <p:sp>
          <p:nvSpPr>
            <p:cNvPr id="184" name="Freeform: Shape 183">
              <a:extLst>
                <a:ext uri="{FF2B5EF4-FFF2-40B4-BE49-F238E27FC236}">
                  <a16:creationId xmlns:a16="http://schemas.microsoft.com/office/drawing/2014/main" id="{D170AFA6-FF4D-1440-FB4A-C6B78E9D9AF5}"/>
                </a:ext>
              </a:extLst>
            </p:cNvPr>
            <p:cNvSpPr/>
            <p:nvPr/>
          </p:nvSpPr>
          <p:spPr>
            <a:xfrm>
              <a:off x="9300874" y="3063408"/>
              <a:ext cx="136036" cy="250000"/>
            </a:xfrm>
            <a:custGeom>
              <a:avLst/>
              <a:gdLst>
                <a:gd name="connsiteX0" fmla="*/ 64361 w 136036"/>
                <a:gd name="connsiteY0" fmla="*/ 105583 h 250000"/>
                <a:gd name="connsiteX1" fmla="*/ 51014 w 136036"/>
                <a:gd name="connsiteY1" fmla="*/ 118930 h 250000"/>
                <a:gd name="connsiteX2" fmla="*/ 102028 w 136036"/>
                <a:gd name="connsiteY2" fmla="*/ 169905 h 250000"/>
                <a:gd name="connsiteX3" fmla="*/ 18224 w 136036"/>
                <a:gd name="connsiteY3" fmla="*/ 169905 h 250000"/>
                <a:gd name="connsiteX4" fmla="*/ 18224 w 136036"/>
                <a:gd name="connsiteY4" fmla="*/ 16992 h 250000"/>
                <a:gd name="connsiteX5" fmla="*/ 134818 w 136036"/>
                <a:gd name="connsiteY5" fmla="*/ 16992 h 250000"/>
                <a:gd name="connsiteX6" fmla="*/ 134818 w 136036"/>
                <a:gd name="connsiteY6" fmla="*/ 0 h 250000"/>
                <a:gd name="connsiteX7" fmla="*/ 0 w 136036"/>
                <a:gd name="connsiteY7" fmla="*/ 0 h 250000"/>
                <a:gd name="connsiteX8" fmla="*/ 0 w 136036"/>
                <a:gd name="connsiteY8" fmla="*/ 186891 h 250000"/>
                <a:gd name="connsiteX9" fmla="*/ 102028 w 136036"/>
                <a:gd name="connsiteY9" fmla="*/ 186891 h 250000"/>
                <a:gd name="connsiteX10" fmla="*/ 51014 w 136036"/>
                <a:gd name="connsiteY10" fmla="*/ 236647 h 250000"/>
                <a:gd name="connsiteX11" fmla="*/ 64361 w 136036"/>
                <a:gd name="connsiteY11" fmla="*/ 250000 h 250000"/>
                <a:gd name="connsiteX12" fmla="*/ 136037 w 136036"/>
                <a:gd name="connsiteY12" fmla="*/ 178395 h 250000"/>
                <a:gd name="connsiteX13" fmla="*/ 64361 w 136036"/>
                <a:gd name="connsiteY13" fmla="*/ 105583 h 25000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Lst>
              <a:rect l="l" t="t" r="r" b="b"/>
              <a:pathLst>
                <a:path w="136036" h="250000">
                  <a:moveTo>
                    <a:pt x="64361" y="105583"/>
                  </a:moveTo>
                  <a:lnTo>
                    <a:pt x="51014" y="118930"/>
                  </a:lnTo>
                  <a:lnTo>
                    <a:pt x="102028" y="169905"/>
                  </a:lnTo>
                  <a:lnTo>
                    <a:pt x="18224" y="169905"/>
                  </a:lnTo>
                  <a:lnTo>
                    <a:pt x="18224" y="16992"/>
                  </a:lnTo>
                  <a:lnTo>
                    <a:pt x="134818" y="16992"/>
                  </a:lnTo>
                  <a:lnTo>
                    <a:pt x="134818" y="0"/>
                  </a:lnTo>
                  <a:lnTo>
                    <a:pt x="0" y="0"/>
                  </a:lnTo>
                  <a:lnTo>
                    <a:pt x="0" y="186891"/>
                  </a:lnTo>
                  <a:lnTo>
                    <a:pt x="102028" y="186891"/>
                  </a:lnTo>
                  <a:lnTo>
                    <a:pt x="51014" y="236647"/>
                  </a:lnTo>
                  <a:lnTo>
                    <a:pt x="64361" y="250000"/>
                  </a:lnTo>
                  <a:lnTo>
                    <a:pt x="136037" y="178395"/>
                  </a:lnTo>
                  <a:lnTo>
                    <a:pt x="64361" y="105583"/>
                  </a:lnTo>
                  <a:close/>
                </a:path>
              </a:pathLst>
            </a:custGeom>
            <a:solidFill>
              <a:srgbClr val="2C5967"/>
            </a:solidFill>
            <a:ln w="6417" cap="flat">
              <a:noFill/>
              <a:prstDash val="solid"/>
              <a:miter/>
            </a:ln>
          </p:spPr>
          <p:txBody>
            <a:bodyPr rtlCol="0" anchor="ctr"/>
            <a:lstStyle/>
            <a:p>
              <a:endParaRPr lang="en-US"/>
            </a:p>
          </p:txBody>
        </p:sp>
        <p:sp>
          <p:nvSpPr>
            <p:cNvPr id="185" name="Freeform: Shape 184">
              <a:extLst>
                <a:ext uri="{FF2B5EF4-FFF2-40B4-BE49-F238E27FC236}">
                  <a16:creationId xmlns:a16="http://schemas.microsoft.com/office/drawing/2014/main" id="{98BBDEF9-BAB6-74E9-4967-B9D41953DD40}"/>
                </a:ext>
              </a:extLst>
            </p:cNvPr>
            <p:cNvSpPr/>
            <p:nvPr/>
          </p:nvSpPr>
          <p:spPr>
            <a:xfrm>
              <a:off x="9449039" y="2997873"/>
              <a:ext cx="144571" cy="144417"/>
            </a:xfrm>
            <a:custGeom>
              <a:avLst/>
              <a:gdLst>
                <a:gd name="connsiteX0" fmla="*/ 144572 w 144571"/>
                <a:gd name="connsiteY0" fmla="*/ 0 h 144417"/>
                <a:gd name="connsiteX1" fmla="*/ 0 w 144571"/>
                <a:gd name="connsiteY1" fmla="*/ 0 h 144417"/>
                <a:gd name="connsiteX2" fmla="*/ 0 w 144571"/>
                <a:gd name="connsiteY2" fmla="*/ 144418 h 144417"/>
                <a:gd name="connsiteX3" fmla="*/ 144572 w 144571"/>
                <a:gd name="connsiteY3" fmla="*/ 144418 h 144417"/>
                <a:gd name="connsiteX4" fmla="*/ 144572 w 144571"/>
                <a:gd name="connsiteY4" fmla="*/ 0 h 144417"/>
                <a:gd name="connsiteX5" fmla="*/ 126348 w 144571"/>
                <a:gd name="connsiteY5" fmla="*/ 126213 h 144417"/>
                <a:gd name="connsiteX6" fmla="*/ 18224 w 144571"/>
                <a:gd name="connsiteY6" fmla="*/ 126213 h 144417"/>
                <a:gd name="connsiteX7" fmla="*/ 18224 w 144571"/>
                <a:gd name="connsiteY7" fmla="*/ 18205 h 144417"/>
                <a:gd name="connsiteX8" fmla="*/ 126348 w 144571"/>
                <a:gd name="connsiteY8" fmla="*/ 18205 h 144417"/>
                <a:gd name="connsiteX9" fmla="*/ 126348 w 144571"/>
                <a:gd name="connsiteY9" fmla="*/ 126213 h 144417"/>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Lst>
              <a:rect l="l" t="t" r="r" b="b"/>
              <a:pathLst>
                <a:path w="144571" h="144417">
                  <a:moveTo>
                    <a:pt x="144572" y="0"/>
                  </a:moveTo>
                  <a:lnTo>
                    <a:pt x="0" y="0"/>
                  </a:lnTo>
                  <a:lnTo>
                    <a:pt x="0" y="144418"/>
                  </a:lnTo>
                  <a:lnTo>
                    <a:pt x="144572" y="144418"/>
                  </a:lnTo>
                  <a:lnTo>
                    <a:pt x="144572" y="0"/>
                  </a:lnTo>
                  <a:close/>
                  <a:moveTo>
                    <a:pt x="126348" y="126213"/>
                  </a:moveTo>
                  <a:lnTo>
                    <a:pt x="18224" y="126213"/>
                  </a:lnTo>
                  <a:lnTo>
                    <a:pt x="18224" y="18205"/>
                  </a:lnTo>
                  <a:lnTo>
                    <a:pt x="126348" y="18205"/>
                  </a:lnTo>
                  <a:lnTo>
                    <a:pt x="126348" y="126213"/>
                  </a:lnTo>
                  <a:close/>
                </a:path>
              </a:pathLst>
            </a:custGeom>
            <a:solidFill>
              <a:srgbClr val="2C5967"/>
            </a:solidFill>
            <a:ln w="6417" cap="flat">
              <a:noFill/>
              <a:prstDash val="solid"/>
              <a:miter/>
            </a:ln>
          </p:spPr>
          <p:txBody>
            <a:bodyPr rtlCol="0" anchor="ctr"/>
            <a:lstStyle/>
            <a:p>
              <a:endParaRPr lang="en-US"/>
            </a:p>
          </p:txBody>
        </p:sp>
        <p:sp>
          <p:nvSpPr>
            <p:cNvPr id="186" name="Freeform: Shape 185">
              <a:extLst>
                <a:ext uri="{FF2B5EF4-FFF2-40B4-BE49-F238E27FC236}">
                  <a16:creationId xmlns:a16="http://schemas.microsoft.com/office/drawing/2014/main" id="{5E76D4C6-EB3A-2FEF-AC91-21D126263A2C}"/>
                </a:ext>
              </a:extLst>
            </p:cNvPr>
            <p:cNvSpPr/>
            <p:nvPr/>
          </p:nvSpPr>
          <p:spPr>
            <a:xfrm>
              <a:off x="9449039" y="3338896"/>
              <a:ext cx="144571" cy="144417"/>
            </a:xfrm>
            <a:custGeom>
              <a:avLst/>
              <a:gdLst>
                <a:gd name="connsiteX0" fmla="*/ 0 w 144571"/>
                <a:gd name="connsiteY0" fmla="*/ 144417 h 144417"/>
                <a:gd name="connsiteX1" fmla="*/ 144572 w 144571"/>
                <a:gd name="connsiteY1" fmla="*/ 144417 h 144417"/>
                <a:gd name="connsiteX2" fmla="*/ 144572 w 144571"/>
                <a:gd name="connsiteY2" fmla="*/ 0 h 144417"/>
                <a:gd name="connsiteX3" fmla="*/ 0 w 144571"/>
                <a:gd name="connsiteY3" fmla="*/ 0 h 144417"/>
                <a:gd name="connsiteX4" fmla="*/ 0 w 144571"/>
                <a:gd name="connsiteY4" fmla="*/ 144417 h 144417"/>
                <a:gd name="connsiteX5" fmla="*/ 18224 w 144571"/>
                <a:gd name="connsiteY5" fmla="*/ 18204 h 144417"/>
                <a:gd name="connsiteX6" fmla="*/ 126348 w 144571"/>
                <a:gd name="connsiteY6" fmla="*/ 18204 h 144417"/>
                <a:gd name="connsiteX7" fmla="*/ 126348 w 144571"/>
                <a:gd name="connsiteY7" fmla="*/ 126213 h 144417"/>
                <a:gd name="connsiteX8" fmla="*/ 18224 w 144571"/>
                <a:gd name="connsiteY8" fmla="*/ 126213 h 144417"/>
                <a:gd name="connsiteX9" fmla="*/ 18224 w 144571"/>
                <a:gd name="connsiteY9" fmla="*/ 18204 h 144417"/>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Lst>
              <a:rect l="l" t="t" r="r" b="b"/>
              <a:pathLst>
                <a:path w="144571" h="144417">
                  <a:moveTo>
                    <a:pt x="0" y="144417"/>
                  </a:moveTo>
                  <a:lnTo>
                    <a:pt x="144572" y="144417"/>
                  </a:lnTo>
                  <a:lnTo>
                    <a:pt x="144572" y="0"/>
                  </a:lnTo>
                  <a:lnTo>
                    <a:pt x="0" y="0"/>
                  </a:lnTo>
                  <a:lnTo>
                    <a:pt x="0" y="144417"/>
                  </a:lnTo>
                  <a:close/>
                  <a:moveTo>
                    <a:pt x="18224" y="18204"/>
                  </a:moveTo>
                  <a:lnTo>
                    <a:pt x="126348" y="18204"/>
                  </a:lnTo>
                  <a:lnTo>
                    <a:pt x="126348" y="126213"/>
                  </a:lnTo>
                  <a:lnTo>
                    <a:pt x="18224" y="126213"/>
                  </a:lnTo>
                  <a:lnTo>
                    <a:pt x="18224" y="18204"/>
                  </a:lnTo>
                  <a:close/>
                </a:path>
              </a:pathLst>
            </a:custGeom>
            <a:solidFill>
              <a:srgbClr val="2C5967"/>
            </a:solidFill>
            <a:ln w="6417" cap="flat">
              <a:noFill/>
              <a:prstDash val="solid"/>
              <a:miter/>
            </a:ln>
          </p:spPr>
          <p:txBody>
            <a:bodyPr rtlCol="0" anchor="ctr"/>
            <a:lstStyle/>
            <a:p>
              <a:endParaRPr lang="en-US"/>
            </a:p>
          </p:txBody>
        </p:sp>
        <p:sp>
          <p:nvSpPr>
            <p:cNvPr id="187" name="Freeform: Shape 186">
              <a:extLst>
                <a:ext uri="{FF2B5EF4-FFF2-40B4-BE49-F238E27FC236}">
                  <a16:creationId xmlns:a16="http://schemas.microsoft.com/office/drawing/2014/main" id="{95747795-77FD-993C-A56C-C9D78BC491BF}"/>
                </a:ext>
              </a:extLst>
            </p:cNvPr>
            <p:cNvSpPr/>
            <p:nvPr/>
          </p:nvSpPr>
          <p:spPr>
            <a:xfrm>
              <a:off x="9606957" y="3232094"/>
              <a:ext cx="137320" cy="250000"/>
            </a:xfrm>
            <a:custGeom>
              <a:avLst/>
              <a:gdLst>
                <a:gd name="connsiteX0" fmla="*/ 137321 w 137320"/>
                <a:gd name="connsiteY0" fmla="*/ 0 h 250000"/>
                <a:gd name="connsiteX1" fmla="*/ 0 w 137320"/>
                <a:gd name="connsiteY1" fmla="*/ 0 h 250000"/>
                <a:gd name="connsiteX2" fmla="*/ 0 w 137320"/>
                <a:gd name="connsiteY2" fmla="*/ 16992 h 250000"/>
                <a:gd name="connsiteX3" fmla="*/ 120316 w 137320"/>
                <a:gd name="connsiteY3" fmla="*/ 16992 h 250000"/>
                <a:gd name="connsiteX4" fmla="*/ 120316 w 137320"/>
                <a:gd name="connsiteY4" fmla="*/ 168692 h 250000"/>
                <a:gd name="connsiteX5" fmla="*/ 35229 w 137320"/>
                <a:gd name="connsiteY5" fmla="*/ 168692 h 250000"/>
                <a:gd name="connsiteX6" fmla="*/ 86307 w 137320"/>
                <a:gd name="connsiteY6" fmla="*/ 118930 h 250000"/>
                <a:gd name="connsiteX7" fmla="*/ 74115 w 137320"/>
                <a:gd name="connsiteY7" fmla="*/ 105583 h 250000"/>
                <a:gd name="connsiteX8" fmla="*/ 1220 w 137320"/>
                <a:gd name="connsiteY8" fmla="*/ 177182 h 250000"/>
                <a:gd name="connsiteX9" fmla="*/ 74115 w 137320"/>
                <a:gd name="connsiteY9" fmla="*/ 250000 h 250000"/>
                <a:gd name="connsiteX10" fmla="*/ 86307 w 137320"/>
                <a:gd name="connsiteY10" fmla="*/ 236653 h 250000"/>
                <a:gd name="connsiteX11" fmla="*/ 36448 w 137320"/>
                <a:gd name="connsiteY11" fmla="*/ 186891 h 250000"/>
                <a:gd name="connsiteX12" fmla="*/ 137321 w 137320"/>
                <a:gd name="connsiteY12" fmla="*/ 186891 h 250000"/>
                <a:gd name="connsiteX13" fmla="*/ 137321 w 137320"/>
                <a:gd name="connsiteY13" fmla="*/ 0 h 25000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Lst>
              <a:rect l="l" t="t" r="r" b="b"/>
              <a:pathLst>
                <a:path w="137320" h="250000">
                  <a:moveTo>
                    <a:pt x="137321" y="0"/>
                  </a:moveTo>
                  <a:lnTo>
                    <a:pt x="0" y="0"/>
                  </a:lnTo>
                  <a:lnTo>
                    <a:pt x="0" y="16992"/>
                  </a:lnTo>
                  <a:lnTo>
                    <a:pt x="120316" y="16992"/>
                  </a:lnTo>
                  <a:lnTo>
                    <a:pt x="120316" y="168692"/>
                  </a:lnTo>
                  <a:lnTo>
                    <a:pt x="35229" y="168692"/>
                  </a:lnTo>
                  <a:lnTo>
                    <a:pt x="86307" y="118930"/>
                  </a:lnTo>
                  <a:lnTo>
                    <a:pt x="74115" y="105583"/>
                  </a:lnTo>
                  <a:lnTo>
                    <a:pt x="1220" y="177182"/>
                  </a:lnTo>
                  <a:lnTo>
                    <a:pt x="74115" y="250000"/>
                  </a:lnTo>
                  <a:lnTo>
                    <a:pt x="86307" y="236653"/>
                  </a:lnTo>
                  <a:lnTo>
                    <a:pt x="36448" y="186891"/>
                  </a:lnTo>
                  <a:lnTo>
                    <a:pt x="137321" y="186891"/>
                  </a:lnTo>
                  <a:lnTo>
                    <a:pt x="137321" y="0"/>
                  </a:lnTo>
                  <a:close/>
                </a:path>
              </a:pathLst>
            </a:custGeom>
            <a:solidFill>
              <a:srgbClr val="2C5967"/>
            </a:solidFill>
            <a:ln w="6417" cap="flat">
              <a:noFill/>
              <a:prstDash val="solid"/>
              <a:miter/>
            </a:ln>
          </p:spPr>
          <p:txBody>
            <a:bodyPr rtlCol="0" anchor="ctr"/>
            <a:lstStyle/>
            <a:p>
              <a:endParaRPr lang="en-US"/>
            </a:p>
          </p:txBody>
        </p:sp>
        <p:sp>
          <p:nvSpPr>
            <p:cNvPr id="188" name="Freeform: Shape 187">
              <a:extLst>
                <a:ext uri="{FF2B5EF4-FFF2-40B4-BE49-F238E27FC236}">
                  <a16:creationId xmlns:a16="http://schemas.microsoft.com/office/drawing/2014/main" id="{BFE8BB94-832B-D027-914C-C10CFB5F26E3}"/>
                </a:ext>
              </a:extLst>
            </p:cNvPr>
            <p:cNvSpPr/>
            <p:nvPr/>
          </p:nvSpPr>
          <p:spPr>
            <a:xfrm>
              <a:off x="9451477" y="3171423"/>
              <a:ext cx="142133" cy="141985"/>
            </a:xfrm>
            <a:custGeom>
              <a:avLst/>
              <a:gdLst>
                <a:gd name="connsiteX0" fmla="*/ 121471 w 142133"/>
                <a:gd name="connsiteY0" fmla="*/ 44899 h 141985"/>
                <a:gd name="connsiteX1" fmla="*/ 132444 w 142133"/>
                <a:gd name="connsiteY1" fmla="*/ 31552 h 141985"/>
                <a:gd name="connsiteX2" fmla="*/ 110562 w 142133"/>
                <a:gd name="connsiteY2" fmla="*/ 9709 h 141985"/>
                <a:gd name="connsiteX3" fmla="*/ 97215 w 142133"/>
                <a:gd name="connsiteY3" fmla="*/ 20630 h 141985"/>
                <a:gd name="connsiteX4" fmla="*/ 88681 w 142133"/>
                <a:gd name="connsiteY4" fmla="*/ 16992 h 141985"/>
                <a:gd name="connsiteX5" fmla="*/ 86243 w 142133"/>
                <a:gd name="connsiteY5" fmla="*/ 0 h 141985"/>
                <a:gd name="connsiteX6" fmla="*/ 55891 w 142133"/>
                <a:gd name="connsiteY6" fmla="*/ 0 h 141985"/>
                <a:gd name="connsiteX7" fmla="*/ 53453 w 142133"/>
                <a:gd name="connsiteY7" fmla="*/ 16992 h 141985"/>
                <a:gd name="connsiteX8" fmla="*/ 44982 w 142133"/>
                <a:gd name="connsiteY8" fmla="*/ 20630 h 141985"/>
                <a:gd name="connsiteX9" fmla="*/ 31571 w 142133"/>
                <a:gd name="connsiteY9" fmla="*/ 9709 h 141985"/>
                <a:gd name="connsiteX10" fmla="*/ 9754 w 142133"/>
                <a:gd name="connsiteY10" fmla="*/ 31552 h 141985"/>
                <a:gd name="connsiteX11" fmla="*/ 20663 w 142133"/>
                <a:gd name="connsiteY11" fmla="*/ 44899 h 141985"/>
                <a:gd name="connsiteX12" fmla="*/ 17005 w 142133"/>
                <a:gd name="connsiteY12" fmla="*/ 53394 h 141985"/>
                <a:gd name="connsiteX13" fmla="*/ 0 w 142133"/>
                <a:gd name="connsiteY13" fmla="*/ 55826 h 141985"/>
                <a:gd name="connsiteX14" fmla="*/ 0 w 142133"/>
                <a:gd name="connsiteY14" fmla="*/ 86165 h 141985"/>
                <a:gd name="connsiteX15" fmla="*/ 17005 w 142133"/>
                <a:gd name="connsiteY15" fmla="*/ 88591 h 141985"/>
                <a:gd name="connsiteX16" fmla="*/ 20663 w 142133"/>
                <a:gd name="connsiteY16" fmla="*/ 97087 h 141985"/>
                <a:gd name="connsiteX17" fmla="*/ 9754 w 142133"/>
                <a:gd name="connsiteY17" fmla="*/ 110434 h 141985"/>
                <a:gd name="connsiteX18" fmla="*/ 31571 w 142133"/>
                <a:gd name="connsiteY18" fmla="*/ 132277 h 141985"/>
                <a:gd name="connsiteX19" fmla="*/ 44982 w 142133"/>
                <a:gd name="connsiteY19" fmla="*/ 121355 h 141985"/>
                <a:gd name="connsiteX20" fmla="*/ 53453 w 142133"/>
                <a:gd name="connsiteY20" fmla="*/ 125000 h 141985"/>
                <a:gd name="connsiteX21" fmla="*/ 55891 w 142133"/>
                <a:gd name="connsiteY21" fmla="*/ 141985 h 141985"/>
                <a:gd name="connsiteX22" fmla="*/ 86243 w 142133"/>
                <a:gd name="connsiteY22" fmla="*/ 141985 h 141985"/>
                <a:gd name="connsiteX23" fmla="*/ 88681 w 142133"/>
                <a:gd name="connsiteY23" fmla="*/ 125000 h 141985"/>
                <a:gd name="connsiteX24" fmla="*/ 97215 w 142133"/>
                <a:gd name="connsiteY24" fmla="*/ 121355 h 141985"/>
                <a:gd name="connsiteX25" fmla="*/ 110562 w 142133"/>
                <a:gd name="connsiteY25" fmla="*/ 132277 h 141985"/>
                <a:gd name="connsiteX26" fmla="*/ 132444 w 142133"/>
                <a:gd name="connsiteY26" fmla="*/ 110434 h 141985"/>
                <a:gd name="connsiteX27" fmla="*/ 121471 w 142133"/>
                <a:gd name="connsiteY27" fmla="*/ 97087 h 141985"/>
                <a:gd name="connsiteX28" fmla="*/ 125128 w 142133"/>
                <a:gd name="connsiteY28" fmla="*/ 88591 h 141985"/>
                <a:gd name="connsiteX29" fmla="*/ 142133 w 142133"/>
                <a:gd name="connsiteY29" fmla="*/ 86165 h 141985"/>
                <a:gd name="connsiteX30" fmla="*/ 142133 w 142133"/>
                <a:gd name="connsiteY30" fmla="*/ 55826 h 141985"/>
                <a:gd name="connsiteX31" fmla="*/ 125128 w 142133"/>
                <a:gd name="connsiteY31" fmla="*/ 53394 h 141985"/>
                <a:gd name="connsiteX32" fmla="*/ 121471 w 142133"/>
                <a:gd name="connsiteY32" fmla="*/ 44899 h 141985"/>
                <a:gd name="connsiteX33" fmla="*/ 71676 w 142133"/>
                <a:gd name="connsiteY33" fmla="*/ 108008 h 141985"/>
                <a:gd name="connsiteX34" fmla="*/ 34010 w 142133"/>
                <a:gd name="connsiteY34" fmla="*/ 70386 h 141985"/>
                <a:gd name="connsiteX35" fmla="*/ 71676 w 142133"/>
                <a:gd name="connsiteY35" fmla="*/ 32764 h 141985"/>
                <a:gd name="connsiteX36" fmla="*/ 109343 w 142133"/>
                <a:gd name="connsiteY36" fmla="*/ 70386 h 141985"/>
                <a:gd name="connsiteX37" fmla="*/ 71676 w 142133"/>
                <a:gd name="connsiteY37" fmla="*/ 108008 h 141985"/>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Lst>
              <a:rect l="l" t="t" r="r" b="b"/>
              <a:pathLst>
                <a:path w="142133" h="141985">
                  <a:moveTo>
                    <a:pt x="121471" y="44899"/>
                  </a:moveTo>
                  <a:lnTo>
                    <a:pt x="132444" y="31552"/>
                  </a:lnTo>
                  <a:lnTo>
                    <a:pt x="110562" y="9709"/>
                  </a:lnTo>
                  <a:lnTo>
                    <a:pt x="97215" y="20630"/>
                  </a:lnTo>
                  <a:cubicBezTo>
                    <a:pt x="94777" y="19417"/>
                    <a:pt x="91120" y="18204"/>
                    <a:pt x="88681" y="16992"/>
                  </a:cubicBezTo>
                  <a:lnTo>
                    <a:pt x="86243" y="0"/>
                  </a:lnTo>
                  <a:lnTo>
                    <a:pt x="55891" y="0"/>
                  </a:lnTo>
                  <a:lnTo>
                    <a:pt x="53453" y="16992"/>
                  </a:lnTo>
                  <a:cubicBezTo>
                    <a:pt x="49795" y="18204"/>
                    <a:pt x="47356" y="19417"/>
                    <a:pt x="44982" y="20630"/>
                  </a:cubicBezTo>
                  <a:lnTo>
                    <a:pt x="31571" y="9709"/>
                  </a:lnTo>
                  <a:lnTo>
                    <a:pt x="9754" y="31552"/>
                  </a:lnTo>
                  <a:lnTo>
                    <a:pt x="20663" y="44899"/>
                  </a:lnTo>
                  <a:cubicBezTo>
                    <a:pt x="19443" y="47330"/>
                    <a:pt x="18224" y="50969"/>
                    <a:pt x="17005" y="53394"/>
                  </a:cubicBezTo>
                  <a:lnTo>
                    <a:pt x="0" y="55826"/>
                  </a:lnTo>
                  <a:lnTo>
                    <a:pt x="0" y="86165"/>
                  </a:lnTo>
                  <a:lnTo>
                    <a:pt x="17005" y="88591"/>
                  </a:lnTo>
                  <a:cubicBezTo>
                    <a:pt x="18224" y="92229"/>
                    <a:pt x="19443" y="94661"/>
                    <a:pt x="20663" y="97087"/>
                  </a:cubicBezTo>
                  <a:lnTo>
                    <a:pt x="9754" y="110434"/>
                  </a:lnTo>
                  <a:lnTo>
                    <a:pt x="31571" y="132277"/>
                  </a:lnTo>
                  <a:lnTo>
                    <a:pt x="44982" y="121355"/>
                  </a:lnTo>
                  <a:cubicBezTo>
                    <a:pt x="47356" y="122568"/>
                    <a:pt x="51014" y="123787"/>
                    <a:pt x="53453" y="125000"/>
                  </a:cubicBezTo>
                  <a:lnTo>
                    <a:pt x="55891" y="141985"/>
                  </a:lnTo>
                  <a:lnTo>
                    <a:pt x="86243" y="141985"/>
                  </a:lnTo>
                  <a:lnTo>
                    <a:pt x="88681" y="125000"/>
                  </a:lnTo>
                  <a:cubicBezTo>
                    <a:pt x="92338" y="123787"/>
                    <a:pt x="94777" y="122568"/>
                    <a:pt x="97215" y="121355"/>
                  </a:cubicBezTo>
                  <a:lnTo>
                    <a:pt x="110562" y="132277"/>
                  </a:lnTo>
                  <a:lnTo>
                    <a:pt x="132444" y="110434"/>
                  </a:lnTo>
                  <a:lnTo>
                    <a:pt x="121471" y="97087"/>
                  </a:lnTo>
                  <a:cubicBezTo>
                    <a:pt x="122690" y="94661"/>
                    <a:pt x="123910" y="91016"/>
                    <a:pt x="125128" y="88591"/>
                  </a:cubicBezTo>
                  <a:lnTo>
                    <a:pt x="142133" y="86165"/>
                  </a:lnTo>
                  <a:lnTo>
                    <a:pt x="142133" y="55826"/>
                  </a:lnTo>
                  <a:lnTo>
                    <a:pt x="125128" y="53394"/>
                  </a:lnTo>
                  <a:cubicBezTo>
                    <a:pt x="123910" y="49756"/>
                    <a:pt x="122690" y="47330"/>
                    <a:pt x="121471" y="44899"/>
                  </a:cubicBezTo>
                  <a:close/>
                  <a:moveTo>
                    <a:pt x="71676" y="108008"/>
                  </a:moveTo>
                  <a:cubicBezTo>
                    <a:pt x="51014" y="108008"/>
                    <a:pt x="34010" y="91016"/>
                    <a:pt x="34010" y="70386"/>
                  </a:cubicBezTo>
                  <a:cubicBezTo>
                    <a:pt x="34010" y="49756"/>
                    <a:pt x="51014" y="32764"/>
                    <a:pt x="71676" y="32764"/>
                  </a:cubicBezTo>
                  <a:cubicBezTo>
                    <a:pt x="92338" y="32764"/>
                    <a:pt x="109343" y="49756"/>
                    <a:pt x="109343" y="70386"/>
                  </a:cubicBezTo>
                  <a:cubicBezTo>
                    <a:pt x="109343" y="91016"/>
                    <a:pt x="92338" y="108008"/>
                    <a:pt x="71676" y="108008"/>
                  </a:cubicBezTo>
                  <a:close/>
                </a:path>
              </a:pathLst>
            </a:custGeom>
            <a:solidFill>
              <a:srgbClr val="2C5967"/>
            </a:solidFill>
            <a:ln w="6417" cap="flat">
              <a:noFill/>
              <a:prstDash val="solid"/>
              <a:miter/>
            </a:ln>
          </p:spPr>
          <p:txBody>
            <a:bodyPr rtlCol="0" anchor="ctr"/>
            <a:lstStyle/>
            <a:p>
              <a:endParaRPr lang="en-US"/>
            </a:p>
          </p:txBody>
        </p:sp>
        <p:sp>
          <p:nvSpPr>
            <p:cNvPr id="189" name="TextBox 188">
              <a:extLst>
                <a:ext uri="{FF2B5EF4-FFF2-40B4-BE49-F238E27FC236}">
                  <a16:creationId xmlns:a16="http://schemas.microsoft.com/office/drawing/2014/main" id="{0DBCFAE5-B879-3B9E-C545-D9DA24257232}"/>
                </a:ext>
              </a:extLst>
            </p:cNvPr>
            <p:cNvSpPr txBox="1"/>
            <p:nvPr/>
          </p:nvSpPr>
          <p:spPr>
            <a:xfrm>
              <a:off x="9009600" y="3522168"/>
              <a:ext cx="1077622" cy="415498"/>
            </a:xfrm>
            <a:prstGeom prst="rect">
              <a:avLst/>
            </a:prstGeom>
            <a:noFill/>
          </p:spPr>
          <p:txBody>
            <a:bodyPr wrap="square" rtlCol="0">
              <a:spAutoFit/>
            </a:bodyPr>
            <a:lstStyle/>
            <a:p>
              <a:pPr algn="ctr"/>
              <a:r>
                <a:rPr lang="en-US" sz="1050" spc="0" baseline="0" dirty="0">
                  <a:solidFill>
                    <a:srgbClr val="000000"/>
                  </a:solidFill>
                  <a:latin typeface="Oracle Sans"/>
                  <a:cs typeface="Oracle Sans"/>
                  <a:sym typeface="Oracle Sans"/>
                  <a:rtl val="0"/>
                </a:rPr>
                <a:t>Automation Agent</a:t>
              </a:r>
            </a:p>
          </p:txBody>
        </p:sp>
      </p:grpSp>
      <p:sp>
        <p:nvSpPr>
          <p:cNvPr id="202" name="TextBox 201">
            <a:extLst>
              <a:ext uri="{FF2B5EF4-FFF2-40B4-BE49-F238E27FC236}">
                <a16:creationId xmlns:a16="http://schemas.microsoft.com/office/drawing/2014/main" id="{06A67BE6-7532-3FA0-43CA-26A6794CBCAB}"/>
              </a:ext>
            </a:extLst>
          </p:cNvPr>
          <p:cNvSpPr txBox="1"/>
          <p:nvPr/>
        </p:nvSpPr>
        <p:spPr>
          <a:xfrm>
            <a:off x="565298" y="440507"/>
            <a:ext cx="8164702" cy="1077218"/>
          </a:xfrm>
          <a:prstGeom prst="rect">
            <a:avLst/>
          </a:prstGeom>
          <a:noFill/>
        </p:spPr>
        <p:txBody>
          <a:bodyPr rot="0" spcFirstLastPara="0" vertOverflow="overflow" horzOverflow="overflow" vert="horz" wrap="square" lIns="91440" tIns="45720" rIns="91440" bIns="45720" numCol="1" spcCol="0" rtlCol="0" fromWordArt="0" anchor="t" anchorCtr="0" forceAA="0" compatLnSpc="1">
            <a:prstTxWarp prst="textNoShape">
              <a:avLst/>
            </a:prstTxWarp>
            <a:spAutoFit/>
          </a:bodyPr>
          <a:lstStyle/>
          <a:p>
            <a:r>
              <a:rPr lang="en-US" sz="3600" b="1" dirty="0">
                <a:solidFill>
                  <a:schemeClr val="accent2"/>
                </a:solidFill>
              </a:rPr>
              <a:t>What’s Next?</a:t>
            </a:r>
          </a:p>
          <a:p>
            <a:r>
              <a:rPr lang="en-US" sz="2800" b="1" dirty="0">
                <a:solidFill>
                  <a:schemeClr val="bg1"/>
                </a:solidFill>
              </a:rPr>
              <a:t>Agentic AI for Intelligent Maintenance</a:t>
            </a:r>
          </a:p>
        </p:txBody>
      </p:sp>
    </p:spTree>
    <p:extLst>
      <p:ext uri="{BB962C8B-B14F-4D97-AF65-F5344CB8AC3E}">
        <p14:creationId xmlns:p14="http://schemas.microsoft.com/office/powerpoint/2010/main" val="408808655"/>
      </p:ext>
    </p:extLst>
  </p:cSld>
  <p:clrMapOvr>
    <a:masterClrMapping/>
  </p:clrMapOvr>
  <p:transition>
    <p:fade/>
  </p:transition>
</p:sld>
</file>

<file path=ppt/theme/theme1.xml><?xml version="1.0" encoding="utf-8"?>
<a:theme xmlns:a="http://schemas.openxmlformats.org/drawingml/2006/main" name="Partners Early 2025 v1.5">
  <a:themeElements>
    <a:clrScheme name="Custom 11">
      <a:dk1>
        <a:srgbClr val="2A2F2F"/>
      </a:dk1>
      <a:lt1>
        <a:srgbClr val="FFFFFF"/>
      </a:lt1>
      <a:dk2>
        <a:srgbClr val="2A2F2F"/>
      </a:dk2>
      <a:lt2>
        <a:srgbClr val="FBF9F8"/>
      </a:lt2>
      <a:accent1>
        <a:srgbClr val="2C5166"/>
      </a:accent1>
      <a:accent2>
        <a:srgbClr val="9B5734"/>
      </a:accent2>
      <a:accent3>
        <a:srgbClr val="C74634"/>
      </a:accent3>
      <a:accent4>
        <a:srgbClr val="F0CC71"/>
      </a:accent4>
      <a:accent5>
        <a:srgbClr val="B7A1C3"/>
      </a:accent5>
      <a:accent6>
        <a:srgbClr val="86B596"/>
      </a:accent6>
      <a:hlink>
        <a:srgbClr val="F0CC71"/>
      </a:hlink>
      <a:folHlink>
        <a:srgbClr val="305357"/>
      </a:folHlink>
    </a:clrScheme>
    <a:fontScheme name="Oracle Pillars">
      <a:majorFont>
        <a:latin typeface="Georgia"/>
        <a:ea typeface=""/>
        <a:cs typeface=""/>
      </a:majorFont>
      <a:minorFont>
        <a:latin typeface="Oracle Sans Tab"/>
        <a:ea typeface=""/>
        <a:cs typeface=""/>
      </a:minorFont>
    </a:fontScheme>
    <a:fmtScheme name="Flat">
      <a:fillStyleLst>
        <a:solidFill>
          <a:schemeClr val="phClr"/>
        </a:solidFill>
        <a:solidFill>
          <a:schemeClr val="phClr">
            <a:tint val="50000"/>
          </a:schemeClr>
        </a:solidFill>
        <a:solidFill>
          <a:schemeClr val="phClr">
            <a:shade val="65000"/>
          </a:schemeClr>
        </a:solidFill>
      </a:fillStyleLst>
      <a:lnStyleLst>
        <a:ln w="3175" cap="flat" cmpd="sng" algn="ctr">
          <a:solidFill>
            <a:schemeClr val="phClr">
              <a:shade val="65000"/>
            </a:schemeClr>
          </a:solidFill>
          <a:prstDash val="solid"/>
        </a:ln>
        <a:ln w="3175" cap="flat" cmpd="sng" algn="ctr">
          <a:solidFill>
            <a:schemeClr val="phClr"/>
          </a:solidFill>
          <a:prstDash val="solid"/>
        </a:ln>
        <a:ln w="0" cap="flat" cmpd="sng" algn="ctr">
          <a:noFill/>
        </a:ln>
      </a:lnStyleLst>
      <a:effectStyleLst>
        <a:effectStyle>
          <a:effectLst>
            <a:blur/>
          </a:effectLst>
        </a:effectStyle>
        <a:effectStyle>
          <a:effectLst>
            <a:blur/>
          </a:effectLst>
        </a:effectStyle>
        <a:effectStyle>
          <a:effectLst>
            <a:fillOverlay blend="darken">
              <a:solidFill>
                <a:schemeClr val="phClr">
                  <a:shade val="30000"/>
                </a:schemeClr>
              </a:solidFill>
            </a:fillOverlay>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spDef>
      <a:spPr>
        <a:solidFill>
          <a:schemeClr val="tx1"/>
        </a:solidFill>
        <a:ln>
          <a:noFill/>
        </a:ln>
      </a:spPr>
      <a:bodyPr rtlCol="0" anchor="ctr"/>
      <a:lstStyle>
        <a:defPPr algn="ctr">
          <a:defRPr/>
        </a:defPPr>
      </a:lstStyle>
      <a:style>
        <a:lnRef idx="2">
          <a:schemeClr val="accent1">
            <a:shade val="50000"/>
          </a:schemeClr>
        </a:lnRef>
        <a:fillRef idx="1">
          <a:schemeClr val="accent1"/>
        </a:fillRef>
        <a:effectRef idx="0">
          <a:schemeClr val="accent1"/>
        </a:effectRef>
        <a:fontRef idx="minor">
          <a:schemeClr val="lt1"/>
        </a:fontRef>
      </a:style>
    </a:spDef>
  </a:objectDefaults>
  <a:extraClrSchemeLst/>
  <a:custClrLst>
    <a:custClr name="Ocean">
      <a:srgbClr val="2C5967"/>
    </a:custClr>
    <a:custClr name="Surf">
      <a:srgbClr val="41817E"/>
    </a:custClr>
    <a:custClr name="Sand">
      <a:srgbClr val="E5DBBE"/>
    </a:custClr>
    <a:custClr name="Pebble">
      <a:srgbClr val="8B8580"/>
    </a:custClr>
    <a:custClr name="Granite">
      <a:srgbClr val="67605B"/>
    </a:custClr>
    <a:custClr name="Oracle Red">
      <a:srgbClr val="C74634"/>
    </a:custClr>
    <a:custClr name="Highlight/hyperlink dark theme">
      <a:srgbClr val="F0CC71"/>
    </a:custClr>
    <a:custClr name="Highlight/numbered list light theme">
      <a:srgbClr val="AE562C"/>
    </a:custClr>
    <a:custClr name="Hyperlink light theme (default)">
      <a:srgbClr val="00688C"/>
    </a:custClr>
    <a:custClr name="Numbered list dark theme">
      <a:srgbClr val="759C6C"/>
    </a:custClr>
    <a:custClr name="Brand: Neutral 30">
      <a:srgbClr val="F1EFED"/>
    </a:custClr>
    <a:custClr name="Developer: Pebble 30">
      <a:srgbClr val="E7F0FD"/>
    </a:custClr>
    <a:custClr name="Database: Slate 30">
      <a:srgbClr val="E7F2F2"/>
    </a:custClr>
    <a:custClr name="Cloud Platform: Pine 30">
      <a:srgbClr val="E0F5E7"/>
    </a:custClr>
    <a:custClr name="Finance / Operations: Teal 30">
      <a:srgbClr val="E8F1F0"/>
    </a:custClr>
    <a:custClr name="NetSuite: Ocean 30">
      <a:srgbClr val="E7F2F5"/>
    </a:custClr>
    <a:custClr name="GBU: Lilac 30">
      <a:srgbClr val="EBEFFE"/>
    </a:custClr>
    <a:custClr name="CX/Marketing: Plum 30">
      <a:srgbClr val="F5ECFB"/>
    </a:custClr>
    <a:custClr name="HCM/HR: Rose 30">
      <a:srgbClr val="FBECEF"/>
    </a:custClr>
    <a:custClr name="SCM: Sienna 30">
      <a:srgbClr val="FCEDD9"/>
    </a:custClr>
    <a:custClr name="Brand: Neutral 70">
      <a:srgbClr val="AEA8A2"/>
    </a:custClr>
    <a:custClr name="Developer: Pebble 70">
      <a:srgbClr val="A2AAB6"/>
    </a:custClr>
    <a:custClr name="Database: Slate 70">
      <a:srgbClr val="99ADAE"/>
    </a:custClr>
    <a:custClr name="Cloud Platform: Pine 70">
      <a:srgbClr val="86B596"/>
    </a:custClr>
    <a:custClr name="Finance / Operations: Teal 70">
      <a:srgbClr val="89B2B0"/>
    </a:custClr>
    <a:custClr name="NetSuite: Ocean 70">
      <a:srgbClr val="81B2C3"/>
    </a:custClr>
    <a:custClr name="GBU: Lilac 70">
      <a:srgbClr val="A0A9C5"/>
    </a:custClr>
    <a:custClr name="CX/Marketing: Plum 70">
      <a:srgbClr val="B7A1C4"/>
    </a:custClr>
    <a:custClr name="HCM/HR: Rose 70">
      <a:srgbClr val="CE9BA7"/>
    </a:custClr>
    <a:custClr name="SCM: Sienna 70">
      <a:srgbClr val="D39F5D"/>
    </a:custClr>
    <a:custClr name="Brand: Neutral 140">
      <a:srgbClr val="514C47"/>
    </a:custClr>
    <a:custClr name="Developer: Pebble 140">
      <a:srgbClr val="494D53"/>
    </a:custClr>
    <a:custClr name="Database: Slate 140">
      <a:srgbClr val="464F4F"/>
    </a:custClr>
    <a:custClr name="Cloud Platform: Pine 140">
      <a:srgbClr val="33553C"/>
    </a:custClr>
    <a:custClr name="Finance / Operations: Teal 140">
      <a:srgbClr val="315357"/>
    </a:custClr>
    <a:custClr name="NetSuite: Ocean 140">
      <a:srgbClr val="2C5266"/>
    </a:custClr>
    <a:custClr name="GBU: Lilac 140">
      <a:srgbClr val="464C68"/>
    </a:custClr>
    <a:custClr name="CX/Marketing: Plum 140">
      <a:srgbClr val="594564"/>
    </a:custClr>
    <a:custClr name="HCM/HR: Rose 140">
      <a:srgbClr val="6C3F49"/>
    </a:custClr>
    <a:custClr name="SCM: Sienna 140">
      <a:srgbClr val="713F25"/>
    </a:custClr>
    <a:custClr name="Brand: Neutral 170">
      <a:srgbClr val="312D2A"/>
    </a:custClr>
    <a:custClr name="Developer: Pebble 170">
      <a:srgbClr val="2B2E32"/>
    </a:custClr>
    <a:custClr name="Database: Slate 170">
      <a:srgbClr val="2A2F2F"/>
    </a:custClr>
    <a:custClr name="Cloud Platform: Pine 170">
      <a:srgbClr val="1E3224"/>
    </a:custClr>
    <a:custClr name="Finance / Operations: Teal 170">
      <a:srgbClr val="1E3133"/>
    </a:custClr>
    <a:custClr name="NetSuite: Ocean 170">
      <a:srgbClr val="1A2F3F"/>
    </a:custClr>
    <a:custClr name="GBU: Lilac 170">
      <a:srgbClr val="2A2D3F"/>
    </a:custClr>
    <a:custClr name="CX/Marketing: Plum 170">
      <a:srgbClr val="36293C"/>
    </a:custClr>
    <a:custClr name="HCM/HR: Rose 170">
      <a:srgbClr val="41242B"/>
    </a:custClr>
    <a:custClr name="SCM: Sienna 170">
      <a:srgbClr val="442616"/>
    </a:custClr>
  </a:custClrLst>
  <a:extLst>
    <a:ext uri="{05A4C25C-085E-4340-85A3-A5531E510DB2}">
      <thm15:themeFamily xmlns:thm15="http://schemas.microsoft.com/office/thememl/2012/main" name="Partner-2025-v1.5" id="{BB52E51F-56A0-6D4F-BE7C-802B1AEE55AF}" vid="{4829DD7A-741B-9F45-A625-A7329676F575}"/>
    </a:ext>
  </a:ext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30</TotalTime>
  <Words>298</Words>
  <Application>Microsoft Office PowerPoint</Application>
  <PresentationFormat>Widescreen</PresentationFormat>
  <Paragraphs>90</Paragraphs>
  <Slides>4</Slides>
  <Notes>0</Notes>
  <HiddenSlides>0</HiddenSlides>
  <MMClips>0</MMClips>
  <ScaleCrop>false</ScaleCrop>
  <HeadingPairs>
    <vt:vector size="6" baseType="variant">
      <vt:variant>
        <vt:lpstr>Fonts Used</vt:lpstr>
      </vt:variant>
      <vt:variant>
        <vt:i4>12</vt:i4>
      </vt:variant>
      <vt:variant>
        <vt:lpstr>Theme</vt:lpstr>
      </vt:variant>
      <vt:variant>
        <vt:i4>1</vt:i4>
      </vt:variant>
      <vt:variant>
        <vt:lpstr>Slide Titles</vt:lpstr>
      </vt:variant>
      <vt:variant>
        <vt:i4>4</vt:i4>
      </vt:variant>
    </vt:vector>
  </HeadingPairs>
  <TitlesOfParts>
    <vt:vector size="17" baseType="lpstr">
      <vt:lpstr>Arial</vt:lpstr>
      <vt:lpstr>Calibri</vt:lpstr>
      <vt:lpstr>Georgia</vt:lpstr>
      <vt:lpstr>NVIDIA Sans</vt:lpstr>
      <vt:lpstr>Oracle Sans</vt:lpstr>
      <vt:lpstr>Oracle Sans Extra Bold</vt:lpstr>
      <vt:lpstr>Oracle Sans Light</vt:lpstr>
      <vt:lpstr>Oracle Sans Tab</vt:lpstr>
      <vt:lpstr>Oracle Sans Tab Light</vt:lpstr>
      <vt:lpstr>Oracle Sans Tab Semi Bold</vt:lpstr>
      <vt:lpstr>System Font Regular</vt:lpstr>
      <vt:lpstr>Trebuchet MS</vt:lpstr>
      <vt:lpstr>Partners Early 2025 v1.5</vt:lpstr>
      <vt:lpstr>PowerPoint Presentation</vt:lpstr>
      <vt:lpstr>PowerPoint Presentation</vt:lpstr>
      <vt:lpstr>PowerPoint Presentation</vt:lpstr>
      <vt:lpstr>PowerPoint Presentation</vt:lpstr>
    </vt:vector>
  </TitlesOfParts>
  <Company>Oracle</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PowerPoint Presentation</dc:title>
  <dc:creator>Michael Sheerin</dc:creator>
  <cp:lastModifiedBy>Michael Sheerin</cp:lastModifiedBy>
  <cp:revision>2</cp:revision>
  <dcterms:created xsi:type="dcterms:W3CDTF">2025-05-12T21:13:55Z</dcterms:created>
  <dcterms:modified xsi:type="dcterms:W3CDTF">2025-05-13T14:14:44Z</dcterms:modified>
</cp:coreProperties>
</file>

<file path=docProps/custom.xml><?xml version="1.0" encoding="utf-8"?>
<Properties xmlns="http://schemas.openxmlformats.org/officeDocument/2006/custom-properties" xmlns:vt="http://schemas.openxmlformats.org/officeDocument/2006/docPropsVTypes">
  <property fmtid="{D5CDD505-2E9C-101B-9397-08002B2CF9AE}" pid="2" name="ClassificationContentMarkingFooterLocations">
    <vt:lpwstr>Partners Early 2025 v1.5:8</vt:lpwstr>
  </property>
  <property fmtid="{D5CDD505-2E9C-101B-9397-08002B2CF9AE}" pid="3" name="ClassificationContentMarkingFooterText">
    <vt:lpwstr>Confidential - Oracle Restricted</vt:lpwstr>
  </property>
  <property fmtid="{D5CDD505-2E9C-101B-9397-08002B2CF9AE}" pid="4" name="ClassificationContentMarkingHeaderLocations">
    <vt:lpwstr>Partners Early 2025 v1.5:7</vt:lpwstr>
  </property>
  <property fmtid="{D5CDD505-2E9C-101B-9397-08002B2CF9AE}" pid="5" name="ClassificationContentMarkingHeaderText">
    <vt:lpwstr>Confidential - Oracle Restricted</vt:lpwstr>
  </property>
  <property fmtid="{D5CDD505-2E9C-101B-9397-08002B2CF9AE}" pid="6" name="MSIP_Label_3c76ce46-357f-46de-88d6-77b9bbb83c46_Enabled">
    <vt:lpwstr>true</vt:lpwstr>
  </property>
  <property fmtid="{D5CDD505-2E9C-101B-9397-08002B2CF9AE}" pid="7" name="MSIP_Label_3c76ce46-357f-46de-88d6-77b9bbb83c46_SetDate">
    <vt:lpwstr>2025-05-12T21:24:12Z</vt:lpwstr>
  </property>
  <property fmtid="{D5CDD505-2E9C-101B-9397-08002B2CF9AE}" pid="8" name="MSIP_Label_3c76ce46-357f-46de-88d6-77b9bbb83c46_Method">
    <vt:lpwstr>Privileged</vt:lpwstr>
  </property>
  <property fmtid="{D5CDD505-2E9C-101B-9397-08002B2CF9AE}" pid="9" name="MSIP_Label_3c76ce46-357f-46de-88d6-77b9bbb83c46_Name">
    <vt:lpwstr>Public</vt:lpwstr>
  </property>
  <property fmtid="{D5CDD505-2E9C-101B-9397-08002B2CF9AE}" pid="10" name="MSIP_Label_3c76ce46-357f-46de-88d6-77b9bbb83c46_SiteId">
    <vt:lpwstr>4e2c6054-71cb-48f1-bd6c-3a9705aca71b</vt:lpwstr>
  </property>
  <property fmtid="{D5CDD505-2E9C-101B-9397-08002B2CF9AE}" pid="11" name="MSIP_Label_3c76ce46-357f-46de-88d6-77b9bbb83c46_ActionId">
    <vt:lpwstr>98d46673-1d9b-489a-ad18-12c3cf3d295e</vt:lpwstr>
  </property>
  <property fmtid="{D5CDD505-2E9C-101B-9397-08002B2CF9AE}" pid="12" name="MSIP_Label_3c76ce46-357f-46de-88d6-77b9bbb83c46_ContentBits">
    <vt:lpwstr>0</vt:lpwstr>
  </property>
</Properties>
</file>